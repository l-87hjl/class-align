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</p:sldIdLst>
  <p:sldSz cy="9144000" cx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747775"/>
          </p15:clr>
        </p15:guide>
        <p15:guide id="2" pos="216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995961B-1D30-48AB-9E70-89732B73EB83}">
  <a:tblStyle styleId="{2995961B-1D30-48AB-9E70-89732B73EB8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43447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143447" y="685800"/>
            <a:ext cx="2571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33781" y="1323689"/>
            <a:ext cx="6390300" cy="364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33775" y="5038444"/>
            <a:ext cx="6390300" cy="14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33775" y="3823733"/>
            <a:ext cx="6390300" cy="149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33775" y="791156"/>
            <a:ext cx="6390300" cy="10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33775" y="2048844"/>
            <a:ext cx="6390300" cy="60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33775" y="791156"/>
            <a:ext cx="6390300" cy="10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33775" y="2048844"/>
            <a:ext cx="3000000" cy="60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3624300" y="2048844"/>
            <a:ext cx="3000000" cy="60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33775" y="791156"/>
            <a:ext cx="6390300" cy="10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33775" y="987733"/>
            <a:ext cx="2106000" cy="134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33775" y="2470400"/>
            <a:ext cx="2106000" cy="565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367688" y="800267"/>
            <a:ext cx="4776000" cy="727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429000" y="-222"/>
            <a:ext cx="3429000" cy="9144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199125" y="2192311"/>
            <a:ext cx="3033900" cy="263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199125" y="4983244"/>
            <a:ext cx="3033900" cy="219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3704625" y="1287244"/>
            <a:ext cx="2877900" cy="656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33775" y="7521022"/>
            <a:ext cx="4499100" cy="107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33775" y="1966444"/>
            <a:ext cx="6390300" cy="3490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33775" y="5603956"/>
            <a:ext cx="6390300" cy="231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33775" y="791156"/>
            <a:ext cx="6390300" cy="10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33775" y="2048844"/>
            <a:ext cx="6390300" cy="60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6354343" y="8290163"/>
            <a:ext cx="411600" cy="6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4" name="Google Shape;54;p13"/>
          <p:cNvGraphicFramePr/>
          <p:nvPr/>
        </p:nvGraphicFramePr>
        <p:xfrm>
          <a:off x="276825" y="332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{2995961B-1D30-48AB-9E70-89732B73EB83}</a:tableStyleId>
              </a:tblPr>
              <a:tblGrid>
                <a:gridCol w="6248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CHARACTER SKETCH: HARRISON BERGERON</a:t>
                      </a:r>
                      <a:endParaRPr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Directions: Using the chart you created in Harrison Bergeron🎭⛓ 📊Graphic Organizer | Characterization, draw or otherwise visually represent a picture of Harrison Bergeron.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5" name="Google Shape;55;p13"/>
          <p:cNvSpPr txBox="1"/>
          <p:nvPr/>
        </p:nvSpPr>
        <p:spPr>
          <a:xfrm>
            <a:off x="11737925" y="2628475"/>
            <a:ext cx="6891900" cy="8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