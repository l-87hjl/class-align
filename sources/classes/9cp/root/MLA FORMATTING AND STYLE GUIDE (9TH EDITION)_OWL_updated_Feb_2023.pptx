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Lst>
  <p:sldSz cy="6858000" cx="9144000"/>
  <p:notesSz cx="6858000" cy="9144000"/>
  <p:embeddedFontLst>
    <p:embeddedFont>
      <p:font typeface="Belleza"/>
      <p:regular r:id="rId52"/>
    </p:embeddedFont>
    <p:embeddedFont>
      <p:font typeface="Book Antiqua"/>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45AEB24-BAA1-4714-A861-DF6BAC141685}">
  <a:tblStyle styleId="{045AEB24-BAA1-4714-A861-DF6BAC141685}" styleName="Table_0">
    <a:wholeTbl>
      <a:tcTxStyle b="off" i="off">
        <a:font>
          <a:latin typeface="Acumin Pro"/>
          <a:ea typeface="Acumin Pro"/>
          <a:cs typeface="Acumin Pro"/>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DEBE8"/>
          </a:solidFill>
        </a:fill>
      </a:tcStyle>
    </a:wholeTbl>
    <a:band1H>
      <a:tcTxStyle/>
      <a:tcStyle>
        <a:fill>
          <a:solidFill>
            <a:srgbClr val="DAD4CD"/>
          </a:solidFill>
        </a:fill>
      </a:tcStyle>
    </a:band1H>
    <a:band2H>
      <a:tcTxStyle/>
    </a:band2H>
    <a:band1V>
      <a:tcTxStyle/>
      <a:tcStyle>
        <a:fill>
          <a:solidFill>
            <a:srgbClr val="DAD4CD"/>
          </a:solidFill>
        </a:fill>
      </a:tcStyle>
    </a:band1V>
    <a:band2V>
      <a:tcTxStyle/>
    </a:band2V>
    <a:lastCol>
      <a:tcTxStyle b="on" i="off">
        <a:font>
          <a:latin typeface="Acumin Pro"/>
          <a:ea typeface="Acumin Pro"/>
          <a:cs typeface="Acumin Pro"/>
        </a:font>
        <a:schemeClr val="lt1"/>
      </a:tcTxStyle>
      <a:tcStyle>
        <a:fill>
          <a:solidFill>
            <a:schemeClr val="accent1"/>
          </a:solidFill>
        </a:fill>
      </a:tcStyle>
    </a:lastCol>
    <a:firstCol>
      <a:tcTxStyle b="on" i="off">
        <a:font>
          <a:latin typeface="Acumin Pro"/>
          <a:ea typeface="Acumin Pro"/>
          <a:cs typeface="Acumin Pro"/>
        </a:font>
        <a:schemeClr val="lt1"/>
      </a:tcTxStyle>
      <a:tcStyle>
        <a:fill>
          <a:solidFill>
            <a:schemeClr val="accent1"/>
          </a:solidFill>
        </a:fill>
      </a:tcStyle>
    </a:firstCol>
    <a:lastRow>
      <a:tcTxStyle b="on" i="off">
        <a:font>
          <a:latin typeface="Acumin Pro"/>
          <a:ea typeface="Acumin Pro"/>
          <a:cs typeface="Acumin Pro"/>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cumin Pro"/>
          <a:ea typeface="Acumin Pro"/>
          <a:cs typeface="Acumin Pro"/>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font" Target="fonts/BookAntiqua-regular.fntdata"/><Relationship Id="rId52" Type="http://schemas.openxmlformats.org/officeDocument/2006/relationships/font" Target="fonts/Belleza-regular.fntdata"/><Relationship Id="rId11" Type="http://schemas.openxmlformats.org/officeDocument/2006/relationships/slide" Target="slides/slide5.xml"/><Relationship Id="rId55" Type="http://schemas.openxmlformats.org/officeDocument/2006/relationships/font" Target="fonts/BookAntiqua-italic.fntdata"/><Relationship Id="rId10" Type="http://schemas.openxmlformats.org/officeDocument/2006/relationships/slide" Target="slides/slide4.xml"/><Relationship Id="rId54" Type="http://schemas.openxmlformats.org/officeDocument/2006/relationships/font" Target="fonts/BookAntiqua-bold.fntdata"/><Relationship Id="rId13" Type="http://schemas.openxmlformats.org/officeDocument/2006/relationships/slide" Target="slides/slide7.xml"/><Relationship Id="rId12" Type="http://schemas.openxmlformats.org/officeDocument/2006/relationships/slide" Target="slides/slide6.xml"/><Relationship Id="rId56" Type="http://schemas.openxmlformats.org/officeDocument/2006/relationships/font" Target="fonts/BookAntiqua-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Welcome to “MLA Formatting and Style Guide“. This Power Point Presentation is designed to introduce your students to the basics of MLA Formatting and Style. You might want to supplement the presentation with more detailed information available on the OWL’s “MLA Formatting and Style Guide“ at http://owl.english.purdue.edu/owl/resource/747/01/</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n-US">
                <a:latin typeface="Arial"/>
                <a:ea typeface="Arial"/>
                <a:cs typeface="Arial"/>
                <a:sym typeface="Arial"/>
              </a:rPr>
              <a:t>Designer: Ethan Sproat</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n-US">
                <a:latin typeface="Arial"/>
                <a:ea typeface="Arial"/>
                <a:cs typeface="Arial"/>
                <a:sym typeface="Arial"/>
              </a:rPr>
              <a:t>Based on slide designs from the OWL “APA Formatting and Style Guide “PowerPoint by Jennifer Liethen Kunka and Elena Lawrick.</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n-US">
                <a:latin typeface="Arial"/>
                <a:ea typeface="Arial"/>
                <a:cs typeface="Arial"/>
                <a:sym typeface="Arial"/>
              </a:rPr>
              <a:t>Contributors: Tony Russell, Alllen Brizee, Jennifer Liethen Kunka, Joe Barbato, Dave Neyhart, Erin E. Karper, Karl Stolley, Kristen Seas, Tony Russell, Elizabeth Angeli, and Jacqueline Borchert, Lavanya Karthikeyan</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n-US"/>
              <a:t>Revising Author: Arielle McKee, 2014; Jacqueline Borchert, 2021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Updated July, 2021</a:t>
            </a:r>
            <a:endParaRPr/>
          </a:p>
          <a:p>
            <a:pPr indent="0" lvl="0" marL="0" rtl="0" algn="l">
              <a:spcBef>
                <a:spcPts val="0"/>
              </a:spcBef>
              <a:spcAft>
                <a:spcPts val="0"/>
              </a:spcAft>
              <a:buNone/>
            </a:pPr>
            <a:r>
              <a:t/>
            </a:r>
            <a:endParaRPr/>
          </a:p>
        </p:txBody>
      </p:sp>
      <p:sp>
        <p:nvSpPr>
          <p:cNvPr id="117" name="Google Shape;11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None/>
            </a:pPr>
            <a:r>
              <a:rPr lang="en-US">
                <a:latin typeface="Arial"/>
                <a:ea typeface="Arial"/>
                <a:cs typeface="Arial"/>
                <a:sym typeface="Arial"/>
              </a:rPr>
              <a:t>The MLA Handbook for Writers of Research Papers, 9th ed. supersedes both the 8</a:t>
            </a:r>
            <a:r>
              <a:rPr baseline="30000" lang="en-US">
                <a:latin typeface="Arial"/>
                <a:ea typeface="Arial"/>
                <a:cs typeface="Arial"/>
                <a:sym typeface="Arial"/>
              </a:rPr>
              <a:t>th</a:t>
            </a:r>
            <a:r>
              <a:rPr lang="en-US">
                <a:latin typeface="Arial"/>
                <a:ea typeface="Arial"/>
                <a:cs typeface="Arial"/>
                <a:sym typeface="Arial"/>
              </a:rPr>
              <a:t> edition handbook and the MLA Style Manual and Guide to Scholarly Publishing, 3rd ed. The style of documentation outlined in the 9</a:t>
            </a:r>
            <a:r>
              <a:rPr baseline="30000" lang="en-US">
                <a:latin typeface="Arial"/>
                <a:ea typeface="Arial"/>
                <a:cs typeface="Arial"/>
                <a:sym typeface="Arial"/>
              </a:rPr>
              <a:t>th</a:t>
            </a:r>
            <a:r>
              <a:rPr lang="en-US">
                <a:latin typeface="Arial"/>
                <a:ea typeface="Arial"/>
                <a:cs typeface="Arial"/>
                <a:sym typeface="Arial"/>
              </a:rPr>
              <a:t> edition serves the needs of students who are writing research papers, as well as scholars who publish professionally.  This presentation will mostly focus on MLA formatting and style concerns that affect writing research papers.</a:t>
            </a:r>
            <a:endParaRPr/>
          </a:p>
          <a:p>
            <a:pPr indent="0" lvl="0" marL="0" rtl="0" algn="l">
              <a:lnSpc>
                <a:spcPct val="90000"/>
              </a:lnSpc>
              <a:spcBef>
                <a:spcPts val="0"/>
              </a:spcBef>
              <a:spcAft>
                <a:spcPts val="0"/>
              </a:spcAft>
              <a:buNone/>
            </a:pPr>
            <a:r>
              <a:t/>
            </a:r>
            <a:endParaRPr>
              <a:latin typeface="Arial"/>
              <a:ea typeface="Arial"/>
              <a:cs typeface="Arial"/>
              <a:sym typeface="Arial"/>
            </a:endParaRPr>
          </a:p>
          <a:p>
            <a:pPr indent="0" lvl="0" marL="0" rtl="0" algn="l">
              <a:lnSpc>
                <a:spcPct val="90000"/>
              </a:lnSpc>
              <a:spcBef>
                <a:spcPts val="0"/>
              </a:spcBef>
              <a:spcAft>
                <a:spcPts val="0"/>
              </a:spcAft>
              <a:buNone/>
            </a:pPr>
            <a:r>
              <a:rPr lang="en-US">
                <a:latin typeface="Arial"/>
                <a:ea typeface="Arial"/>
                <a:cs typeface="Arial"/>
                <a:sym typeface="Arial"/>
              </a:rPr>
              <a:t>MLA style is often used in the following disciplines: humanities, languages, literature, linguistics, philosophy, communication, religion, and others.</a:t>
            </a:r>
            <a:endParaRPr/>
          </a:p>
          <a:p>
            <a:pPr indent="0" lvl="0" marL="0" rtl="0" algn="l">
              <a:lnSpc>
                <a:spcPct val="90000"/>
              </a:lnSpc>
              <a:spcBef>
                <a:spcPts val="0"/>
              </a:spcBef>
              <a:spcAft>
                <a:spcPts val="0"/>
              </a:spcAft>
              <a:buNone/>
            </a:pPr>
            <a:r>
              <a:t/>
            </a:r>
            <a:endParaRPr>
              <a:latin typeface="Arial"/>
              <a:ea typeface="Arial"/>
              <a:cs typeface="Arial"/>
              <a:sym typeface="Arial"/>
            </a:endParaRPr>
          </a:p>
          <a:p>
            <a:pPr indent="0" lvl="0" marL="0" rtl="0" algn="l">
              <a:lnSpc>
                <a:spcPct val="90000"/>
              </a:lnSpc>
              <a:spcBef>
                <a:spcPts val="0"/>
              </a:spcBef>
              <a:spcAft>
                <a:spcPts val="0"/>
              </a:spcAft>
              <a:buNone/>
            </a:pPr>
            <a:r>
              <a:rPr lang="en-US">
                <a:latin typeface="Arial"/>
                <a:ea typeface="Arial"/>
                <a:cs typeface="Arial"/>
                <a:sym typeface="Arial"/>
              </a:rPr>
              <a:t>MLA format provides writers with a uniform format for document layout and documenting sources. Proper MLA style shows that writers are conscientious of the standards of writing in their respective disciplines. Properly documenting sources also ensures that an author is not plagiarizing.</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p:txBody>
      </p:sp>
      <p:sp>
        <p:nvSpPr>
          <p:cNvPr id="125" name="Google Shape;12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This slide presents three basic areas regulated by MLA students need to be aware of—document format, in-text citations, and works cited. The following slides provide detailed explanations regarding each area.</a:t>
            </a:r>
            <a:endParaRPr/>
          </a:p>
        </p:txBody>
      </p:sp>
      <p:sp>
        <p:nvSpPr>
          <p:cNvPr id="135" name="Google Shape;13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None/>
            </a:pPr>
            <a:r>
              <a:rPr lang="en-US">
                <a:latin typeface="Arial"/>
                <a:ea typeface="Arial"/>
                <a:cs typeface="Arial"/>
                <a:sym typeface="Arial"/>
              </a:rPr>
              <a:t>Principle 1:</a:t>
            </a:r>
            <a:r>
              <a:rPr b="0" i="0" lang="en-US" sz="1800" u="none" strike="noStrike">
                <a:solidFill>
                  <a:srgbClr val="000000"/>
                </a:solidFill>
                <a:latin typeface="Arial"/>
                <a:ea typeface="Arial"/>
                <a:cs typeface="Arial"/>
                <a:sym typeface="Arial"/>
              </a:rPr>
              <a:t>While retaining the overhauled system of core elements for documentation of MLA 8, MLA clarifies and expands on the meaning of each category (1. Author, 2. Title of Source, 3. Title of Container, 4. Contributor, 5. Version, 6. Number, 7. Publisher, 8. Publication Date, 9. Location) in different contexts of documentation. </a:t>
            </a:r>
            <a:r>
              <a:rPr lang="en-US">
                <a:latin typeface="Arial"/>
                <a:ea typeface="Arial"/>
                <a:cs typeface="Arial"/>
                <a:sym typeface="Arial"/>
              </a:rPr>
              <a:t> The writer must examine it and document it based on a set of universal principles (more about that to come). It is important to remember that the category element is not always literal in certain contexts. </a:t>
            </a:r>
            <a:endParaRPr/>
          </a:p>
          <a:p>
            <a:pPr indent="0" lvl="0" marL="0" rtl="0" algn="l">
              <a:lnSpc>
                <a:spcPct val="90000"/>
              </a:lnSpc>
              <a:spcBef>
                <a:spcPts val="0"/>
              </a:spcBef>
              <a:spcAft>
                <a:spcPts val="0"/>
              </a:spcAft>
              <a:buNone/>
            </a:pPr>
            <a:r>
              <a:t/>
            </a:r>
            <a:endParaRPr>
              <a:latin typeface="Arial"/>
              <a:ea typeface="Arial"/>
              <a:cs typeface="Arial"/>
              <a:sym typeface="Arial"/>
            </a:endParaRPr>
          </a:p>
          <a:p>
            <a:pPr indent="0" lvl="0" marL="0" rtl="0" algn="l">
              <a:lnSpc>
                <a:spcPct val="90000"/>
              </a:lnSpc>
              <a:spcBef>
                <a:spcPts val="0"/>
              </a:spcBef>
              <a:spcAft>
                <a:spcPts val="0"/>
              </a:spcAft>
              <a:buNone/>
            </a:pPr>
            <a:r>
              <a:rPr lang="en-US">
                <a:latin typeface="Arial"/>
                <a:ea typeface="Arial"/>
                <a:cs typeface="Arial"/>
                <a:sym typeface="Arial"/>
              </a:rPr>
              <a:t>Principle 2: Two scholars may use the same source differently. Therefore, a writer who is working on a specialized topic in a particular field will include documentation information that a writer who is using the source more generally will not.</a:t>
            </a:r>
            <a:endParaRPr/>
          </a:p>
          <a:p>
            <a:pPr indent="0" lvl="0" marL="0" rtl="0" algn="l">
              <a:lnSpc>
                <a:spcPct val="90000"/>
              </a:lnSpc>
              <a:spcBef>
                <a:spcPts val="0"/>
              </a:spcBef>
              <a:spcAft>
                <a:spcPts val="0"/>
              </a:spcAft>
              <a:buNone/>
            </a:pPr>
            <a:r>
              <a:t/>
            </a:r>
            <a:endParaRPr>
              <a:latin typeface="Arial"/>
              <a:ea typeface="Arial"/>
              <a:cs typeface="Arial"/>
              <a:sym typeface="Arial"/>
            </a:endParaRPr>
          </a:p>
          <a:p>
            <a:pPr indent="0" lvl="0" marL="0" rtl="0" algn="l">
              <a:lnSpc>
                <a:spcPct val="90000"/>
              </a:lnSpc>
              <a:spcBef>
                <a:spcPts val="0"/>
              </a:spcBef>
              <a:spcAft>
                <a:spcPts val="0"/>
              </a:spcAft>
              <a:buNone/>
            </a:pPr>
            <a:r>
              <a:rPr lang="en-US">
                <a:latin typeface="Arial"/>
                <a:ea typeface="Arial"/>
                <a:cs typeface="Arial"/>
                <a:sym typeface="Arial"/>
              </a:rPr>
              <a:t>Principle 3: As a writer, you document sources so that your readers may locate them and learn more about your particular argument or essay. Proper citation demonstrates your credibility by showing that you’ve thoroughly researched your topic. Your citations must be comprehensive and consistent so that readers may find the sources consulted and come to their own opinions on your topic.</a:t>
            </a:r>
            <a:endParaRPr/>
          </a:p>
        </p:txBody>
      </p:sp>
      <p:sp>
        <p:nvSpPr>
          <p:cNvPr id="145" name="Google Shape;14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This PPT will cover the 2021 updates to the 9</a:t>
            </a:r>
            <a:r>
              <a:rPr baseline="30000" lang="en-US">
                <a:latin typeface="Arial"/>
                <a:ea typeface="Arial"/>
                <a:cs typeface="Arial"/>
                <a:sym typeface="Arial"/>
              </a:rPr>
              <a:t>th</a:t>
            </a:r>
            <a:r>
              <a:rPr lang="en-US">
                <a:latin typeface="Arial"/>
                <a:ea typeface="Arial"/>
                <a:cs typeface="Arial"/>
                <a:sym typeface="Arial"/>
              </a:rPr>
              <a:t> edition of the MLA Handbook: how to format a paper, create in-text citations, and document sources.</a:t>
            </a:r>
            <a:endParaRPr/>
          </a:p>
        </p:txBody>
      </p:sp>
      <p:sp>
        <p:nvSpPr>
          <p:cNvPr id="154" name="Google Shape;15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Many instructors who require their students to use MLA formatting and citation style have small exceptions to different MLA rules. Every bit of instruction and direction given in this presentation comes with this recommendation: ALWAYS follow the specific instructions given by your instructor.</a:t>
            </a:r>
            <a:endParaRPr/>
          </a:p>
          <a:p>
            <a:pPr indent="0" lvl="0" marL="0" rtl="0" algn="l">
              <a:spcBef>
                <a:spcPts val="0"/>
              </a:spcBef>
              <a:spcAft>
                <a:spcPts val="0"/>
              </a:spcAft>
              <a:buNone/>
            </a:pPr>
            <a:r>
              <a:t/>
            </a:r>
            <a:endParaRPr/>
          </a:p>
        </p:txBody>
      </p:sp>
      <p:sp>
        <p:nvSpPr>
          <p:cNvPr id="163" name="Google Shape;16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lnSpc>
                <a:spcPct val="90000"/>
              </a:lnSpc>
              <a:spcBef>
                <a:spcPts val="0"/>
              </a:spcBef>
              <a:spcAft>
                <a:spcPts val="0"/>
              </a:spcAft>
              <a:buClr>
                <a:schemeClr val="lt1"/>
              </a:buClr>
              <a:buSzPts val="1200"/>
              <a:buFont typeface="Arial"/>
              <a:buChar char="•"/>
            </a:pPr>
            <a:r>
              <a:rPr lang="en-US">
                <a:latin typeface="Arial"/>
                <a:ea typeface="Arial"/>
                <a:cs typeface="Arial"/>
                <a:sym typeface="Arial"/>
              </a:rPr>
              <a:t>The entire document should be double-spaced, including the heading, block quotations, footnotes/endnotes, and list of works cited. There should be no extra space between paragraphs.</a:t>
            </a:r>
            <a:endParaRPr/>
          </a:p>
          <a:p>
            <a:pPr indent="-171450" lvl="0" marL="171450" rtl="0" algn="l">
              <a:lnSpc>
                <a:spcPct val="90000"/>
              </a:lnSpc>
              <a:spcBef>
                <a:spcPts val="0"/>
              </a:spcBef>
              <a:spcAft>
                <a:spcPts val="0"/>
              </a:spcAft>
              <a:buClr>
                <a:schemeClr val="lt1"/>
              </a:buClr>
              <a:buSzPts val="1200"/>
              <a:buFont typeface="Arial"/>
              <a:buChar char="•"/>
            </a:pPr>
            <a:r>
              <a:rPr lang="en-US">
                <a:latin typeface="Arial"/>
                <a:ea typeface="Arial"/>
                <a:cs typeface="Arial"/>
                <a:sym typeface="Arial"/>
              </a:rPr>
              <a:t>Leave only one space after periods or other punctuation marks (unless otherwise instructed by your instructor).</a:t>
            </a:r>
            <a:endParaRPr/>
          </a:p>
          <a:p>
            <a:pPr indent="-171450" lvl="0" marL="171450" rtl="0" algn="l">
              <a:lnSpc>
                <a:spcPct val="90000"/>
              </a:lnSpc>
              <a:spcBef>
                <a:spcPts val="0"/>
              </a:spcBef>
              <a:spcAft>
                <a:spcPts val="0"/>
              </a:spcAft>
              <a:buClr>
                <a:schemeClr val="lt1"/>
              </a:buClr>
              <a:buSzPts val="1200"/>
              <a:buFont typeface="Arial"/>
              <a:buChar char="•"/>
            </a:pPr>
            <a:r>
              <a:rPr lang="en-US">
                <a:latin typeface="Arial"/>
                <a:ea typeface="Arial"/>
                <a:cs typeface="Arial"/>
                <a:sym typeface="Arial"/>
              </a:rPr>
              <a:t>Set the margins of your document to 1 inch on all sides</a:t>
            </a:r>
            <a:endParaRPr/>
          </a:p>
          <a:p>
            <a:pPr indent="-171450" lvl="0" marL="171450" rtl="0" algn="l">
              <a:lnSpc>
                <a:spcPct val="90000"/>
              </a:lnSpc>
              <a:spcBef>
                <a:spcPts val="0"/>
              </a:spcBef>
              <a:spcAft>
                <a:spcPts val="0"/>
              </a:spcAft>
              <a:buClr>
                <a:schemeClr val="lt1"/>
              </a:buClr>
              <a:buSzPts val="1200"/>
              <a:buFont typeface="Arial"/>
              <a:buChar char="•"/>
            </a:pPr>
            <a:r>
              <a:rPr lang="en-US">
                <a:latin typeface="Arial"/>
                <a:ea typeface="Arial"/>
                <a:cs typeface="Arial"/>
                <a:sym typeface="Arial"/>
              </a:rPr>
              <a:t>Indent the first line of paragraphs one half-inch from the left margin. MLA recommends that you use the Tab key as opposed to pushing the Space Bar five times.</a:t>
            </a:r>
            <a:endParaRPr/>
          </a:p>
        </p:txBody>
      </p:sp>
      <p:sp>
        <p:nvSpPr>
          <p:cNvPr id="173" name="Google Shape;17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None/>
            </a:pPr>
            <a:r>
              <a:rPr lang="en-US">
                <a:latin typeface="Arial"/>
                <a:ea typeface="Arial"/>
                <a:cs typeface="Arial"/>
                <a:sym typeface="Arial"/>
              </a:rPr>
              <a:t>Create a header that numbers all pages consecutively in the upper right-hand corner, one-half inch from the top and flush with the right margin. (Note: Your instructor may ask that you omit the number on your first page. Always follow your instructor's guidelines.) If the project has several authors and they do not all fit in the header, only use the page number. </a:t>
            </a:r>
            <a:endParaRPr/>
          </a:p>
          <a:p>
            <a:pPr indent="0" lvl="0" marL="0" rtl="0" algn="l">
              <a:lnSpc>
                <a:spcPct val="90000"/>
              </a:lnSpc>
              <a:spcBef>
                <a:spcPts val="0"/>
              </a:spcBef>
              <a:spcAft>
                <a:spcPts val="0"/>
              </a:spcAft>
              <a:buNone/>
            </a:pPr>
            <a:r>
              <a:rPr lang="en-US">
                <a:latin typeface="Arial"/>
                <a:ea typeface="Arial"/>
                <a:cs typeface="Arial"/>
                <a:sym typeface="Arial"/>
              </a:rPr>
              <a:t>･Use italics throughout your essay for the titles of longer works</a:t>
            </a:r>
            <a:endParaRPr/>
          </a:p>
          <a:p>
            <a:pPr indent="0" lvl="0" marL="0" rtl="0" algn="l">
              <a:lnSpc>
                <a:spcPct val="90000"/>
              </a:lnSpc>
              <a:spcBef>
                <a:spcPts val="0"/>
              </a:spcBef>
              <a:spcAft>
                <a:spcPts val="0"/>
              </a:spcAft>
              <a:buNone/>
            </a:pPr>
            <a:r>
              <a:rPr lang="en-US">
                <a:latin typeface="Arial"/>
                <a:ea typeface="Arial"/>
                <a:cs typeface="Arial"/>
                <a:sym typeface="Arial"/>
              </a:rPr>
              <a:t>･If you have any endnotes, include them on a separate page before your works-cited list. Title the section Notes (centered, unformatted).</a:t>
            </a:r>
            <a:endParaRPr/>
          </a:p>
          <a:p>
            <a:pPr indent="0" lvl="0" marL="0" rtl="0" algn="l">
              <a:spcBef>
                <a:spcPts val="0"/>
              </a:spcBef>
              <a:spcAft>
                <a:spcPts val="0"/>
              </a:spcAft>
              <a:buNone/>
            </a:pPr>
            <a:r>
              <a:t/>
            </a:r>
            <a:endParaRPr/>
          </a:p>
        </p:txBody>
      </p:sp>
      <p:sp>
        <p:nvSpPr>
          <p:cNvPr id="183" name="Google Shape;18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85750" lvl="2" marL="1200150" marR="0" rtl="0" algn="l">
              <a:spcBef>
                <a:spcPts val="0"/>
              </a:spcBef>
              <a:spcAft>
                <a:spcPts val="0"/>
              </a:spcAft>
              <a:buClr>
                <a:srgbClr val="333333"/>
              </a:buClr>
              <a:buSzPts val="1000"/>
              <a:buFont typeface="Arial"/>
              <a:buChar char="•"/>
            </a:pPr>
            <a:r>
              <a:rPr lang="en-US" sz="1800">
                <a:solidFill>
                  <a:srgbClr val="333333"/>
                </a:solidFill>
                <a:latin typeface="Arial"/>
                <a:ea typeface="Arial"/>
                <a:cs typeface="Arial"/>
                <a:sym typeface="Arial"/>
              </a:rPr>
              <a:t>Do not make a title page for your paper unless specifically requested </a:t>
            </a:r>
            <a:r>
              <a:rPr lang="en-US" sz="1800">
                <a:solidFill>
                  <a:srgbClr val="C00000"/>
                </a:solidFill>
                <a:latin typeface="Arial"/>
                <a:ea typeface="Arial"/>
                <a:cs typeface="Arial"/>
                <a:sym typeface="Arial"/>
              </a:rPr>
              <a:t>or the paper is assigned as</a:t>
            </a:r>
            <a:r>
              <a:rPr lang="en-US" sz="1800">
                <a:solidFill>
                  <a:srgbClr val="333333"/>
                </a:solidFill>
                <a:latin typeface="Arial"/>
                <a:ea typeface="Arial"/>
                <a:cs typeface="Arial"/>
                <a:sym typeface="Arial"/>
              </a:rPr>
              <a:t> </a:t>
            </a:r>
            <a:r>
              <a:rPr lang="en-US" sz="1800">
                <a:solidFill>
                  <a:srgbClr val="C00000"/>
                </a:solidFill>
                <a:latin typeface="Arial"/>
                <a:ea typeface="Arial"/>
                <a:cs typeface="Arial"/>
                <a:sym typeface="Arial"/>
              </a:rPr>
              <a:t>group project</a:t>
            </a:r>
            <a:r>
              <a:rPr lang="en-US" sz="1800">
                <a:solidFill>
                  <a:srgbClr val="333333"/>
                </a:solidFill>
                <a:latin typeface="Arial"/>
                <a:ea typeface="Arial"/>
                <a:cs typeface="Arial"/>
                <a:sym typeface="Arial"/>
              </a:rPr>
              <a:t>.</a:t>
            </a:r>
            <a:r>
              <a:rPr lang="en-US" sz="1800">
                <a:solidFill>
                  <a:srgbClr val="C00000"/>
                </a:solidFill>
                <a:latin typeface="Arial"/>
                <a:ea typeface="Arial"/>
                <a:cs typeface="Arial"/>
                <a:sym typeface="Arial"/>
              </a:rPr>
              <a:t> In the case of a group project, list all names of the contributors, giving each name its own line in the header, followed by the remainder of the standard MLA 9 header as described below. Format the remainder of the page as requested by the instructor.</a:t>
            </a:r>
            <a:endParaRPr sz="1800">
              <a:solidFill>
                <a:srgbClr val="333333"/>
              </a:solidFill>
              <a:latin typeface="Calibri"/>
              <a:ea typeface="Calibri"/>
              <a:cs typeface="Calibri"/>
              <a:sym typeface="Calibri"/>
            </a:endParaRPr>
          </a:p>
          <a:p>
            <a:pPr indent="-171450" lvl="2" marL="1085850" rtl="0" algn="l">
              <a:spcBef>
                <a:spcPts val="0"/>
              </a:spcBef>
              <a:spcAft>
                <a:spcPts val="0"/>
              </a:spcAft>
              <a:buClr>
                <a:schemeClr val="lt1"/>
              </a:buClr>
              <a:buSzPts val="1200"/>
              <a:buFont typeface="Arial"/>
              <a:buChar char="•"/>
            </a:pPr>
            <a:r>
              <a:rPr lang="en-US">
                <a:latin typeface="Arial"/>
                <a:ea typeface="Arial"/>
                <a:cs typeface="Arial"/>
                <a:sym typeface="Arial"/>
              </a:rPr>
              <a:t>In the upper left-hand corner of the first page, list your name, your instructor's name, the course, and the date. Again, be sure to use double-spaced text.</a:t>
            </a:r>
            <a:endParaRPr/>
          </a:p>
          <a:p>
            <a:pPr indent="-171450" lvl="2" marL="1085850" rtl="0" algn="l">
              <a:spcBef>
                <a:spcPts val="0"/>
              </a:spcBef>
              <a:spcAft>
                <a:spcPts val="0"/>
              </a:spcAft>
              <a:buClr>
                <a:schemeClr val="lt1"/>
              </a:buClr>
              <a:buSzPts val="1200"/>
              <a:buFont typeface="Arial"/>
              <a:buChar char="•"/>
            </a:pPr>
            <a:r>
              <a:rPr lang="en-US">
                <a:latin typeface="Arial"/>
                <a:ea typeface="Arial"/>
                <a:cs typeface="Arial"/>
                <a:sym typeface="Arial"/>
              </a:rPr>
              <a:t>Double space again and center the title.</a:t>
            </a:r>
            <a:endParaRPr/>
          </a:p>
          <a:p>
            <a:pPr indent="-171450" lvl="2" marL="1085850" rtl="0" algn="l">
              <a:spcBef>
                <a:spcPts val="0"/>
              </a:spcBef>
              <a:spcAft>
                <a:spcPts val="0"/>
              </a:spcAft>
              <a:buClr>
                <a:schemeClr val="lt1"/>
              </a:buClr>
              <a:buSzPts val="1200"/>
              <a:buFont typeface="Arial"/>
              <a:buChar char="•"/>
            </a:pPr>
            <a:r>
              <a:rPr lang="en-US">
                <a:latin typeface="Arial"/>
                <a:ea typeface="Arial"/>
                <a:cs typeface="Arial"/>
                <a:sym typeface="Arial"/>
              </a:rPr>
              <a:t>Do not underline, italicize, or place your title in quotation marks; write the title in Title Case (standard capitalization), not in all capital letters.</a:t>
            </a:r>
            <a:endParaRPr/>
          </a:p>
          <a:p>
            <a:pPr indent="-171450" lvl="2" marL="1085850" rtl="0" algn="l">
              <a:spcBef>
                <a:spcPts val="0"/>
              </a:spcBef>
              <a:spcAft>
                <a:spcPts val="0"/>
              </a:spcAft>
              <a:buClr>
                <a:schemeClr val="lt1"/>
              </a:buClr>
              <a:buSzPts val="1200"/>
              <a:buFont typeface="Arial"/>
              <a:buChar char="•"/>
            </a:pPr>
            <a:r>
              <a:rPr lang="en-US">
                <a:latin typeface="Arial"/>
                <a:ea typeface="Arial"/>
                <a:cs typeface="Arial"/>
                <a:sym typeface="Arial"/>
              </a:rPr>
              <a:t>Use quotation marks and/or italics when referring to other works in your title, just as you would in your text: Fear and Loathing in Las Vegas as Morality Play; Human Weariness in “After Apple Picking“</a:t>
            </a:r>
            <a:endParaRPr/>
          </a:p>
          <a:p>
            <a:pPr indent="-171450" lvl="2" marL="1085850" rtl="0" algn="l">
              <a:spcBef>
                <a:spcPts val="0"/>
              </a:spcBef>
              <a:spcAft>
                <a:spcPts val="0"/>
              </a:spcAft>
              <a:buClr>
                <a:schemeClr val="lt1"/>
              </a:buClr>
              <a:buSzPts val="1200"/>
              <a:buFont typeface="Arial"/>
              <a:buChar char="•"/>
            </a:pPr>
            <a:r>
              <a:rPr lang="en-US">
                <a:latin typeface="Arial"/>
                <a:ea typeface="Arial"/>
                <a:cs typeface="Arial"/>
                <a:sym typeface="Arial"/>
              </a:rPr>
              <a:t>Double space between the title and the first line of the text.</a:t>
            </a:r>
            <a:endParaRPr/>
          </a:p>
          <a:p>
            <a:pPr indent="-171450" lvl="2" marL="1085850" rtl="0" algn="l">
              <a:spcBef>
                <a:spcPts val="0"/>
              </a:spcBef>
              <a:spcAft>
                <a:spcPts val="0"/>
              </a:spcAft>
              <a:buClr>
                <a:schemeClr val="lt1"/>
              </a:buClr>
              <a:buSzPts val="1200"/>
              <a:buFont typeface="Arial"/>
              <a:buChar char="•"/>
            </a:pPr>
            <a:r>
              <a:rPr lang="en-US">
                <a:latin typeface="Arial"/>
                <a:ea typeface="Arial"/>
                <a:cs typeface="Arial"/>
                <a:sym typeface="Arial"/>
              </a:rPr>
              <a:t>Create a header in the upper right-hand corner that includes your last name, followed by a space with a page number; number all pages consecutively with Arabic numerals (1, 2, 3, 4, etc.), one-half inch from the top and flush with the right margin. (Note: Your instructor or other readers may ask that you omit last name/page number header on your first page. Always follow instructor guidelines.)</a:t>
            </a:r>
            <a:endParaRPr/>
          </a:p>
          <a:p>
            <a:pPr indent="0" lvl="0" marL="0" rtl="0" algn="l">
              <a:spcBef>
                <a:spcPts val="0"/>
              </a:spcBef>
              <a:spcAft>
                <a:spcPts val="0"/>
              </a:spcAft>
              <a:buNone/>
            </a:pPr>
            <a:r>
              <a:t/>
            </a:r>
            <a:endParaRPr/>
          </a:p>
        </p:txBody>
      </p:sp>
      <p:sp>
        <p:nvSpPr>
          <p:cNvPr id="192" name="Google Shape;19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2" marL="914400" rtl="0" algn="l">
              <a:spcBef>
                <a:spcPts val="0"/>
              </a:spcBef>
              <a:spcAft>
                <a:spcPts val="0"/>
              </a:spcAft>
              <a:buNone/>
            </a:pPr>
            <a:r>
              <a:rPr lang="en-US">
                <a:latin typeface="Arial"/>
                <a:ea typeface="Arial"/>
                <a:cs typeface="Arial"/>
                <a:sym typeface="Arial"/>
              </a:rPr>
              <a:t>･Do not make a title page for your paper unless specifically requested</a:t>
            </a:r>
            <a:endParaRPr/>
          </a:p>
          <a:p>
            <a:pPr indent="0" lvl="2" marL="914400" rtl="0" algn="l">
              <a:spcBef>
                <a:spcPts val="0"/>
              </a:spcBef>
              <a:spcAft>
                <a:spcPts val="0"/>
              </a:spcAft>
              <a:buNone/>
            </a:pPr>
            <a:r>
              <a:rPr lang="en-US">
                <a:latin typeface="Arial"/>
                <a:ea typeface="Arial"/>
                <a:cs typeface="Arial"/>
                <a:sym typeface="Arial"/>
              </a:rPr>
              <a:t>･In the upper left-hand corner of the first page, list your name, your instructor's name, the course, and the date. Again, be sure to use double-spaced text.</a:t>
            </a:r>
            <a:endParaRPr/>
          </a:p>
          <a:p>
            <a:pPr indent="0" lvl="2" marL="914400" rtl="0" algn="l">
              <a:spcBef>
                <a:spcPts val="0"/>
              </a:spcBef>
              <a:spcAft>
                <a:spcPts val="0"/>
              </a:spcAft>
              <a:buNone/>
            </a:pPr>
            <a:r>
              <a:rPr lang="en-US">
                <a:latin typeface="Arial"/>
                <a:ea typeface="Arial"/>
                <a:cs typeface="Arial"/>
                <a:sym typeface="Arial"/>
              </a:rPr>
              <a:t>･Double space again and center the title.</a:t>
            </a:r>
            <a:endParaRPr/>
          </a:p>
          <a:p>
            <a:pPr indent="0" lvl="2" marL="914400" rtl="0" algn="l">
              <a:spcBef>
                <a:spcPts val="0"/>
              </a:spcBef>
              <a:spcAft>
                <a:spcPts val="0"/>
              </a:spcAft>
              <a:buNone/>
            </a:pPr>
            <a:r>
              <a:rPr lang="en-US">
                <a:latin typeface="Arial"/>
                <a:ea typeface="Arial"/>
                <a:cs typeface="Arial"/>
                <a:sym typeface="Arial"/>
              </a:rPr>
              <a:t>Do not underline, italicize, or place your title in quotation marks; write the title in Title Case (standard capitalization), not in all capital letters.</a:t>
            </a:r>
            <a:endParaRPr/>
          </a:p>
          <a:p>
            <a:pPr indent="0" lvl="2" marL="914400" rtl="0" algn="l">
              <a:spcBef>
                <a:spcPts val="0"/>
              </a:spcBef>
              <a:spcAft>
                <a:spcPts val="0"/>
              </a:spcAft>
              <a:buNone/>
            </a:pPr>
            <a:r>
              <a:rPr lang="en-US">
                <a:latin typeface="Arial"/>
                <a:ea typeface="Arial"/>
                <a:cs typeface="Arial"/>
                <a:sym typeface="Arial"/>
              </a:rPr>
              <a:t>･Use quotation marks and/or italics when referring to other works in your title, just as you would in your text: Fear and Loathing in Las Vegas as Morality Play; Human Weariness in “After Apple Picking“</a:t>
            </a:r>
            <a:endParaRPr/>
          </a:p>
          <a:p>
            <a:pPr indent="0" lvl="2" marL="914400" rtl="0" algn="l">
              <a:spcBef>
                <a:spcPts val="0"/>
              </a:spcBef>
              <a:spcAft>
                <a:spcPts val="0"/>
              </a:spcAft>
              <a:buNone/>
            </a:pPr>
            <a:r>
              <a:rPr lang="en-US">
                <a:latin typeface="Arial"/>
                <a:ea typeface="Arial"/>
                <a:cs typeface="Arial"/>
                <a:sym typeface="Arial"/>
              </a:rPr>
              <a:t>･Double space between the title and the first line of the text.</a:t>
            </a:r>
            <a:endParaRPr/>
          </a:p>
          <a:p>
            <a:pPr indent="0" lvl="2" marL="914400" rtl="0" algn="l">
              <a:spcBef>
                <a:spcPts val="0"/>
              </a:spcBef>
              <a:spcAft>
                <a:spcPts val="0"/>
              </a:spcAft>
              <a:buNone/>
            </a:pPr>
            <a:r>
              <a:rPr lang="en-US">
                <a:latin typeface="Arial"/>
                <a:ea typeface="Arial"/>
                <a:cs typeface="Arial"/>
                <a:sym typeface="Arial"/>
              </a:rPr>
              <a:t>･Create a header in the upper right-hand corner that includes your last name, followed by a space with a page number; number all pages consecutively with Arabic numerals (1, 2, 3, 4, etc.), one-half inch from the top and flush with the right margin. (Note: Your instructor or other readers may ask that you omit last name/page number header on your first page. Always follow instructor guidelines.)</a:t>
            </a:r>
            <a:endParaRPr/>
          </a:p>
          <a:p>
            <a:pPr indent="0" lvl="0" marL="0" rtl="0" algn="l">
              <a:spcBef>
                <a:spcPts val="0"/>
              </a:spcBef>
              <a:spcAft>
                <a:spcPts val="0"/>
              </a:spcAft>
              <a:buNone/>
            </a:pPr>
            <a:r>
              <a:t/>
            </a:r>
            <a:endParaRPr/>
          </a:p>
        </p:txBody>
      </p:sp>
      <p:sp>
        <p:nvSpPr>
          <p:cNvPr id="201" name="Google Shape;20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2" marL="914400" rtl="0" algn="l">
              <a:spcBef>
                <a:spcPts val="0"/>
              </a:spcBef>
              <a:spcAft>
                <a:spcPts val="0"/>
              </a:spcAft>
              <a:buNone/>
            </a:pPr>
            <a:r>
              <a:rPr lang="en-US">
                <a:latin typeface="Arial"/>
                <a:ea typeface="Arial"/>
                <a:cs typeface="Arial"/>
                <a:sym typeface="Arial"/>
              </a:rPr>
              <a:t>Section Headings</a:t>
            </a:r>
            <a:endParaRPr/>
          </a:p>
          <a:p>
            <a:pPr indent="0" lvl="2" marL="914400" rtl="0" algn="l">
              <a:spcBef>
                <a:spcPts val="0"/>
              </a:spcBef>
              <a:spcAft>
                <a:spcPts val="0"/>
              </a:spcAft>
              <a:buNone/>
            </a:pPr>
            <a:r>
              <a:rPr lang="en-US">
                <a:latin typeface="Arial"/>
                <a:ea typeface="Arial"/>
                <a:cs typeface="Arial"/>
                <a:sym typeface="Arial"/>
              </a:rPr>
              <a:t>Writers sometimes use Section Headings to improve a document’s readability. These sections may include individual chapters or other named parts of a book or essay.</a:t>
            </a:r>
            <a:endParaRPr/>
          </a:p>
          <a:p>
            <a:pPr indent="0" lvl="2" marL="914400" rtl="0" algn="l">
              <a:spcBef>
                <a:spcPts val="0"/>
              </a:spcBef>
              <a:spcAft>
                <a:spcPts val="0"/>
              </a:spcAft>
              <a:buNone/>
            </a:pPr>
            <a:r>
              <a:rPr lang="en-US">
                <a:latin typeface="Arial"/>
                <a:ea typeface="Arial"/>
                <a:cs typeface="Arial"/>
                <a:sym typeface="Arial"/>
              </a:rPr>
              <a:t>Essays</a:t>
            </a:r>
            <a:endParaRPr/>
          </a:p>
          <a:p>
            <a:pPr indent="0" lvl="2" marL="914400" rtl="0" algn="l">
              <a:spcBef>
                <a:spcPts val="0"/>
              </a:spcBef>
              <a:spcAft>
                <a:spcPts val="0"/>
              </a:spcAft>
              <a:buNone/>
            </a:pPr>
            <a:r>
              <a:rPr lang="en-US">
                <a:latin typeface="Arial"/>
                <a:ea typeface="Arial"/>
                <a:cs typeface="Arial"/>
                <a:sym typeface="Arial"/>
              </a:rPr>
              <a:t>MLA recommends that when you divide an essay into sections that you number those sections with an Arabic number and a period followed by a space and the section name.</a:t>
            </a:r>
            <a:endParaRPr/>
          </a:p>
          <a:p>
            <a:pPr indent="0" lvl="2" marL="914400" rtl="0" algn="l">
              <a:spcBef>
                <a:spcPts val="0"/>
              </a:spcBef>
              <a:spcAft>
                <a:spcPts val="0"/>
              </a:spcAft>
              <a:buNone/>
            </a:pPr>
            <a:r>
              <a:rPr lang="en-US">
                <a:latin typeface="Arial"/>
                <a:ea typeface="Arial"/>
                <a:cs typeface="Arial"/>
                <a:sym typeface="Arial"/>
              </a:rPr>
              <a:t>Books</a:t>
            </a:r>
            <a:endParaRPr/>
          </a:p>
          <a:p>
            <a:pPr indent="0" lvl="2" marL="914400" rtl="0" algn="l">
              <a:spcBef>
                <a:spcPts val="0"/>
              </a:spcBef>
              <a:spcAft>
                <a:spcPts val="0"/>
              </a:spcAft>
              <a:buNone/>
            </a:pPr>
            <a:r>
              <a:rPr lang="en-US">
                <a:latin typeface="Arial"/>
                <a:ea typeface="Arial"/>
                <a:cs typeface="Arial"/>
                <a:sym typeface="Arial"/>
              </a:rPr>
              <a:t>MLA does not have a prescribed system of headings for books. If you are only using one level of headings, meaning that all of the sections are distinct and parallel and have no additional sections that fit within them, MLA recommends that these sections resemble one another grammatically. For instance, if your headings are typically short phrases, make all of the headings short phrases (and not, for example, full sentences). Otherwise, the formatting is up to you. It should, however, be consistent throughout the document.</a:t>
            </a:r>
            <a:endParaRPr/>
          </a:p>
          <a:p>
            <a:pPr indent="0" lvl="2" marL="914400" rtl="0" algn="l">
              <a:spcBef>
                <a:spcPts val="0"/>
              </a:spcBef>
              <a:spcAft>
                <a:spcPts val="0"/>
              </a:spcAft>
              <a:buNone/>
            </a:pPr>
            <a:r>
              <a:rPr lang="en-US">
                <a:latin typeface="Arial"/>
                <a:ea typeface="Arial"/>
                <a:cs typeface="Arial"/>
                <a:sym typeface="Arial"/>
              </a:rPr>
              <a:t>If you employ multiple levels of headings (some of your sections have sections within sections), you may want to provide a key of your chosen level headings and their formatting to your instructor or editor. </a:t>
            </a:r>
            <a:endParaRPr/>
          </a:p>
          <a:p>
            <a:pPr indent="0" lvl="0" marL="0" rtl="0" algn="l">
              <a:spcBef>
                <a:spcPts val="0"/>
              </a:spcBef>
              <a:spcAft>
                <a:spcPts val="0"/>
              </a:spcAft>
              <a:buNone/>
            </a:pPr>
            <a:r>
              <a:t/>
            </a:r>
            <a:endParaRPr/>
          </a:p>
        </p:txBody>
      </p:sp>
      <p:sp>
        <p:nvSpPr>
          <p:cNvPr id="210" name="Google Shape;21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2" marL="914400" rtl="0" algn="l">
              <a:spcBef>
                <a:spcPts val="0"/>
              </a:spcBef>
              <a:spcAft>
                <a:spcPts val="0"/>
              </a:spcAft>
              <a:buNone/>
            </a:pPr>
            <a:r>
              <a:rPr b="1" lang="en-US">
                <a:latin typeface="Arial"/>
                <a:ea typeface="Arial"/>
                <a:cs typeface="Arial"/>
                <a:sym typeface="Arial"/>
              </a:rPr>
              <a:t>Sample Section Headings</a:t>
            </a:r>
            <a:endParaRPr/>
          </a:p>
          <a:p>
            <a:pPr indent="0" lvl="2" marL="914400" rtl="0" algn="l">
              <a:spcBef>
                <a:spcPts val="0"/>
              </a:spcBef>
              <a:spcAft>
                <a:spcPts val="0"/>
              </a:spcAft>
              <a:buNone/>
            </a:pPr>
            <a:r>
              <a:rPr lang="en-US">
                <a:latin typeface="Arial"/>
                <a:ea typeface="Arial"/>
                <a:cs typeface="Arial"/>
                <a:sym typeface="Arial"/>
              </a:rPr>
              <a:t>The sample headings on this slide are meant to be used only as a reference. You may employ whatever system of formatting that works best for you as long as it remains consistent throughout the document.</a:t>
            </a:r>
            <a:endParaRPr/>
          </a:p>
          <a:p>
            <a:pPr indent="0" lvl="0" marL="0" rtl="0" algn="l">
              <a:spcBef>
                <a:spcPts val="0"/>
              </a:spcBef>
              <a:spcAft>
                <a:spcPts val="0"/>
              </a:spcAft>
              <a:buNone/>
            </a:pPr>
            <a:r>
              <a:t/>
            </a:r>
            <a:endParaRPr/>
          </a:p>
        </p:txBody>
      </p:sp>
      <p:sp>
        <p:nvSpPr>
          <p:cNvPr id="225" name="Google Shape;22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2" marL="914400" rtl="0" algn="l">
              <a:spcBef>
                <a:spcPts val="0"/>
              </a:spcBef>
              <a:spcAft>
                <a:spcPts val="0"/>
              </a:spcAft>
              <a:buNone/>
            </a:pPr>
            <a:r>
              <a:rPr lang="en-US">
                <a:latin typeface="Arial"/>
                <a:ea typeface="Arial"/>
                <a:cs typeface="Arial"/>
                <a:sym typeface="Arial"/>
              </a:rPr>
              <a:t>Basic In-Text Citation Rules</a:t>
            </a:r>
            <a:endParaRPr/>
          </a:p>
          <a:p>
            <a:pPr indent="0" lvl="2" marL="914400" rtl="0" algn="l">
              <a:spcBef>
                <a:spcPts val="0"/>
              </a:spcBef>
              <a:spcAft>
                <a:spcPts val="0"/>
              </a:spcAft>
              <a:buNone/>
            </a:pPr>
            <a:r>
              <a:t/>
            </a:r>
            <a:endParaRPr>
              <a:latin typeface="Arial"/>
              <a:ea typeface="Arial"/>
              <a:cs typeface="Arial"/>
              <a:sym typeface="Arial"/>
            </a:endParaRPr>
          </a:p>
          <a:p>
            <a:pPr indent="-76200" lvl="2" marL="914400" rtl="0" algn="l">
              <a:spcBef>
                <a:spcPts val="0"/>
              </a:spcBef>
              <a:spcAft>
                <a:spcPts val="0"/>
              </a:spcAft>
              <a:buClr>
                <a:schemeClr val="lt1"/>
              </a:buClr>
              <a:buSzPts val="1200"/>
              <a:buFont typeface="Arial"/>
              <a:buChar char="•"/>
            </a:pPr>
            <a:r>
              <a:rPr lang="en-US">
                <a:latin typeface="Arial"/>
                <a:ea typeface="Arial"/>
                <a:cs typeface="Arial"/>
                <a:sym typeface="Arial"/>
              </a:rPr>
              <a:t>The source information in a parenthetical citation should direct readers to the source’s entry in the works-cited list.</a:t>
            </a:r>
            <a:endParaRPr/>
          </a:p>
          <a:p>
            <a:pPr indent="0" lvl="2" marL="914400" rtl="0" algn="l">
              <a:spcBef>
                <a:spcPts val="0"/>
              </a:spcBef>
              <a:spcAft>
                <a:spcPts val="0"/>
              </a:spcAft>
              <a:buNone/>
            </a:pPr>
            <a:r>
              <a:t/>
            </a:r>
            <a:endParaRPr>
              <a:latin typeface="Arial"/>
              <a:ea typeface="Arial"/>
              <a:cs typeface="Arial"/>
              <a:sym typeface="Arial"/>
            </a:endParaRPr>
          </a:p>
          <a:p>
            <a:pPr indent="-76200" lvl="2" marL="914400" rtl="0" algn="l">
              <a:spcBef>
                <a:spcPts val="0"/>
              </a:spcBef>
              <a:spcAft>
                <a:spcPts val="0"/>
              </a:spcAft>
              <a:buClr>
                <a:schemeClr val="lt1"/>
              </a:buClr>
              <a:buSzPts val="1200"/>
              <a:buFont typeface="Arial"/>
              <a:buChar char="•"/>
            </a:pPr>
            <a:r>
              <a:rPr lang="en-US">
                <a:latin typeface="Arial"/>
                <a:ea typeface="Arial"/>
                <a:cs typeface="Arial"/>
                <a:sym typeface="Arial"/>
              </a:rPr>
              <a:t>The in-text citation should be placed, if possible, where there is a natural pause in your text. If the citation refers to a direct quotation, it should be placed directly following the closing quotation mark.</a:t>
            </a:r>
            <a:endParaRPr/>
          </a:p>
          <a:p>
            <a:pPr indent="0" lvl="2" marL="914400" rtl="0" algn="l">
              <a:spcBef>
                <a:spcPts val="0"/>
              </a:spcBef>
              <a:spcAft>
                <a:spcPts val="0"/>
              </a:spcAft>
              <a:buNone/>
            </a:pPr>
            <a:r>
              <a:t/>
            </a:r>
            <a:endParaRPr>
              <a:latin typeface="Arial"/>
              <a:ea typeface="Arial"/>
              <a:cs typeface="Arial"/>
              <a:sym typeface="Arial"/>
            </a:endParaRPr>
          </a:p>
          <a:p>
            <a:pPr indent="-76200" lvl="2" marL="914400" rtl="0" algn="l">
              <a:spcBef>
                <a:spcPts val="0"/>
              </a:spcBef>
              <a:spcAft>
                <a:spcPts val="0"/>
              </a:spcAft>
              <a:buClr>
                <a:schemeClr val="lt1"/>
              </a:buClr>
              <a:buSzPts val="1200"/>
              <a:buFont typeface="Arial"/>
              <a:buChar char="•"/>
            </a:pPr>
            <a:r>
              <a:rPr lang="en-US">
                <a:latin typeface="Arial"/>
                <a:ea typeface="Arial"/>
                <a:cs typeface="Arial"/>
                <a:sym typeface="Arial"/>
              </a:rPr>
              <a:t>Any source information that you provide in-text must correspond to the source information on the works-cited page. More specifically, whatever signal word or phrase you provide to your readers in the text, must be the first thing that appears on the left-hand margin of the corresponding entry in the works-cited list (so the author’s last name or the title, usually, with no punctuation in between) </a:t>
            </a:r>
            <a:endParaRPr/>
          </a:p>
          <a:p>
            <a:pPr indent="0" lvl="0" marL="0" rtl="0" algn="l">
              <a:spcBef>
                <a:spcPts val="0"/>
              </a:spcBef>
              <a:spcAft>
                <a:spcPts val="0"/>
              </a:spcAft>
              <a:buNone/>
            </a:pPr>
            <a:r>
              <a:t/>
            </a:r>
            <a:endParaRPr/>
          </a:p>
        </p:txBody>
      </p:sp>
      <p:sp>
        <p:nvSpPr>
          <p:cNvPr id="236" name="Google Shape;236;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2" marL="914400" rtl="0" algn="l">
              <a:spcBef>
                <a:spcPts val="0"/>
              </a:spcBef>
              <a:spcAft>
                <a:spcPts val="0"/>
              </a:spcAft>
              <a:buNone/>
            </a:pPr>
            <a:r>
              <a:rPr lang="en-US">
                <a:latin typeface="Arial"/>
                <a:ea typeface="Arial"/>
                <a:cs typeface="Arial"/>
                <a:sym typeface="Arial"/>
              </a:rPr>
              <a:t>In-Text Citations: Author-Page Style</a:t>
            </a:r>
            <a:endParaRPr/>
          </a:p>
          <a:p>
            <a:pPr indent="0" lvl="2" marL="914400" rtl="0" algn="l">
              <a:spcBef>
                <a:spcPts val="0"/>
              </a:spcBef>
              <a:spcAft>
                <a:spcPts val="0"/>
              </a:spcAft>
              <a:buNone/>
            </a:pPr>
            <a:r>
              <a:t/>
            </a:r>
            <a:endParaRPr>
              <a:latin typeface="Arial"/>
              <a:ea typeface="Arial"/>
              <a:cs typeface="Arial"/>
              <a:sym typeface="Arial"/>
            </a:endParaRPr>
          </a:p>
          <a:p>
            <a:pPr indent="0" lvl="2" marL="914400" rtl="0" algn="l">
              <a:spcBef>
                <a:spcPts val="0"/>
              </a:spcBef>
              <a:spcAft>
                <a:spcPts val="0"/>
              </a:spcAft>
              <a:buNone/>
            </a:pPr>
            <a:r>
              <a:rPr lang="en-US">
                <a:latin typeface="Arial"/>
                <a:ea typeface="Arial"/>
                <a:cs typeface="Arial"/>
                <a:sym typeface="Arial"/>
              </a:rPr>
              <a:t>MLA format follows the author-page method of in-text citation. This means that the author's last name and the page number(s) from which the quotation or paraphrase is taken must appear in the text, and a complete reference should appear in your works-cited page. The author's name may appear either in the sentence itself or in parentheses following the quotation or paraphrase, but the page number(s) should always appear in the parentheses, not in the text of your sentence.</a:t>
            </a:r>
            <a:endParaRPr/>
          </a:p>
          <a:p>
            <a:pPr indent="0" lvl="2" marL="914400" rtl="0" algn="l">
              <a:spcBef>
                <a:spcPts val="0"/>
              </a:spcBef>
              <a:spcAft>
                <a:spcPts val="0"/>
              </a:spcAft>
              <a:buNone/>
            </a:pPr>
            <a:r>
              <a:t/>
            </a:r>
            <a:endParaRPr>
              <a:latin typeface="Arial"/>
              <a:ea typeface="Arial"/>
              <a:cs typeface="Arial"/>
              <a:sym typeface="Arial"/>
            </a:endParaRPr>
          </a:p>
          <a:p>
            <a:pPr indent="0" lvl="2" marL="914400" rtl="0" algn="l">
              <a:spcBef>
                <a:spcPts val="0"/>
              </a:spcBef>
              <a:spcAft>
                <a:spcPts val="0"/>
              </a:spcAft>
              <a:buNone/>
            </a:pPr>
            <a:r>
              <a:rPr lang="en-US">
                <a:latin typeface="Arial"/>
                <a:ea typeface="Arial"/>
                <a:cs typeface="Arial"/>
                <a:sym typeface="Arial"/>
              </a:rPr>
              <a:t>The both citations in the in-text examples on this slide, (263) and (Wordsworth 263), tell readers that the information in the sentence can be located on page 263 of a work by the author, William Wordsworth. If readers want more information about this source, they can turn to the works-cited list, where, under Wordsworth, they would find the information in the corresponding entry also shown on this slide. </a:t>
            </a:r>
            <a:endParaRPr/>
          </a:p>
          <a:p>
            <a:pPr indent="0" lvl="0" marL="0" rtl="0" algn="l">
              <a:spcBef>
                <a:spcPts val="0"/>
              </a:spcBef>
              <a:spcAft>
                <a:spcPts val="0"/>
              </a:spcAft>
              <a:buNone/>
            </a:pPr>
            <a:r>
              <a:t/>
            </a:r>
            <a:endParaRPr/>
          </a:p>
        </p:txBody>
      </p:sp>
      <p:sp>
        <p:nvSpPr>
          <p:cNvPr id="245" name="Google Shape;24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latin typeface="Arial"/>
                <a:ea typeface="Arial"/>
                <a:cs typeface="Arial"/>
                <a:sym typeface="Arial"/>
              </a:rPr>
              <a:t>In-text Citations for Print Sources with Known Author</a:t>
            </a:r>
            <a:endParaRPr/>
          </a:p>
          <a:p>
            <a:pPr indent="0" lvl="0" marL="0" rtl="0" algn="l">
              <a:spcBef>
                <a:spcPts val="1200"/>
              </a:spcBef>
              <a:spcAft>
                <a:spcPts val="0"/>
              </a:spcAft>
              <a:buNone/>
            </a:pPr>
            <a:r>
              <a:t/>
            </a:r>
            <a:endParaRPr b="1">
              <a:latin typeface="Arial"/>
              <a:ea typeface="Arial"/>
              <a:cs typeface="Arial"/>
              <a:sym typeface="Arial"/>
            </a:endParaRPr>
          </a:p>
          <a:p>
            <a:pPr indent="0" lvl="0" marL="0" rtl="0" algn="l">
              <a:spcBef>
                <a:spcPts val="1200"/>
              </a:spcBef>
              <a:spcAft>
                <a:spcPts val="0"/>
              </a:spcAft>
              <a:buNone/>
            </a:pPr>
            <a:r>
              <a:rPr lang="en-US">
                <a:latin typeface="Arial"/>
                <a:ea typeface="Arial"/>
                <a:cs typeface="Arial"/>
                <a:sym typeface="Arial"/>
              </a:rPr>
              <a:t>For print sources like books, magazines, scholarly journal articles, and newspapers, provide a signal word or phrase (usually the author’s last name) and a page number. If you provide the signal word/phrase in the sentence, you do not need to include it in the parenthetical citation. These examples must correspond to an entry that begins with Burke, which will be the first thing that appears on the left-hand margin of an entry in the works-cited list (as noted in the corresponding entry on this slide). </a:t>
            </a:r>
            <a:r>
              <a:rPr b="1" lang="en-US">
                <a:latin typeface="Arial"/>
                <a:ea typeface="Arial"/>
                <a:cs typeface="Arial"/>
                <a:sym typeface="Arial"/>
              </a:rPr>
              <a:t>See comments from previous slide.</a:t>
            </a:r>
            <a:endParaRPr/>
          </a:p>
        </p:txBody>
      </p:sp>
      <p:sp>
        <p:nvSpPr>
          <p:cNvPr id="255" name="Google Shape;255;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latin typeface="Arial"/>
                <a:ea typeface="Arial"/>
                <a:cs typeface="Arial"/>
                <a:sym typeface="Arial"/>
              </a:rPr>
              <a:t>In-text Citations for Print Sources with No Known Author</a:t>
            </a:r>
            <a:endParaRPr/>
          </a:p>
          <a:p>
            <a:pPr indent="0" lvl="0" marL="0" rtl="0" algn="l">
              <a:spcBef>
                <a:spcPts val="1200"/>
              </a:spcBef>
              <a:spcAft>
                <a:spcPts val="0"/>
              </a:spcAft>
              <a:buNone/>
            </a:pPr>
            <a:r>
              <a:t/>
            </a:r>
            <a:endParaRPr b="1">
              <a:latin typeface="Arial"/>
              <a:ea typeface="Arial"/>
              <a:cs typeface="Arial"/>
              <a:sym typeface="Arial"/>
            </a:endParaRPr>
          </a:p>
          <a:p>
            <a:pPr indent="0" lvl="0" marL="0" rtl="0" algn="l">
              <a:spcBef>
                <a:spcPts val="1200"/>
              </a:spcBef>
              <a:spcAft>
                <a:spcPts val="0"/>
              </a:spcAft>
              <a:buNone/>
            </a:pPr>
            <a:r>
              <a:rPr lang="en-US">
                <a:latin typeface="Verdana"/>
                <a:ea typeface="Verdana"/>
                <a:cs typeface="Verdana"/>
                <a:sym typeface="Verdana"/>
              </a:rPr>
              <a:t>When a source has no known author, use a shortened title of the work instead of an author name. Place the title in quotation marks if it's a short work (e.g. articles) or italicize it if it's a longer work (e.g. plays, books, television shows, entire websites) and provide a page number.</a:t>
            </a:r>
            <a:endParaRPr/>
          </a:p>
          <a:p>
            <a:pPr indent="0" lvl="0" marL="0" rtl="0" algn="l">
              <a:spcBef>
                <a:spcPts val="1200"/>
              </a:spcBef>
              <a:spcAft>
                <a:spcPts val="0"/>
              </a:spcAft>
              <a:buNone/>
            </a:pPr>
            <a:r>
              <a:t/>
            </a:r>
            <a:endParaRPr>
              <a:latin typeface="Verdana"/>
              <a:ea typeface="Verdana"/>
              <a:cs typeface="Verdana"/>
              <a:sym typeface="Verdana"/>
            </a:endParaRPr>
          </a:p>
          <a:p>
            <a:pPr indent="0" lvl="0" marL="0" rtl="0" algn="l">
              <a:spcBef>
                <a:spcPts val="1200"/>
              </a:spcBef>
              <a:spcAft>
                <a:spcPts val="0"/>
              </a:spcAft>
              <a:buNone/>
            </a:pPr>
            <a:r>
              <a:rPr lang="en-US">
                <a:latin typeface="Verdana"/>
                <a:ea typeface="Verdana"/>
                <a:cs typeface="Verdana"/>
                <a:sym typeface="Verdana"/>
              </a:rPr>
              <a:t>In this example, since the reader does not know the author of the article, an abbreviated title of the article appears in the parenthetical citation which corresponds to the full name of the article which appears first at the left-hand margin of its respective entry in the works-cited list. Thus, the writer includes the title in quotation marks as the signal phrase in the parenthetical citation in order to lead the reader directly to the source on the works-cited page. </a:t>
            </a:r>
            <a:r>
              <a:rPr b="1" lang="en-US">
                <a:latin typeface="Verdana"/>
                <a:ea typeface="Verdana"/>
                <a:cs typeface="Verdana"/>
                <a:sym typeface="Verdana"/>
              </a:rPr>
              <a:t>See comments from previous slide.</a:t>
            </a:r>
            <a:endParaRPr>
              <a:latin typeface="Verdana"/>
              <a:ea typeface="Verdana"/>
              <a:cs typeface="Verdana"/>
              <a:sym typeface="Verdana"/>
            </a:endParaRPr>
          </a:p>
          <a:p>
            <a:pPr indent="0" lvl="0" marL="0" rtl="0" algn="l">
              <a:spcBef>
                <a:spcPts val="1200"/>
              </a:spcBef>
              <a:spcAft>
                <a:spcPts val="0"/>
              </a:spcAft>
              <a:buNone/>
            </a:pPr>
            <a:r>
              <a:t/>
            </a:r>
            <a:endParaRPr/>
          </a:p>
        </p:txBody>
      </p:sp>
      <p:sp>
        <p:nvSpPr>
          <p:cNvPr id="265" name="Google Shape;26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1200"/>
              <a:buFont typeface="Belleza"/>
              <a:buNone/>
            </a:pPr>
            <a:r>
              <a:rPr lang="en-US" sz="1200">
                <a:solidFill>
                  <a:srgbClr val="0070C0"/>
                </a:solidFill>
                <a:latin typeface="Belleza"/>
                <a:ea typeface="Belleza"/>
                <a:cs typeface="Belleza"/>
                <a:sym typeface="Belleza"/>
              </a:rPr>
              <a:t>Include a differentiating piece of information such as editor, translator, edition number, publisher, or publication date inserted in square brackets after the title. </a:t>
            </a:r>
            <a:endParaRPr/>
          </a:p>
          <a:p>
            <a:pPr indent="0" lvl="0" marL="0" rtl="0" algn="l">
              <a:spcBef>
                <a:spcPts val="0"/>
              </a:spcBef>
              <a:spcAft>
                <a:spcPts val="0"/>
              </a:spcAft>
              <a:buNone/>
            </a:pPr>
            <a:r>
              <a:t/>
            </a:r>
            <a:endParaRPr/>
          </a:p>
        </p:txBody>
      </p:sp>
      <p:sp>
        <p:nvSpPr>
          <p:cNvPr id="274" name="Google Shape;274;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And this is how the works-cited listing should look. While this entry is technically correct, it would help your readers more readily access the source if you include the URL here (it would go before the access date).</a:t>
            </a:r>
            <a:endParaRPr/>
          </a:p>
        </p:txBody>
      </p:sp>
      <p:sp>
        <p:nvSpPr>
          <p:cNvPr id="283" name="Google Shape;283;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Make sure that your in-text citations refer unambiguously to the entry in your works-cited list. If you are citing from the works of two different authors with the same last name, include the author’s first initial in your reference).</a:t>
            </a:r>
            <a:endParaRPr/>
          </a:p>
        </p:txBody>
      </p:sp>
      <p:sp>
        <p:nvSpPr>
          <p:cNvPr id="292" name="Google Shape;292;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latin typeface="Arial"/>
                <a:ea typeface="Arial"/>
                <a:cs typeface="Arial"/>
                <a:sym typeface="Arial"/>
              </a:rPr>
              <a:t>Citing a Work by Multiple Authors</a:t>
            </a:r>
            <a:endParaRPr/>
          </a:p>
          <a:p>
            <a:pPr indent="0" lvl="0" marL="0" rtl="0" algn="l">
              <a:spcBef>
                <a:spcPts val="1200"/>
              </a:spcBef>
              <a:spcAft>
                <a:spcPts val="0"/>
              </a:spcAft>
              <a:buNone/>
            </a:pPr>
            <a:r>
              <a:t/>
            </a:r>
            <a:endParaRPr b="1">
              <a:latin typeface="Arial"/>
              <a:ea typeface="Arial"/>
              <a:cs typeface="Arial"/>
              <a:sym typeface="Arial"/>
            </a:endParaRPr>
          </a:p>
          <a:p>
            <a:pPr indent="0" lvl="0" marL="0" rtl="0" algn="l">
              <a:spcBef>
                <a:spcPts val="1200"/>
              </a:spcBef>
              <a:spcAft>
                <a:spcPts val="0"/>
              </a:spcAft>
              <a:buNone/>
            </a:pPr>
            <a:r>
              <a:rPr lang="en-US">
                <a:latin typeface="Arial"/>
                <a:ea typeface="Arial"/>
                <a:cs typeface="Arial"/>
                <a:sym typeface="Arial"/>
              </a:rPr>
              <a:t>If the entry in the works-cited list begins with the names of two authors, include both last names in the in-text citation, connected by </a:t>
            </a:r>
            <a:r>
              <a:rPr i="1" lang="en-US">
                <a:latin typeface="Arial"/>
                <a:ea typeface="Arial"/>
                <a:cs typeface="Arial"/>
                <a:sym typeface="Arial"/>
              </a:rPr>
              <a:t>and</a:t>
            </a:r>
            <a:r>
              <a:rPr lang="en-US">
                <a:latin typeface="Arial"/>
                <a:ea typeface="Arial"/>
                <a:cs typeface="Arial"/>
                <a:sym typeface="Arial"/>
              </a:rPr>
              <a:t>.</a:t>
            </a:r>
            <a:endParaRPr/>
          </a:p>
          <a:p>
            <a:pPr indent="0" lvl="0" marL="0" rtl="0" algn="l">
              <a:spcBef>
                <a:spcPts val="1200"/>
              </a:spcBef>
              <a:spcAft>
                <a:spcPts val="0"/>
              </a:spcAft>
              <a:buNone/>
            </a:pPr>
            <a:r>
              <a:rPr lang="en-US">
                <a:latin typeface="Arial"/>
                <a:ea typeface="Arial"/>
                <a:cs typeface="Arial"/>
                <a:sym typeface="Arial"/>
              </a:rPr>
              <a:t>If the source has three or more authors, the entry in the works-cited list should begin with the first author’s name followed by et al. The in-text citation should follow suit.</a:t>
            </a:r>
            <a:endParaRPr/>
          </a:p>
        </p:txBody>
      </p:sp>
      <p:sp>
        <p:nvSpPr>
          <p:cNvPr id="301" name="Google Shape;301;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2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9" name="Google Shape;309;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latin typeface="Arial"/>
                <a:ea typeface="Arial"/>
                <a:cs typeface="Arial"/>
                <a:sym typeface="Arial"/>
              </a:rPr>
              <a:t>Citing Multiple Works by the Same Author</a:t>
            </a:r>
            <a:endParaRPr/>
          </a:p>
          <a:p>
            <a:pPr indent="0" lvl="0" marL="0" rtl="0" algn="l">
              <a:spcBef>
                <a:spcPts val="1200"/>
              </a:spcBef>
              <a:spcAft>
                <a:spcPts val="0"/>
              </a:spcAft>
              <a:buNone/>
            </a:pPr>
            <a:r>
              <a:t/>
            </a:r>
            <a:endParaRPr b="1">
              <a:latin typeface="Arial"/>
              <a:ea typeface="Arial"/>
              <a:cs typeface="Arial"/>
              <a:sym typeface="Arial"/>
            </a:endParaRPr>
          </a:p>
          <a:p>
            <a:pPr indent="0" lvl="0" marL="0" rtl="0" algn="l">
              <a:spcBef>
                <a:spcPts val="1200"/>
              </a:spcBef>
              <a:spcAft>
                <a:spcPts val="0"/>
              </a:spcAft>
              <a:buNone/>
            </a:pPr>
            <a:r>
              <a:rPr lang="en-US">
                <a:latin typeface="Arial"/>
                <a:ea typeface="Arial"/>
                <a:cs typeface="Arial"/>
                <a:sym typeface="Arial"/>
              </a:rPr>
              <a:t>If you cite more than one work by a particular author, include a shortened title for the particular work from which you are quoting to distinguish it from the others. This is illustrated in the first example on this slide. Additionally, if the author's name is not mentioned in the sentence, format your citation with the author's name followed by a comma, followed by a shortened title of the work, followed, when appropriate, by page numbers. This is illustrated in the second example on this slide.</a:t>
            </a:r>
            <a:endParaRPr/>
          </a:p>
          <a:p>
            <a:pPr indent="0" lvl="0" marL="0" rtl="0" algn="l">
              <a:spcBef>
                <a:spcPts val="1200"/>
              </a:spcBef>
              <a:spcAft>
                <a:spcPts val="0"/>
              </a:spcAft>
              <a:buNone/>
            </a:pPr>
            <a:r>
              <a:t/>
            </a:r>
            <a:endParaRPr/>
          </a:p>
        </p:txBody>
      </p:sp>
      <p:sp>
        <p:nvSpPr>
          <p:cNvPr id="310" name="Google Shape;310;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2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8" name="Google Shape;318;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latin typeface="Arial"/>
                <a:ea typeface="Arial"/>
                <a:cs typeface="Arial"/>
                <a:sym typeface="Arial"/>
              </a:rPr>
              <a:t>Citing Multivolume Works</a:t>
            </a:r>
            <a:endParaRPr/>
          </a:p>
          <a:p>
            <a:pPr indent="0" lvl="0" marL="0" rtl="0" algn="l">
              <a:spcBef>
                <a:spcPts val="1200"/>
              </a:spcBef>
              <a:spcAft>
                <a:spcPts val="0"/>
              </a:spcAft>
              <a:buNone/>
            </a:pPr>
            <a:r>
              <a:t/>
            </a:r>
            <a:endParaRPr b="1">
              <a:latin typeface="Arial"/>
              <a:ea typeface="Arial"/>
              <a:cs typeface="Arial"/>
              <a:sym typeface="Arial"/>
            </a:endParaRPr>
          </a:p>
          <a:p>
            <a:pPr indent="0" lvl="0" marL="0" rtl="0" algn="l">
              <a:spcBef>
                <a:spcPts val="1200"/>
              </a:spcBef>
              <a:spcAft>
                <a:spcPts val="0"/>
              </a:spcAft>
              <a:buNone/>
            </a:pPr>
            <a:r>
              <a:rPr lang="en-US">
                <a:latin typeface="Arial"/>
                <a:ea typeface="Arial"/>
                <a:cs typeface="Arial"/>
                <a:sym typeface="Arial"/>
              </a:rPr>
              <a:t>If you cite from different volumes of a multivolume work, always include the volume number followed by a colon. Put a space after the colon, then provide the page number(s). (If you only cite from one volume, provide only the page number in parentheses.) This is illustrated in the first example on this slide.</a:t>
            </a:r>
            <a:endParaRPr/>
          </a:p>
          <a:p>
            <a:pPr indent="0" lvl="0" marL="0" rtl="0" algn="l">
              <a:spcBef>
                <a:spcPts val="1200"/>
              </a:spcBef>
              <a:spcAft>
                <a:spcPts val="0"/>
              </a:spcAft>
              <a:buNone/>
            </a:pPr>
            <a:r>
              <a:t/>
            </a:r>
            <a:endParaRPr>
              <a:latin typeface="Arial"/>
              <a:ea typeface="Arial"/>
              <a:cs typeface="Arial"/>
              <a:sym typeface="Arial"/>
            </a:endParaRPr>
          </a:p>
          <a:p>
            <a:pPr indent="0" lvl="0" marL="0" rtl="0" algn="l">
              <a:spcBef>
                <a:spcPts val="1200"/>
              </a:spcBef>
              <a:spcAft>
                <a:spcPts val="0"/>
              </a:spcAft>
              <a:buNone/>
            </a:pPr>
            <a:r>
              <a:rPr b="1" lang="en-US">
                <a:latin typeface="Arial"/>
                <a:ea typeface="Arial"/>
                <a:cs typeface="Arial"/>
                <a:sym typeface="Arial"/>
              </a:rPr>
              <a:t>Citing the Bible: </a:t>
            </a:r>
            <a:r>
              <a:rPr lang="en-US">
                <a:latin typeface="Arial"/>
                <a:ea typeface="Arial"/>
                <a:cs typeface="Arial"/>
                <a:sym typeface="Arial"/>
              </a:rPr>
              <a:t>In your first parenthetical citation, you want to make clear which Bible you're using (italicize the title), as each version varies in its translation, followed by book (do not italicize), chapter and verse. Do not include page numbers. This is illustrated in the second example on this slide. If future references employ the same edition of the Bible youﾕre using, list only the book, chapter, and verse in the parenthetical citation.</a:t>
            </a:r>
            <a:endParaRPr/>
          </a:p>
          <a:p>
            <a:pPr indent="0" lvl="0" marL="0" rtl="0" algn="l">
              <a:spcBef>
                <a:spcPts val="1200"/>
              </a:spcBef>
              <a:spcAft>
                <a:spcPts val="0"/>
              </a:spcAft>
              <a:buNone/>
            </a:pPr>
            <a:r>
              <a:t/>
            </a:r>
            <a:endParaRPr/>
          </a:p>
        </p:txBody>
      </p:sp>
      <p:sp>
        <p:nvSpPr>
          <p:cNvPr id="319" name="Google Shape;319;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1">
              <a:latin typeface="Arial"/>
              <a:ea typeface="Arial"/>
              <a:cs typeface="Arial"/>
              <a:sym typeface="Arial"/>
            </a:endParaRPr>
          </a:p>
          <a:p>
            <a:pPr indent="0" lvl="0" marL="0" rtl="0" algn="l">
              <a:spcBef>
                <a:spcPts val="1200"/>
              </a:spcBef>
              <a:spcAft>
                <a:spcPts val="0"/>
              </a:spcAft>
              <a:buNone/>
            </a:pPr>
            <a:r>
              <a:rPr lang="en-US">
                <a:latin typeface="Arial"/>
                <a:ea typeface="Arial"/>
                <a:cs typeface="Arial"/>
                <a:sym typeface="Arial"/>
              </a:rPr>
              <a:t>Sometimes you may have to use an indirect source. An indirect source is a source cited in another source. For such indirect quotations, use “qtd. in“ to indicate the source you actually consulted. This is illustrated in the first example on this slide. Note that, in most cases, a responsible researcher will attempt to find the original source, rather than citing an indirect source.</a:t>
            </a:r>
            <a:endParaRPr b="1">
              <a:latin typeface="Arial"/>
              <a:ea typeface="Arial"/>
              <a:cs typeface="Arial"/>
              <a:sym typeface="Arial"/>
            </a:endParaRPr>
          </a:p>
          <a:p>
            <a:pPr indent="0" lvl="0" marL="0" rtl="0" algn="l">
              <a:spcBef>
                <a:spcPts val="1200"/>
              </a:spcBef>
              <a:spcAft>
                <a:spcPts val="0"/>
              </a:spcAft>
              <a:buNone/>
            </a:pPr>
            <a:r>
              <a:t/>
            </a:r>
            <a:endParaRPr b="1">
              <a:latin typeface="Arial"/>
              <a:ea typeface="Arial"/>
              <a:cs typeface="Arial"/>
              <a:sym typeface="Arial"/>
            </a:endParaRPr>
          </a:p>
          <a:p>
            <a:pPr indent="0" lvl="0" marL="0" rtl="0" algn="l">
              <a:spcBef>
                <a:spcPts val="1200"/>
              </a:spcBef>
              <a:spcAft>
                <a:spcPts val="0"/>
              </a:spcAft>
              <a:buNone/>
            </a:pPr>
            <a:r>
              <a:rPr b="1" lang="en-US">
                <a:latin typeface="Arial"/>
                <a:ea typeface="Arial"/>
                <a:cs typeface="Arial"/>
                <a:sym typeface="Arial"/>
              </a:rPr>
              <a:t>Multiple Citations</a:t>
            </a:r>
            <a:endParaRPr/>
          </a:p>
          <a:p>
            <a:pPr indent="0" lvl="0" marL="0" rtl="0" algn="l">
              <a:spcBef>
                <a:spcPts val="1200"/>
              </a:spcBef>
              <a:spcAft>
                <a:spcPts val="0"/>
              </a:spcAft>
              <a:buNone/>
            </a:pPr>
            <a:r>
              <a:t/>
            </a:r>
            <a:endParaRPr b="1">
              <a:latin typeface="Arial"/>
              <a:ea typeface="Arial"/>
              <a:cs typeface="Arial"/>
              <a:sym typeface="Arial"/>
            </a:endParaRPr>
          </a:p>
          <a:p>
            <a:pPr indent="0" lvl="0" marL="0" rtl="0" algn="l">
              <a:spcBef>
                <a:spcPts val="1200"/>
              </a:spcBef>
              <a:spcAft>
                <a:spcPts val="0"/>
              </a:spcAft>
              <a:buNone/>
            </a:pPr>
            <a:r>
              <a:rPr lang="en-US">
                <a:latin typeface="Arial"/>
                <a:ea typeface="Arial"/>
                <a:cs typeface="Arial"/>
                <a:sym typeface="Arial"/>
              </a:rPr>
              <a:t>If you borrow more than once from the same source within a single paragraph and no other source intervenes, you may give a single parenthetical reference after the last borrowing. </a:t>
            </a:r>
            <a:endParaRPr/>
          </a:p>
          <a:p>
            <a:pPr indent="0" lvl="0" marL="0" rtl="0" algn="l">
              <a:spcBef>
                <a:spcPts val="1200"/>
              </a:spcBef>
              <a:spcAft>
                <a:spcPts val="0"/>
              </a:spcAft>
              <a:buNone/>
            </a:pPr>
            <a:r>
              <a:t/>
            </a:r>
            <a:endParaRPr/>
          </a:p>
        </p:txBody>
      </p:sp>
      <p:sp>
        <p:nvSpPr>
          <p:cNvPr id="329" name="Google Shape;329;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2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 name="Google Shape;337;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For works in time-based media, such as audio and video recordings, cite the relevant time or range of times. Give the numbers of the hours, minutes, and seconds as displayed in your media player, separating the numbers with colons.</a:t>
            </a:r>
            <a:endParaRPr/>
          </a:p>
        </p:txBody>
      </p:sp>
      <p:sp>
        <p:nvSpPr>
          <p:cNvPr id="338" name="Google Shape;338;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2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6" name="Google Shape;346;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When a source has no page numbers or any other kind of part number, no number should be given in a parenthetical citation. Do not count unnumbered paragraphs, pauses, or other parts. This is an example of how to cite a direct quotation from an oral address.</a:t>
            </a:r>
            <a:endParaRPr/>
          </a:p>
          <a:p>
            <a:pPr indent="0" lvl="0" marL="0" rtl="0" algn="l">
              <a:spcBef>
                <a:spcPts val="1200"/>
              </a:spcBef>
              <a:spcAft>
                <a:spcPts val="0"/>
              </a:spcAft>
              <a:buNone/>
            </a:pPr>
            <a:r>
              <a:t/>
            </a:r>
            <a:endParaRPr/>
          </a:p>
        </p:txBody>
      </p:sp>
      <p:sp>
        <p:nvSpPr>
          <p:cNvPr id="347" name="Google Shape;347;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2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5" name="Google Shape;355;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latin typeface="Arial"/>
                <a:ea typeface="Arial"/>
                <a:cs typeface="Arial"/>
                <a:sym typeface="Arial"/>
              </a:rPr>
              <a:t>Short Quotations</a:t>
            </a:r>
            <a:endParaRPr/>
          </a:p>
          <a:p>
            <a:pPr indent="0" lvl="0" marL="0" rtl="0" algn="l">
              <a:spcBef>
                <a:spcPts val="1200"/>
              </a:spcBef>
              <a:spcAft>
                <a:spcPts val="0"/>
              </a:spcAft>
              <a:buNone/>
            </a:pPr>
            <a:r>
              <a:rPr lang="en-US">
                <a:latin typeface="Arial"/>
                <a:ea typeface="Arial"/>
                <a:cs typeface="Arial"/>
                <a:sym typeface="Arial"/>
              </a:rPr>
              <a:t>If a prose quotation runs no more than four lines and requires no special emphasis, put it in quotation marks and incorporate it into the text.. Provide the author and specific page citation in the text, and include a complete entry in the works-cited page. Punctuation marks such as periods, commas, and semicolons should appear after the parenthetical citation. Question marks and exclamation points should appear within the quotation marks if they are a part of the quoted passage but after the parenthetical citation if they are a part of your text. </a:t>
            </a:r>
            <a:endParaRPr/>
          </a:p>
        </p:txBody>
      </p:sp>
      <p:sp>
        <p:nvSpPr>
          <p:cNvPr id="356" name="Google Shape;356;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2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 name="Google Shape;364;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In quotations that are five or more lines of text, start the quotation on a new line, with the entire quote indented </a:t>
            </a:r>
            <a:r>
              <a:rPr b="1" lang="en-US">
                <a:latin typeface="Arial"/>
                <a:ea typeface="Arial"/>
                <a:cs typeface="Arial"/>
                <a:sym typeface="Arial"/>
              </a:rPr>
              <a:t>half an inch</a:t>
            </a:r>
            <a:r>
              <a:rPr lang="en-US">
                <a:latin typeface="Arial"/>
                <a:ea typeface="Arial"/>
                <a:cs typeface="Arial"/>
                <a:sym typeface="Arial"/>
              </a:rPr>
              <a:t> from the left margin; maintain double-spacing. Do not indent the first line an extra amount or add quotation marks not present in the original. Use a colon to introduce the quotation (unless your introductory wording does not require punctuation). Your parenthetical citation should come </a:t>
            </a:r>
            <a:r>
              <a:rPr b="1" lang="en-US">
                <a:latin typeface="Arial"/>
                <a:ea typeface="Arial"/>
                <a:cs typeface="Arial"/>
                <a:sym typeface="Arial"/>
              </a:rPr>
              <a:t>after</a:t>
            </a:r>
            <a:r>
              <a:rPr lang="en-US">
                <a:latin typeface="Arial"/>
                <a:ea typeface="Arial"/>
                <a:cs typeface="Arial"/>
                <a:sym typeface="Arial"/>
              </a:rPr>
              <a:t> the closing punctuation mark. </a:t>
            </a:r>
            <a:r>
              <a:rPr b="1" lang="en-US">
                <a:latin typeface="Arial"/>
                <a:ea typeface="Arial"/>
                <a:cs typeface="Arial"/>
                <a:sym typeface="Arial"/>
              </a:rPr>
              <a:t>Note: </a:t>
            </a:r>
            <a:r>
              <a:rPr lang="en-US">
                <a:latin typeface="Arial"/>
                <a:ea typeface="Arial"/>
                <a:cs typeface="Arial"/>
                <a:sym typeface="Arial"/>
              </a:rPr>
              <a:t>If a new paragraph begins in the middle of the quotation, indent its first line.</a:t>
            </a:r>
            <a:endParaRPr/>
          </a:p>
        </p:txBody>
      </p:sp>
      <p:sp>
        <p:nvSpPr>
          <p:cNvPr id="365" name="Google Shape;365;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2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3" name="Google Shape;373;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If you quote part or all of a line of verse that does not require special emphasis, put it in quotation marks within your text, just as you would a line of prose. You may also incorporate two or three lines this way, using a forward slash with a space on each side ( / ) to indicate to your reader where the line breaks fall.</a:t>
            </a:r>
            <a:endParaRPr/>
          </a:p>
          <a:p>
            <a:pPr indent="0" lvl="0" marL="0" rtl="0" algn="l">
              <a:spcBef>
                <a:spcPts val="0"/>
              </a:spcBef>
              <a:spcAft>
                <a:spcPts val="0"/>
              </a:spcAft>
              <a:buNone/>
            </a:pPr>
            <a:r>
              <a:rPr lang="en-US"/>
              <a:t>If a stanza break occurs in the quotation, mark it with two forward slashes ( // ).</a:t>
            </a:r>
            <a:endParaRPr/>
          </a:p>
          <a:p>
            <a:pPr indent="0" lvl="0" marL="0" rtl="0" algn="l">
              <a:spcBef>
                <a:spcPts val="0"/>
              </a:spcBef>
              <a:spcAft>
                <a:spcPts val="0"/>
              </a:spcAft>
              <a:buNone/>
            </a:pPr>
            <a:r>
              <a:rPr lang="en-US"/>
              <a:t>If the edition of your text provides line numbers, identify them in your in-text citation. Do not count lines if numbers are not provided. Instead, cite page numbers or another explicit division numbering (such as stanzas, cantos, etc.).</a:t>
            </a:r>
            <a:endParaRPr/>
          </a:p>
        </p:txBody>
      </p:sp>
      <p:sp>
        <p:nvSpPr>
          <p:cNvPr id="374" name="Google Shape;374;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2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2" name="Google Shape;382;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3" name="Google Shape;383;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3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1" name="Google Shape;391;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latin typeface="Arial"/>
                <a:ea typeface="Arial"/>
                <a:cs typeface="Arial"/>
                <a:sym typeface="Arial"/>
              </a:rPr>
              <a:t>Adding or Omitting Words In Quotations</a:t>
            </a:r>
            <a:endParaRPr/>
          </a:p>
          <a:p>
            <a:pPr indent="0" lvl="0" marL="0" rtl="0" algn="l">
              <a:spcBef>
                <a:spcPts val="1200"/>
              </a:spcBef>
              <a:spcAft>
                <a:spcPts val="0"/>
              </a:spcAft>
              <a:buNone/>
            </a:pPr>
            <a:r>
              <a:t/>
            </a:r>
            <a:endParaRPr b="1">
              <a:latin typeface="Arial"/>
              <a:ea typeface="Arial"/>
              <a:cs typeface="Arial"/>
              <a:sym typeface="Arial"/>
            </a:endParaRPr>
          </a:p>
          <a:p>
            <a:pPr indent="0" lvl="0" marL="0" rtl="0" algn="l">
              <a:spcBef>
                <a:spcPts val="1200"/>
              </a:spcBef>
              <a:spcAft>
                <a:spcPts val="0"/>
              </a:spcAft>
              <a:buNone/>
            </a:pPr>
            <a:r>
              <a:rPr lang="en-US">
                <a:latin typeface="Arial"/>
                <a:ea typeface="Arial"/>
                <a:cs typeface="Arial"/>
                <a:sym typeface="Arial"/>
              </a:rPr>
              <a:t>If you add a word or words in a quotation, you should put brackets around the words to indicate that they are not part of the original text. This is illustrated in the first example on this slide.</a:t>
            </a:r>
            <a:endParaRPr/>
          </a:p>
          <a:p>
            <a:pPr indent="0" lvl="0" marL="0" rtl="0" algn="l">
              <a:spcBef>
                <a:spcPts val="1200"/>
              </a:spcBef>
              <a:spcAft>
                <a:spcPts val="0"/>
              </a:spcAft>
              <a:buNone/>
            </a:pPr>
            <a:r>
              <a:t/>
            </a:r>
            <a:endParaRPr>
              <a:latin typeface="Arial"/>
              <a:ea typeface="Arial"/>
              <a:cs typeface="Arial"/>
              <a:sym typeface="Arial"/>
            </a:endParaRPr>
          </a:p>
          <a:p>
            <a:pPr indent="0" lvl="0" marL="0" rtl="0" algn="l">
              <a:spcBef>
                <a:spcPts val="1200"/>
              </a:spcBef>
              <a:spcAft>
                <a:spcPts val="0"/>
              </a:spcAft>
              <a:buNone/>
            </a:pPr>
            <a:r>
              <a:rPr lang="en-US">
                <a:latin typeface="Arial"/>
                <a:ea typeface="Arial"/>
                <a:cs typeface="Arial"/>
                <a:sym typeface="Arial"/>
              </a:rPr>
              <a:t>If you omit a word or words from a quotation, you should indicate the deleted word or words by using ellipsis marks, which are three periods ( . . . ) preceded and followed by a space. Please note that brackets are not needed around ellipses unless adding brackets would clarify your use of ellipses. This is illustrated in the second example on this slide.</a:t>
            </a:r>
            <a:endParaRPr/>
          </a:p>
          <a:p>
            <a:pPr indent="0" lvl="0" marL="0" rtl="0" algn="l">
              <a:spcBef>
                <a:spcPts val="1200"/>
              </a:spcBef>
              <a:spcAft>
                <a:spcPts val="0"/>
              </a:spcAft>
              <a:buNone/>
            </a:pPr>
            <a:r>
              <a:t/>
            </a:r>
            <a:endParaRPr/>
          </a:p>
        </p:txBody>
      </p:sp>
      <p:sp>
        <p:nvSpPr>
          <p:cNvPr id="392" name="Google Shape;392;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3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0" name="Google Shape;400;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While earlier editions of the MLA Handbook showed writers how to create a works-cited entry based on the source’s publication format (book, periodical, film, etc.), the updated 8</a:t>
            </a:r>
            <a:r>
              <a:rPr baseline="30000" lang="en-US"/>
              <a:t>th</a:t>
            </a:r>
            <a:r>
              <a:rPr lang="en-US"/>
              <a:t> edition demonstrates that documentation should be created by consulting the list of core elements. The 9</a:t>
            </a:r>
            <a:r>
              <a:rPr baseline="30000" lang="en-US"/>
              <a:t>th</a:t>
            </a:r>
            <a:r>
              <a:rPr lang="en-US"/>
              <a:t> edition continues use of these and explains each element more in depth.  Rather than asking: “how do I cite a book, DVD, or webpage,” the writer now creates an entry by looking at the list of core elements– which are facts common to most works– and assembling them in a specific order. </a:t>
            </a:r>
            <a:endParaRPr/>
          </a:p>
          <a:p>
            <a:pPr indent="0" lvl="0" marL="0" rtl="0" algn="l">
              <a:spcBef>
                <a:spcPts val="0"/>
              </a:spcBef>
              <a:spcAft>
                <a:spcPts val="0"/>
              </a:spcAft>
              <a:buNone/>
            </a:pPr>
            <a:r>
              <a:rPr lang="en-US"/>
              <a:t>These changes have been made to reflect the differences in how we consult works. In the updated model, the writer should ask: “who is the author?” and “what is the title?”, regardless of the nature of the source. The following slides will explain each of the core elements, and how they might differ from one medium to another.</a:t>
            </a:r>
            <a:endParaRPr/>
          </a:p>
        </p:txBody>
      </p:sp>
      <p:sp>
        <p:nvSpPr>
          <p:cNvPr id="401" name="Google Shape;401;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3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0" name="Google Shape;410;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author can be a writer, artist, or other type of creator and can be an individual, group of people, organization, or government. </a:t>
            </a:r>
            <a:endParaRPr/>
          </a:p>
          <a:p>
            <a:pPr indent="0" lvl="0" marL="0" rtl="0" algn="l">
              <a:spcBef>
                <a:spcPts val="0"/>
              </a:spcBef>
              <a:spcAft>
                <a:spcPts val="0"/>
              </a:spcAft>
              <a:buNone/>
            </a:pPr>
            <a:r>
              <a:rPr lang="en-US"/>
              <a:t>While these examples are in different mediums (the first one is a periodical, the second is a printed book), they are both formatted according to the list of key elements. Note: there are other types of author situations, such as multiple authors, translators, editors, corporate authors, performers, and pseudonyms (such as online user names).</a:t>
            </a:r>
            <a:endParaRPr/>
          </a:p>
          <a:p>
            <a:pPr indent="0" lvl="0" marL="0" marR="0" rtl="0" algn="l">
              <a:lnSpc>
                <a:spcPct val="100000"/>
              </a:lnSpc>
              <a:spcBef>
                <a:spcPts val="0"/>
              </a:spcBef>
              <a:spcAft>
                <a:spcPts val="0"/>
              </a:spcAft>
              <a:buClr>
                <a:schemeClr val="lt1"/>
              </a:buClr>
              <a:buSzPts val="1800"/>
              <a:buFont typeface="Calibri"/>
              <a:buNone/>
            </a:pPr>
            <a:r>
              <a:rPr lang="en-US" sz="1800">
                <a:latin typeface="Calibri"/>
                <a:ea typeface="Calibri"/>
                <a:cs typeface="Calibri"/>
                <a:sym typeface="Calibri"/>
              </a:rPr>
              <a:t>If it is important that your readers know an author’s/person’s </a:t>
            </a:r>
            <a:r>
              <a:rPr b="1" lang="en-US" sz="1800">
                <a:latin typeface="Calibri"/>
                <a:ea typeface="Calibri"/>
                <a:cs typeface="Calibri"/>
                <a:sym typeface="Calibri"/>
              </a:rPr>
              <a:t>pseudonym, stage-name, or various other names,</a:t>
            </a:r>
            <a:r>
              <a:rPr lang="en-US" sz="1800">
                <a:latin typeface="Calibri"/>
                <a:ea typeface="Calibri"/>
                <a:cs typeface="Calibri"/>
                <a:sym typeface="Calibri"/>
              </a:rPr>
              <a:t> then you should generally cite the better-known form of author’s/person’s name. For example, since the author of </a:t>
            </a:r>
            <a:r>
              <a:rPr i="1" lang="en-US" sz="1800">
                <a:latin typeface="Calibri"/>
                <a:ea typeface="Calibri"/>
                <a:cs typeface="Calibri"/>
                <a:sym typeface="Calibri"/>
              </a:rPr>
              <a:t>Alice's Adventures in Wonderland </a:t>
            </a:r>
            <a:r>
              <a:rPr lang="en-US" sz="1800">
                <a:latin typeface="Calibri"/>
                <a:ea typeface="Calibri"/>
                <a:cs typeface="Calibri"/>
                <a:sym typeface="Calibri"/>
              </a:rPr>
              <a:t>is better-known by his pseudonym, cite </a:t>
            </a:r>
            <a:r>
              <a:rPr i="1" lang="en-US" sz="1800">
                <a:latin typeface="Calibri"/>
                <a:ea typeface="Calibri"/>
                <a:cs typeface="Calibri"/>
                <a:sym typeface="Calibri"/>
              </a:rPr>
              <a:t>Lewis Carroll</a:t>
            </a:r>
            <a:r>
              <a:rPr lang="en-US" sz="1800">
                <a:latin typeface="Calibri"/>
                <a:ea typeface="Calibri"/>
                <a:cs typeface="Calibri"/>
                <a:sym typeface="Calibri"/>
              </a:rPr>
              <a:t> opposed to </a:t>
            </a:r>
            <a:r>
              <a:rPr i="1" lang="en-US" sz="1800">
                <a:latin typeface="Calibri"/>
                <a:ea typeface="Calibri"/>
                <a:cs typeface="Calibri"/>
                <a:sym typeface="Calibri"/>
              </a:rPr>
              <a:t>Charles Dodgson</a:t>
            </a:r>
            <a:r>
              <a:rPr lang="en-US" sz="1800">
                <a:latin typeface="Calibri"/>
                <a:ea typeface="Calibri"/>
                <a:cs typeface="Calibri"/>
                <a:sym typeface="Calibri"/>
              </a:rPr>
              <a:t> (real name). </a:t>
            </a:r>
            <a:endParaRPr/>
          </a:p>
          <a:p>
            <a:pPr indent="0" lvl="0" marL="0" rtl="0" algn="l">
              <a:spcBef>
                <a:spcPts val="0"/>
              </a:spcBef>
              <a:spcAft>
                <a:spcPts val="0"/>
              </a:spcAft>
              <a:buNone/>
            </a:pPr>
            <a:r>
              <a:rPr lang="en-US"/>
              <a:t>Refer to the 9t</a:t>
            </a:r>
            <a:r>
              <a:rPr baseline="30000" lang="en-US"/>
              <a:t>h</a:t>
            </a:r>
            <a:r>
              <a:rPr lang="en-US"/>
              <a:t> edition handbook or the MLA online Style Center https://style.mla.org/ for more information.</a:t>
            </a:r>
            <a:endParaRPr/>
          </a:p>
        </p:txBody>
      </p:sp>
      <p:sp>
        <p:nvSpPr>
          <p:cNvPr id="411" name="Google Shape;411;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3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0" name="Google Shape;420;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Belleza"/>
                <a:ea typeface="Belleza"/>
                <a:cs typeface="Belleza"/>
                <a:sym typeface="Belleza"/>
              </a:rPr>
              <a:t>IF the work does not have a title, provide a brief, clear description of the work such as “Email to Patrick Borchert.” </a:t>
            </a:r>
            <a:endParaRPr/>
          </a:p>
          <a:p>
            <a:pPr indent="0" lvl="0" marL="0" rtl="0" algn="l">
              <a:spcBef>
                <a:spcPts val="0"/>
              </a:spcBef>
              <a:spcAft>
                <a:spcPts val="0"/>
              </a:spcAft>
              <a:buNone/>
            </a:pPr>
            <a:r>
              <a:rPr lang="en-US">
                <a:latin typeface="Belleza"/>
                <a:ea typeface="Belleza"/>
                <a:cs typeface="Belleza"/>
                <a:sym typeface="Belleza"/>
              </a:rPr>
              <a:t>The title of the source should follow the author’s name. Depending upon the type of source, it should be listed in italics or quotation marks. </a:t>
            </a:r>
            <a:endParaRPr/>
          </a:p>
        </p:txBody>
      </p:sp>
      <p:sp>
        <p:nvSpPr>
          <p:cNvPr id="421" name="Google Shape;421;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3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9" name="Google Shape;429;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Containers are the larger wholes in which the source is located such as a periodical, anthology, website, CD, TV or podcast series, or exhibit. . For example, if you want to cite a poem that is listed in a collection of poems, the individual poem is the source, while the larger collection is the container. The title of the container is usually italicized and followed by a comma, since the information that follows next describes the container. </a:t>
            </a:r>
            <a:endParaRPr/>
          </a:p>
          <a:p>
            <a:pPr indent="0" lvl="0" marL="0" rtl="0" algn="l">
              <a:spcBef>
                <a:spcPts val="0"/>
              </a:spcBef>
              <a:spcAft>
                <a:spcPts val="0"/>
              </a:spcAft>
              <a:buNone/>
            </a:pPr>
            <a:r>
              <a:rPr lang="en-US"/>
              <a:t>In the first example, “Toward Metareading” is the title of an essay, and The </a:t>
            </a:r>
            <a:r>
              <a:rPr i="1" lang="en-US"/>
              <a:t>Future of the Book i</a:t>
            </a:r>
            <a:r>
              <a:rPr lang="en-US"/>
              <a:t>s the title of the edited collection in which the essay appears.</a:t>
            </a:r>
            <a:endParaRPr/>
          </a:p>
          <a:p>
            <a:pPr indent="0" lvl="0" marL="0" rtl="0" algn="l">
              <a:spcBef>
                <a:spcPts val="0"/>
              </a:spcBef>
              <a:spcAft>
                <a:spcPts val="0"/>
              </a:spcAft>
              <a:buNone/>
            </a:pPr>
            <a:r>
              <a:rPr lang="en-US"/>
              <a:t>The container may also be a website, which contains articles, postings, and other works.</a:t>
            </a:r>
            <a:endParaRPr/>
          </a:p>
          <a:p>
            <a:pPr indent="0" lvl="0" marL="0" rtl="0" algn="l">
              <a:spcBef>
                <a:spcPts val="0"/>
              </a:spcBef>
              <a:spcAft>
                <a:spcPts val="0"/>
              </a:spcAft>
              <a:buNone/>
            </a:pPr>
            <a:r>
              <a:rPr lang="en-US"/>
              <a:t>The container may also be a television series, which is made up of episodes.</a:t>
            </a:r>
            <a:endParaRPr/>
          </a:p>
          <a:p>
            <a:pPr indent="0" lvl="0" marL="0" marR="0" rtl="0" algn="l">
              <a:lnSpc>
                <a:spcPct val="100000"/>
              </a:lnSpc>
              <a:spcBef>
                <a:spcPts val="0"/>
              </a:spcBef>
              <a:spcAft>
                <a:spcPts val="0"/>
              </a:spcAft>
              <a:buClr>
                <a:schemeClr val="lt1"/>
              </a:buClr>
              <a:buSzPts val="1800"/>
              <a:buFont typeface="Calibri"/>
              <a:buNone/>
            </a:pPr>
            <a:r>
              <a:rPr b="1" lang="en-US" sz="1800">
                <a:latin typeface="Calibri"/>
                <a:ea typeface="Calibri"/>
                <a:cs typeface="Calibri"/>
                <a:sym typeface="Calibri"/>
              </a:rPr>
              <a:t>Apps and databases</a:t>
            </a:r>
            <a:r>
              <a:rPr lang="en-US" sz="1800">
                <a:latin typeface="Calibri"/>
                <a:ea typeface="Calibri"/>
                <a:cs typeface="Calibri"/>
                <a:sym typeface="Calibri"/>
              </a:rPr>
              <a:t> should be cited only when they are containers of the particular works you are citing, such as when they are the platforms of publication of the works in their entirety, and not an intermediary that redirects your access to a source published somewhere else, such as another platform. For example, the </a:t>
            </a:r>
            <a:r>
              <a:rPr i="1" lang="en-US" sz="1800">
                <a:latin typeface="Calibri"/>
                <a:ea typeface="Calibri"/>
                <a:cs typeface="Calibri"/>
                <a:sym typeface="Calibri"/>
              </a:rPr>
              <a:t>Philosophy Books</a:t>
            </a:r>
            <a:r>
              <a:rPr lang="en-US" sz="1800">
                <a:latin typeface="Calibri"/>
                <a:ea typeface="Calibri"/>
                <a:cs typeface="Calibri"/>
                <a:sym typeface="Calibri"/>
              </a:rPr>
              <a:t> app should be cited as a container when you use one of its many works, since the app contains them in their entirety. However, a PDF article saved to the </a:t>
            </a:r>
            <a:r>
              <a:rPr i="1" lang="en-US" sz="1800">
                <a:latin typeface="Calibri"/>
                <a:ea typeface="Calibri"/>
                <a:cs typeface="Calibri"/>
                <a:sym typeface="Calibri"/>
              </a:rPr>
              <a:t>Dropbox</a:t>
            </a:r>
            <a:r>
              <a:rPr lang="en-US" sz="1800">
                <a:latin typeface="Calibri"/>
                <a:ea typeface="Calibri"/>
                <a:cs typeface="Calibri"/>
                <a:sym typeface="Calibri"/>
              </a:rPr>
              <a:t> app is published somewhere else, and so the app should not be cited as a container.</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430" name="Google Shape;430;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3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8" name="Google Shape;438;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 is a useful chart to explain what does and does not qualify as a container.</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marR="0" rtl="0" algn="l">
              <a:lnSpc>
                <a:spcPct val="100000"/>
              </a:lnSpc>
              <a:spcBef>
                <a:spcPts val="0"/>
              </a:spcBef>
              <a:spcAft>
                <a:spcPts val="0"/>
              </a:spcAft>
              <a:buClr>
                <a:schemeClr val="lt1"/>
              </a:buClr>
              <a:buSzPts val="1200"/>
              <a:buFont typeface="Calibri"/>
              <a:buNone/>
            </a:pPr>
            <a:r>
              <a:rPr b="1" lang="en-US"/>
              <a:t>Fig. 1.</a:t>
            </a:r>
            <a:r>
              <a:rPr lang="en-US"/>
              <a:t> Man exercising from: Green, Annie. "Yoga: Stretching Out." </a:t>
            </a:r>
            <a:r>
              <a:rPr i="1" lang="en-US"/>
              <a:t>Sports Digest, </a:t>
            </a:r>
            <a:r>
              <a:rPr lang="en-US"/>
              <a:t>8 May 2006, p. 22. </a:t>
            </a:r>
            <a:endParaRPr/>
          </a:p>
          <a:p>
            <a:pPr indent="0" lvl="0" marL="0" rtl="0" algn="l">
              <a:spcBef>
                <a:spcPts val="0"/>
              </a:spcBef>
              <a:spcAft>
                <a:spcPts val="0"/>
              </a:spcAft>
              <a:buNone/>
            </a:pPr>
            <a:r>
              <a:t/>
            </a:r>
            <a:endParaRPr/>
          </a:p>
        </p:txBody>
      </p:sp>
      <p:sp>
        <p:nvSpPr>
          <p:cNvPr id="439" name="Google Shape;439;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3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9" name="Google Shape;449;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 addition to the author, there may be other contributors to the source who should be credited, such as editors, illustrators, performers, translators, television show creators, narrator of an audiobooketc. If their contributions are relevant to your research, or necessary to identify the source, include their names in your documentation.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Occasionally you may list a key contributor in the Author element if your focus is on their work, such as their translation choices. In this case, the primary author will be moved to the Contributor element preceded by the label “by.”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Contributor water formally titled “Other Contributors” in MLA 8. </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t/>
            </a:r>
            <a:endParaRPr>
              <a:latin typeface="Arial"/>
              <a:ea typeface="Arial"/>
              <a:cs typeface="Arial"/>
              <a:sym typeface="Arial"/>
            </a:endParaRPr>
          </a:p>
        </p:txBody>
      </p:sp>
      <p:sp>
        <p:nvSpPr>
          <p:cNvPr id="450" name="Google Shape;450;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3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Books are commonly issued in versions called editions. A revised edition of a book may be labeled revised edition, or be numbered (second edition, etc.). A audiobook film may be released in different versions, such as expanded or director’s cut. </a:t>
            </a:r>
            <a:endParaRPr/>
          </a:p>
        </p:txBody>
      </p:sp>
      <p:sp>
        <p:nvSpPr>
          <p:cNvPr id="459" name="Google Shape;459;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3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7" name="Google Shape;467;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source may use a numbering system for volume, issue, episode, season, etc. which should be included.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If your source uses another numbering system, include the number in your entry, preceded by a term that identifies the kind of division the number refers to.</a:t>
            </a:r>
            <a:endParaRPr/>
          </a:p>
        </p:txBody>
      </p:sp>
      <p:sp>
        <p:nvSpPr>
          <p:cNvPr id="468" name="Google Shape;468;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3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6" name="Google Shape;476;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i="1" lang="en-US"/>
              <a:t>Note</a:t>
            </a:r>
            <a:r>
              <a:rPr lang="en-US"/>
              <a:t>: the publisher’s name need not be included in the following sources: periodicals, works published by their author or editor, a Web cite whose title is the same name as its publisher, a Web cite that makes works available but does not actually publish them (such as </a:t>
            </a:r>
            <a:r>
              <a:rPr i="1" lang="en-US"/>
              <a:t>YouTube</a:t>
            </a:r>
            <a:r>
              <a:rPr lang="en-US"/>
              <a:t>, </a:t>
            </a:r>
            <a:r>
              <a:rPr i="1" lang="en-US"/>
              <a:t>WordPress</a:t>
            </a:r>
            <a:r>
              <a:rPr lang="en-US"/>
              <a:t>, or </a:t>
            </a:r>
            <a:r>
              <a:rPr i="1" lang="en-US"/>
              <a:t>JSTOR</a:t>
            </a:r>
            <a:r>
              <a:rPr lang="en-US"/>
              <a:t>).</a:t>
            </a:r>
            <a:endParaRPr/>
          </a:p>
          <a:p>
            <a:pPr indent="0" lvl="0" marL="0" rtl="0" algn="l">
              <a:spcBef>
                <a:spcPts val="0"/>
              </a:spcBef>
              <a:spcAft>
                <a:spcPts val="0"/>
              </a:spcAft>
              <a:buNone/>
            </a:pPr>
            <a:r>
              <a:t/>
            </a:r>
            <a:endParaRPr/>
          </a:p>
        </p:txBody>
      </p:sp>
      <p:sp>
        <p:nvSpPr>
          <p:cNvPr id="477" name="Google Shape;477;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4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5" name="Google Shape;485;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If you’re unsure about which date to use, go with the date of the source’s original publication.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 the first example, the periodical’s publication schedule goes by season. So document the volume (61), the issue number (3), and the issue (Spring 2008). </a:t>
            </a:r>
            <a:endParaRPr/>
          </a:p>
          <a:p>
            <a:pPr indent="0" lvl="0" marL="0" rtl="0" algn="l">
              <a:spcBef>
                <a:spcPts val="0"/>
              </a:spcBef>
              <a:spcAft>
                <a:spcPts val="0"/>
              </a:spcAft>
              <a:buNone/>
            </a:pPr>
            <a:r>
              <a:rPr lang="en-US"/>
              <a:t>In the second example, Mutant Enemy is the primary production company, and “Hush” was released in 1999. This is the way to create a general citation for a television episode.</a:t>
            </a:r>
            <a:endParaRPr/>
          </a:p>
          <a:p>
            <a:pPr indent="0" lvl="0" marL="0" rtl="0" algn="l">
              <a:spcBef>
                <a:spcPts val="0"/>
              </a:spcBef>
              <a:spcAft>
                <a:spcPts val="0"/>
              </a:spcAft>
              <a:buNone/>
            </a:pPr>
            <a:r>
              <a:t/>
            </a:r>
            <a:endParaRPr/>
          </a:p>
        </p:txBody>
      </p:sp>
      <p:sp>
        <p:nvSpPr>
          <p:cNvPr id="486" name="Google Shape;486;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4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4" name="Google Shape;494;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First example: an essay in a book, or an article in journal should include page numbers.</a:t>
            </a:r>
            <a:endParaRPr/>
          </a:p>
          <a:p>
            <a:pPr indent="0" lvl="0" marL="0" rtl="0" algn="l">
              <a:spcBef>
                <a:spcPts val="0"/>
              </a:spcBef>
              <a:spcAft>
                <a:spcPts val="0"/>
              </a:spcAft>
              <a:buNone/>
            </a:pPr>
            <a:r>
              <a:rPr lang="en-US"/>
              <a:t>Second example: The location of an online work should include a URL.</a:t>
            </a:r>
            <a:endParaRPr/>
          </a:p>
          <a:p>
            <a:pPr indent="0" lvl="0" marL="0" rtl="0" algn="l">
              <a:spcBef>
                <a:spcPts val="0"/>
              </a:spcBef>
              <a:spcAft>
                <a:spcPts val="0"/>
              </a:spcAft>
              <a:buNone/>
            </a:pPr>
            <a:r>
              <a:rPr lang="en-US"/>
              <a:t>Third example: A physical object that you experienced firsthand should identify the place of location. </a:t>
            </a:r>
            <a:endParaRPr/>
          </a:p>
        </p:txBody>
      </p:sp>
      <p:sp>
        <p:nvSpPr>
          <p:cNvPr id="495" name="Google Shape;495;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4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3" name="Google Shape;503;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Date of original publication</a:t>
            </a:r>
            <a:r>
              <a:rPr lang="en-US"/>
              <a:t>: If a source has been published on more than one date, the writer may want to include both dates if it will provide the reader with necessary or helpful information.</a:t>
            </a:r>
            <a:endParaRPr/>
          </a:p>
          <a:p>
            <a:pPr indent="0" lvl="0" marL="0" rtl="0" algn="l">
              <a:spcBef>
                <a:spcPts val="0"/>
              </a:spcBef>
              <a:spcAft>
                <a:spcPts val="0"/>
              </a:spcAft>
              <a:buNone/>
            </a:pPr>
            <a:r>
              <a:rPr b="1" lang="en-US"/>
              <a:t>City of publication</a:t>
            </a:r>
            <a:r>
              <a:rPr lang="en-US"/>
              <a:t>: this is only necessary in particular instances, such as in a work published before 1900. Since pre-1900 works were usually associated with the city in which they were published, your documentation may substitute the city name for the publisher’s name.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504" name="Google Shape;504;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4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2" name="Google Shape;512;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URL</a:t>
            </a:r>
            <a:r>
              <a:rPr lang="en-US"/>
              <a:t>s: use at your instructor’s discretion.</a:t>
            </a:r>
            <a:endParaRPr/>
          </a:p>
          <a:p>
            <a:pPr indent="0" lvl="0" marL="0" rtl="0" algn="l">
              <a:spcBef>
                <a:spcPts val="0"/>
              </a:spcBef>
              <a:spcAft>
                <a:spcPts val="0"/>
              </a:spcAft>
              <a:buNone/>
            </a:pPr>
            <a:r>
              <a:rPr b="1" lang="en-US"/>
              <a:t>DOIs</a:t>
            </a:r>
            <a:r>
              <a:rPr lang="en-US"/>
              <a:t>: a series of digits and letters that leads to the location of an online source. Articles in journals are often assigned DOIs to ensure that the source is locatable, even if the URL changes. If your source is listed with a DOI, use that instead of a URL.</a:t>
            </a:r>
            <a:endParaRPr/>
          </a:p>
          <a:p>
            <a:pPr indent="0" lvl="0" marL="0" rtl="0" algn="l">
              <a:spcBef>
                <a:spcPts val="0"/>
              </a:spcBef>
              <a:spcAft>
                <a:spcPts val="0"/>
              </a:spcAft>
              <a:buNone/>
            </a:pPr>
            <a:r>
              <a:rPr b="1" lang="en-US"/>
              <a:t>Date of access</a:t>
            </a:r>
            <a:r>
              <a:rPr lang="en-US"/>
              <a:t>: When you cite an online source, always include the date on which you accessed the material, since an online work may change or move at any time.</a:t>
            </a:r>
            <a:endParaRPr/>
          </a:p>
          <a:p>
            <a:pPr indent="0" lvl="0" marL="0" rtl="0" algn="l">
              <a:spcBef>
                <a:spcPts val="0"/>
              </a:spcBef>
              <a:spcAft>
                <a:spcPts val="0"/>
              </a:spcAft>
              <a:buNone/>
            </a:pPr>
            <a:r>
              <a:t/>
            </a:r>
            <a:endParaRPr/>
          </a:p>
        </p:txBody>
      </p:sp>
      <p:sp>
        <p:nvSpPr>
          <p:cNvPr id="513" name="Google Shape;513;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4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1" name="Google Shape;521;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marR="0" rtl="0" algn="l">
              <a:lnSpc>
                <a:spcPct val="100000"/>
              </a:lnSpc>
              <a:spcBef>
                <a:spcPts val="0"/>
              </a:spcBef>
              <a:spcAft>
                <a:spcPts val="0"/>
              </a:spcAft>
              <a:buClr>
                <a:schemeClr val="lt1"/>
              </a:buClr>
              <a:buSzPts val="1200"/>
              <a:buFont typeface="Calibri"/>
              <a:buNone/>
            </a:pPr>
            <a:r>
              <a:rPr lang="en-US" sz="1200">
                <a:latin typeface="Calibri"/>
                <a:ea typeface="Calibri"/>
                <a:cs typeface="Calibri"/>
                <a:sym typeface="Calibri"/>
              </a:rPr>
              <a:t>For </a:t>
            </a:r>
            <a:r>
              <a:rPr b="1" lang="en-US" sz="1200">
                <a:latin typeface="Calibri"/>
                <a:ea typeface="Calibri"/>
                <a:cs typeface="Calibri"/>
                <a:sym typeface="Calibri"/>
              </a:rPr>
              <a:t>annotated bibliographies</a:t>
            </a:r>
            <a:r>
              <a:rPr lang="en-US" sz="1200">
                <a:latin typeface="Calibri"/>
                <a:ea typeface="Calibri"/>
                <a:cs typeface="Calibri"/>
                <a:sym typeface="Calibri"/>
              </a:rPr>
              <a:t>, annotations should be appended at the end of a source/entry with one-inch indentations from where the entry begins. Annotations may be written as concise phrases or complete sentences, generally not exceeding one paragraph in length.</a:t>
            </a:r>
            <a:endParaRPr/>
          </a:p>
          <a:p>
            <a:pPr indent="0" lvl="0" marL="0" marR="0" rtl="0" algn="l">
              <a:lnSpc>
                <a:spcPct val="100000"/>
              </a:lnSpc>
              <a:spcBef>
                <a:spcPts val="0"/>
              </a:spcBef>
              <a:spcAft>
                <a:spcPts val="0"/>
              </a:spcAft>
              <a:buClr>
                <a:schemeClr val="lt1"/>
              </a:buClr>
              <a:buSzPts val="1200"/>
              <a:buFont typeface="Calibri"/>
              <a:buNone/>
            </a:pPr>
            <a:r>
              <a:t/>
            </a:r>
            <a:endParaRPr sz="1200">
              <a:latin typeface="Calibri"/>
              <a:ea typeface="Calibri"/>
              <a:cs typeface="Calibri"/>
              <a:sym typeface="Calibri"/>
            </a:endParaRPr>
          </a:p>
        </p:txBody>
      </p:sp>
      <p:sp>
        <p:nvSpPr>
          <p:cNvPr id="522" name="Google Shape;522;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4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0" name="Google Shape;530;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200"/>
              <a:buFont typeface="Calibri"/>
              <a:buNone/>
            </a:pPr>
            <a:r>
              <a:rPr lang="en-US"/>
              <a:t>The On-Campus Writing Lab is located on the Second Floor of Krach - 1198 3rd Street, West Lafayette, IN 47906</a:t>
            </a:r>
            <a:endParaRPr/>
          </a:p>
          <a:p>
            <a:pPr indent="0" lvl="0" marL="0" rtl="0" algn="l">
              <a:spcBef>
                <a:spcPts val="0"/>
              </a:spcBef>
              <a:spcAft>
                <a:spcPts val="0"/>
              </a:spcAft>
              <a:buNone/>
            </a:pPr>
            <a:r>
              <a:t/>
            </a:r>
            <a:endParaRPr/>
          </a:p>
        </p:txBody>
      </p:sp>
      <p:sp>
        <p:nvSpPr>
          <p:cNvPr id="531" name="Google Shape;531;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solidFill>
          <a:schemeClr val="accent2"/>
        </a:solidFill>
      </p:bgPr>
    </p:bg>
    <p:spTree>
      <p:nvGrpSpPr>
        <p:cNvPr id="16" name="Shape 16"/>
        <p:cNvGrpSpPr/>
        <p:nvPr/>
      </p:nvGrpSpPr>
      <p:grpSpPr>
        <a:xfrm>
          <a:off x="0" y="0"/>
          <a:ext cx="0" cy="0"/>
          <a:chOff x="0" y="0"/>
          <a:chExt cx="0" cy="0"/>
        </a:xfrm>
      </p:grpSpPr>
      <p:sp>
        <p:nvSpPr>
          <p:cNvPr id="17" name="Google Shape;17;p2"/>
          <p:cNvSpPr/>
          <p:nvPr/>
        </p:nvSpPr>
        <p:spPr>
          <a:xfrm>
            <a:off x="0" y="0"/>
            <a:ext cx="9144000" cy="6858000"/>
          </a:xfrm>
          <a:prstGeom prst="rect">
            <a:avLst/>
          </a:prstGeom>
          <a:solidFill>
            <a:schemeClr val="lt2"/>
          </a:solidFill>
          <a:ln cap="flat" cmpd="sng" w="127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8" name="Google Shape;18;p2"/>
          <p:cNvSpPr txBox="1"/>
          <p:nvPr>
            <p:ph type="ctrTitle"/>
          </p:nvPr>
        </p:nvSpPr>
        <p:spPr>
          <a:xfrm>
            <a:off x="1116116" y="1626244"/>
            <a:ext cx="5933959" cy="1523494"/>
          </a:xfrm>
          <a:prstGeom prst="rect">
            <a:avLst/>
          </a:prstGeom>
          <a:noFill/>
          <a:ln>
            <a:noFill/>
          </a:ln>
        </p:spPr>
        <p:txBody>
          <a:bodyPr anchorCtr="0" anchor="t" bIns="0" lIns="0" spcFirstLastPara="1" rIns="0" wrap="square" tIns="0">
            <a:spAutoFit/>
          </a:bodyPr>
          <a:lstStyle>
            <a:lvl1pPr lvl="0" algn="l">
              <a:lnSpc>
                <a:spcPct val="80000"/>
              </a:lnSpc>
              <a:spcBef>
                <a:spcPts val="0"/>
              </a:spcBef>
              <a:spcAft>
                <a:spcPts val="0"/>
              </a:spcAft>
              <a:buClr>
                <a:schemeClr val="dk1"/>
              </a:buClr>
              <a:buSzPts val="6000"/>
              <a:buFont typeface="Arial"/>
              <a:buNone/>
              <a:defRPr b="1" i="1" sz="60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
          <p:cNvSpPr txBox="1"/>
          <p:nvPr>
            <p:ph idx="1" type="subTitle"/>
          </p:nvPr>
        </p:nvSpPr>
        <p:spPr>
          <a:xfrm>
            <a:off x="1121760" y="3990084"/>
            <a:ext cx="5322202" cy="336015"/>
          </a:xfrm>
          <a:prstGeom prst="rect">
            <a:avLst/>
          </a:prstGeom>
          <a:noFill/>
          <a:ln>
            <a:noFill/>
          </a:ln>
        </p:spPr>
        <p:txBody>
          <a:bodyPr anchorCtr="0" anchor="t" bIns="0" lIns="0" spcFirstLastPara="1" rIns="0" wrap="square" tIns="0">
            <a:spAutoFit/>
          </a:bodyPr>
          <a:lstStyle>
            <a:lvl1pPr lvl="0" algn="l">
              <a:lnSpc>
                <a:spcPct val="100000"/>
              </a:lnSpc>
              <a:spcBef>
                <a:spcPts val="1000"/>
              </a:spcBef>
              <a:spcAft>
                <a:spcPts val="0"/>
              </a:spcAft>
              <a:buSzPts val="2200"/>
              <a:buNone/>
              <a:defRPr b="1" i="0" sz="2200">
                <a:solidFill>
                  <a:schemeClr val="accent2"/>
                </a:solidFill>
                <a:latin typeface="Arial"/>
                <a:ea typeface="Arial"/>
                <a:cs typeface="Arial"/>
                <a:sym typeface="Arial"/>
              </a:defRPr>
            </a:lvl1pPr>
            <a:lvl2pPr lvl="1" algn="ctr">
              <a:lnSpc>
                <a:spcPct val="100000"/>
              </a:lnSpc>
              <a:spcBef>
                <a:spcPts val="1000"/>
              </a:spcBef>
              <a:spcAft>
                <a:spcPts val="0"/>
              </a:spcAft>
              <a:buSzPts val="1900"/>
              <a:buNone/>
              <a:defRPr sz="1900"/>
            </a:lvl2pPr>
            <a:lvl3pPr lvl="2" algn="ctr">
              <a:lnSpc>
                <a:spcPct val="100000"/>
              </a:lnSpc>
              <a:spcBef>
                <a:spcPts val="1000"/>
              </a:spcBef>
              <a:spcAft>
                <a:spcPts val="0"/>
              </a:spcAft>
              <a:buSzPts val="1800"/>
              <a:buNone/>
              <a:defRPr sz="1800"/>
            </a:lvl3pPr>
            <a:lvl4pPr lvl="3" algn="ctr">
              <a:lnSpc>
                <a:spcPct val="100000"/>
              </a:lnSpc>
              <a:spcBef>
                <a:spcPts val="1000"/>
              </a:spcBef>
              <a:spcAft>
                <a:spcPts val="0"/>
              </a:spcAft>
              <a:buSzPts val="1600"/>
              <a:buNone/>
              <a:defRPr sz="1600"/>
            </a:lvl4pPr>
            <a:lvl5pPr lvl="4" algn="ctr">
              <a:lnSpc>
                <a:spcPct val="100000"/>
              </a:lnSpc>
              <a:spcBef>
                <a:spcPts val="1000"/>
              </a:spcBef>
              <a:spcAft>
                <a:spcPts val="0"/>
              </a:spcAft>
              <a:buSzPts val="1600"/>
              <a:buNone/>
              <a:defRPr sz="1600"/>
            </a:lvl5pPr>
            <a:lvl6pPr lvl="5" algn="ctr">
              <a:lnSpc>
                <a:spcPct val="100000"/>
              </a:lnSpc>
              <a:spcBef>
                <a:spcPts val="1000"/>
              </a:spcBef>
              <a:spcAft>
                <a:spcPts val="0"/>
              </a:spcAft>
              <a:buSzPts val="1600"/>
              <a:buNone/>
              <a:defRPr sz="1600"/>
            </a:lvl6pPr>
            <a:lvl7pPr lvl="6" algn="ctr">
              <a:lnSpc>
                <a:spcPct val="100000"/>
              </a:lnSpc>
              <a:spcBef>
                <a:spcPts val="1000"/>
              </a:spcBef>
              <a:spcAft>
                <a:spcPts val="0"/>
              </a:spcAft>
              <a:buSzPts val="1600"/>
              <a:buNone/>
              <a:defRPr sz="1600"/>
            </a:lvl7pPr>
            <a:lvl8pPr lvl="7" algn="ctr">
              <a:lnSpc>
                <a:spcPct val="100000"/>
              </a:lnSpc>
              <a:spcBef>
                <a:spcPts val="1000"/>
              </a:spcBef>
              <a:spcAft>
                <a:spcPts val="0"/>
              </a:spcAft>
              <a:buSzPts val="1600"/>
              <a:buNone/>
              <a:defRPr sz="1600"/>
            </a:lvl8pPr>
            <a:lvl9pPr lvl="8" algn="ctr">
              <a:lnSpc>
                <a:spcPct val="100000"/>
              </a:lnSpc>
              <a:spcBef>
                <a:spcPts val="1000"/>
              </a:spcBef>
              <a:spcAft>
                <a:spcPts val="0"/>
              </a:spcAft>
              <a:buSzPts val="1600"/>
              <a:buNone/>
              <a:defRPr sz="1600"/>
            </a:lvl9pPr>
          </a:lstStyle>
          <a:p/>
        </p:txBody>
      </p:sp>
      <p:pic>
        <p:nvPicPr>
          <p:cNvPr id="20" name="Google Shape;20;p2"/>
          <p:cNvPicPr preferRelativeResize="0"/>
          <p:nvPr/>
        </p:nvPicPr>
        <p:blipFill rotWithShape="1">
          <a:blip r:embed="rId2">
            <a:alphaModFix/>
          </a:blip>
          <a:srcRect b="0" l="0" r="0" t="0"/>
          <a:stretch/>
        </p:blipFill>
        <p:spPr>
          <a:xfrm>
            <a:off x="7366000" y="0"/>
            <a:ext cx="1778000" cy="6858000"/>
          </a:xfrm>
          <a:prstGeom prst="rect">
            <a:avLst/>
          </a:prstGeom>
          <a:noFill/>
          <a:ln>
            <a:noFill/>
          </a:ln>
        </p:spPr>
      </p:pic>
      <p:sp>
        <p:nvSpPr>
          <p:cNvPr id="21" name="Google Shape;21;p2"/>
          <p:cNvSpPr txBox="1"/>
          <p:nvPr>
            <p:ph idx="10" type="dt"/>
          </p:nvPr>
        </p:nvSpPr>
        <p:spPr>
          <a:xfrm>
            <a:off x="7615646" y="6202177"/>
            <a:ext cx="765261"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accent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22" name="Google Shape;22;p2"/>
          <p:cNvCxnSpPr/>
          <p:nvPr/>
        </p:nvCxnSpPr>
        <p:spPr>
          <a:xfrm>
            <a:off x="8400500" y="6270568"/>
            <a:ext cx="0" cy="160020"/>
          </a:xfrm>
          <a:prstGeom prst="straightConnector1">
            <a:avLst/>
          </a:prstGeom>
          <a:noFill/>
          <a:ln cap="flat" cmpd="sng" w="9525">
            <a:solidFill>
              <a:schemeClr val="accent4"/>
            </a:solidFill>
            <a:prstDash val="solid"/>
            <a:round/>
            <a:headEnd len="sm" w="sm" type="none"/>
            <a:tailEnd len="sm" w="sm" type="none"/>
          </a:ln>
        </p:spPr>
      </p:cxnSp>
      <p:sp>
        <p:nvSpPr>
          <p:cNvPr id="23" name="Google Shape;23;p2"/>
          <p:cNvSpPr/>
          <p:nvPr>
            <p:ph idx="12" type="sldNum"/>
          </p:nvPr>
        </p:nvSpPr>
        <p:spPr>
          <a:xfrm>
            <a:off x="8410660" y="6181281"/>
            <a:ext cx="365760" cy="365760"/>
          </a:xfrm>
          <a:prstGeom prst="ellipse">
            <a:avLst/>
          </a:prstGeom>
          <a:noFill/>
          <a:ln>
            <a:noFill/>
          </a:ln>
        </p:spPr>
        <p:txBody>
          <a:bodyPr anchorCtr="0" anchor="ctr" bIns="45700" lIns="18275" spcFirstLastPara="1" rIns="18275" wrap="square" tIns="45700">
            <a:noAutofit/>
          </a:bodyPr>
          <a:lstStyle>
            <a:lvl1pPr indent="0" lvl="0" marL="0" algn="ctr">
              <a:spcBef>
                <a:spcPts val="0"/>
              </a:spcBef>
              <a:buNone/>
              <a:defRPr b="1" i="0" sz="1000" u="none" cap="none" strike="noStrike">
                <a:solidFill>
                  <a:schemeClr val="accent4"/>
                </a:solidFill>
                <a:latin typeface="Arial"/>
                <a:ea typeface="Arial"/>
                <a:cs typeface="Arial"/>
                <a:sym typeface="Arial"/>
              </a:defRPr>
            </a:lvl1pPr>
            <a:lvl2pPr indent="0" lvl="1" marL="0" algn="ctr">
              <a:spcBef>
                <a:spcPts val="0"/>
              </a:spcBef>
              <a:buNone/>
              <a:defRPr b="1" i="0" sz="1000" u="none" cap="none" strike="noStrike">
                <a:solidFill>
                  <a:schemeClr val="accent4"/>
                </a:solidFill>
                <a:latin typeface="Arial"/>
                <a:ea typeface="Arial"/>
                <a:cs typeface="Arial"/>
                <a:sym typeface="Arial"/>
              </a:defRPr>
            </a:lvl2pPr>
            <a:lvl3pPr indent="0" lvl="2" marL="0" algn="ctr">
              <a:spcBef>
                <a:spcPts val="0"/>
              </a:spcBef>
              <a:buNone/>
              <a:defRPr b="1" i="0" sz="1000" u="none" cap="none" strike="noStrike">
                <a:solidFill>
                  <a:schemeClr val="accent4"/>
                </a:solidFill>
                <a:latin typeface="Arial"/>
                <a:ea typeface="Arial"/>
                <a:cs typeface="Arial"/>
                <a:sym typeface="Arial"/>
              </a:defRPr>
            </a:lvl3pPr>
            <a:lvl4pPr indent="0" lvl="3" marL="0" algn="ctr">
              <a:spcBef>
                <a:spcPts val="0"/>
              </a:spcBef>
              <a:buNone/>
              <a:defRPr b="1" i="0" sz="1000" u="none" cap="none" strike="noStrike">
                <a:solidFill>
                  <a:schemeClr val="accent4"/>
                </a:solidFill>
                <a:latin typeface="Arial"/>
                <a:ea typeface="Arial"/>
                <a:cs typeface="Arial"/>
                <a:sym typeface="Arial"/>
              </a:defRPr>
            </a:lvl4pPr>
            <a:lvl5pPr indent="0" lvl="4" marL="0" algn="ctr">
              <a:spcBef>
                <a:spcPts val="0"/>
              </a:spcBef>
              <a:buNone/>
              <a:defRPr b="1" i="0" sz="1000" u="none" cap="none" strike="noStrike">
                <a:solidFill>
                  <a:schemeClr val="accent4"/>
                </a:solidFill>
                <a:latin typeface="Arial"/>
                <a:ea typeface="Arial"/>
                <a:cs typeface="Arial"/>
                <a:sym typeface="Arial"/>
              </a:defRPr>
            </a:lvl5pPr>
            <a:lvl6pPr indent="0" lvl="5" marL="0" algn="ctr">
              <a:spcBef>
                <a:spcPts val="0"/>
              </a:spcBef>
              <a:buNone/>
              <a:defRPr b="1" i="0" sz="1000" u="none" cap="none" strike="noStrike">
                <a:solidFill>
                  <a:schemeClr val="accent4"/>
                </a:solidFill>
                <a:latin typeface="Arial"/>
                <a:ea typeface="Arial"/>
                <a:cs typeface="Arial"/>
                <a:sym typeface="Arial"/>
              </a:defRPr>
            </a:lvl6pPr>
            <a:lvl7pPr indent="0" lvl="6" marL="0" algn="ctr">
              <a:spcBef>
                <a:spcPts val="0"/>
              </a:spcBef>
              <a:buNone/>
              <a:defRPr b="1" i="0" sz="1000" u="none" cap="none" strike="noStrike">
                <a:solidFill>
                  <a:schemeClr val="accent4"/>
                </a:solidFill>
                <a:latin typeface="Arial"/>
                <a:ea typeface="Arial"/>
                <a:cs typeface="Arial"/>
                <a:sym typeface="Arial"/>
              </a:defRPr>
            </a:lvl7pPr>
            <a:lvl8pPr indent="0" lvl="7" marL="0" algn="ctr">
              <a:spcBef>
                <a:spcPts val="0"/>
              </a:spcBef>
              <a:buNone/>
              <a:defRPr b="1" i="0" sz="1000" u="none" cap="none" strike="noStrike">
                <a:solidFill>
                  <a:schemeClr val="accent4"/>
                </a:solidFill>
                <a:latin typeface="Arial"/>
                <a:ea typeface="Arial"/>
                <a:cs typeface="Arial"/>
                <a:sym typeface="Arial"/>
              </a:defRPr>
            </a:lvl8pPr>
            <a:lvl9pPr indent="0" lvl="8" marL="0" algn="ctr">
              <a:spcBef>
                <a:spcPts val="0"/>
              </a:spcBef>
              <a:buNone/>
              <a:defRPr b="1" i="0" sz="1000" u="none" cap="none" strike="noStrike">
                <a:solidFill>
                  <a:schemeClr val="accent4"/>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69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 Copy">
  <p:cSld name="Content Slide - Copy">
    <p:bg>
      <p:bgPr>
        <a:solidFill>
          <a:schemeClr val="accent4"/>
        </a:solidFill>
      </p:bgPr>
    </p:bg>
    <p:spTree>
      <p:nvGrpSpPr>
        <p:cNvPr id="24" name="Shape 24"/>
        <p:cNvGrpSpPr/>
        <p:nvPr/>
      </p:nvGrpSpPr>
      <p:grpSpPr>
        <a:xfrm>
          <a:off x="0" y="0"/>
          <a:ext cx="0" cy="0"/>
          <a:chOff x="0" y="0"/>
          <a:chExt cx="0" cy="0"/>
        </a:xfrm>
      </p:grpSpPr>
      <p:pic>
        <p:nvPicPr>
          <p:cNvPr id="25" name="Google Shape;25;p3"/>
          <p:cNvPicPr preferRelativeResize="0"/>
          <p:nvPr/>
        </p:nvPicPr>
        <p:blipFill rotWithShape="1">
          <a:blip r:embed="rId2">
            <a:alphaModFix/>
          </a:blip>
          <a:srcRect b="0" l="0" r="0" t="0"/>
          <a:stretch/>
        </p:blipFill>
        <p:spPr>
          <a:xfrm>
            <a:off x="5257" y="0"/>
            <a:ext cx="8636000" cy="914400"/>
          </a:xfrm>
          <a:prstGeom prst="rect">
            <a:avLst/>
          </a:prstGeom>
          <a:noFill/>
          <a:ln>
            <a:noFill/>
          </a:ln>
        </p:spPr>
      </p:pic>
      <p:sp>
        <p:nvSpPr>
          <p:cNvPr id="26" name="Google Shape;26;p3"/>
          <p:cNvSpPr txBox="1"/>
          <p:nvPr>
            <p:ph type="ctrTitle"/>
          </p:nvPr>
        </p:nvSpPr>
        <p:spPr>
          <a:xfrm>
            <a:off x="1117214" y="442674"/>
            <a:ext cx="6925732" cy="512448"/>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lt2"/>
              </a:buClr>
              <a:buSzPts val="3600"/>
              <a:buFont typeface="Arial"/>
              <a:buNone/>
              <a:defRPr b="1" i="1" sz="3600" cap="none">
                <a:solidFill>
                  <a:schemeClr val="lt2"/>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3"/>
          <p:cNvSpPr txBox="1"/>
          <p:nvPr>
            <p:ph idx="1" type="subTitle"/>
          </p:nvPr>
        </p:nvSpPr>
        <p:spPr>
          <a:xfrm>
            <a:off x="1117213" y="1345166"/>
            <a:ext cx="5491495" cy="341599"/>
          </a:xfrm>
          <a:prstGeom prst="rect">
            <a:avLst/>
          </a:prstGeom>
          <a:noFill/>
          <a:ln>
            <a:noFill/>
          </a:ln>
        </p:spPr>
        <p:txBody>
          <a:bodyPr anchorCtr="0" anchor="t" bIns="0" lIns="0" spcFirstLastPara="1" rIns="0" wrap="square" tIns="0">
            <a:spAutoFit/>
          </a:bodyPr>
          <a:lstStyle>
            <a:lvl1pPr lvl="0" algn="l">
              <a:lnSpc>
                <a:spcPct val="100000"/>
              </a:lnSpc>
              <a:spcBef>
                <a:spcPts val="1000"/>
              </a:spcBef>
              <a:spcAft>
                <a:spcPts val="0"/>
              </a:spcAft>
              <a:buSzPts val="2200"/>
              <a:buNone/>
              <a:defRPr b="1" i="0" sz="2200">
                <a:solidFill>
                  <a:schemeClr val="accent2"/>
                </a:solidFill>
                <a:latin typeface="Arial"/>
                <a:ea typeface="Arial"/>
                <a:cs typeface="Arial"/>
                <a:sym typeface="Arial"/>
              </a:defRPr>
            </a:lvl1pPr>
            <a:lvl2pPr lvl="1" algn="ctr">
              <a:lnSpc>
                <a:spcPct val="100000"/>
              </a:lnSpc>
              <a:spcBef>
                <a:spcPts val="1000"/>
              </a:spcBef>
              <a:spcAft>
                <a:spcPts val="0"/>
              </a:spcAft>
              <a:buSzPts val="1900"/>
              <a:buNone/>
              <a:defRPr sz="1900"/>
            </a:lvl2pPr>
            <a:lvl3pPr lvl="2" algn="ctr">
              <a:lnSpc>
                <a:spcPct val="100000"/>
              </a:lnSpc>
              <a:spcBef>
                <a:spcPts val="1000"/>
              </a:spcBef>
              <a:spcAft>
                <a:spcPts val="0"/>
              </a:spcAft>
              <a:buSzPts val="1800"/>
              <a:buNone/>
              <a:defRPr sz="1800"/>
            </a:lvl3pPr>
            <a:lvl4pPr lvl="3" algn="ctr">
              <a:lnSpc>
                <a:spcPct val="100000"/>
              </a:lnSpc>
              <a:spcBef>
                <a:spcPts val="1000"/>
              </a:spcBef>
              <a:spcAft>
                <a:spcPts val="0"/>
              </a:spcAft>
              <a:buSzPts val="1600"/>
              <a:buNone/>
              <a:defRPr sz="1600"/>
            </a:lvl4pPr>
            <a:lvl5pPr lvl="4" algn="ctr">
              <a:lnSpc>
                <a:spcPct val="100000"/>
              </a:lnSpc>
              <a:spcBef>
                <a:spcPts val="1000"/>
              </a:spcBef>
              <a:spcAft>
                <a:spcPts val="0"/>
              </a:spcAft>
              <a:buSzPts val="1600"/>
              <a:buNone/>
              <a:defRPr sz="1600"/>
            </a:lvl5pPr>
            <a:lvl6pPr lvl="5" algn="ctr">
              <a:lnSpc>
                <a:spcPct val="100000"/>
              </a:lnSpc>
              <a:spcBef>
                <a:spcPts val="1000"/>
              </a:spcBef>
              <a:spcAft>
                <a:spcPts val="0"/>
              </a:spcAft>
              <a:buSzPts val="1600"/>
              <a:buNone/>
              <a:defRPr sz="1600"/>
            </a:lvl6pPr>
            <a:lvl7pPr lvl="6" algn="ctr">
              <a:lnSpc>
                <a:spcPct val="100000"/>
              </a:lnSpc>
              <a:spcBef>
                <a:spcPts val="1000"/>
              </a:spcBef>
              <a:spcAft>
                <a:spcPts val="0"/>
              </a:spcAft>
              <a:buSzPts val="1600"/>
              <a:buNone/>
              <a:defRPr sz="1600"/>
            </a:lvl7pPr>
            <a:lvl8pPr lvl="7" algn="ctr">
              <a:lnSpc>
                <a:spcPct val="100000"/>
              </a:lnSpc>
              <a:spcBef>
                <a:spcPts val="1000"/>
              </a:spcBef>
              <a:spcAft>
                <a:spcPts val="0"/>
              </a:spcAft>
              <a:buSzPts val="1600"/>
              <a:buNone/>
              <a:defRPr sz="1600"/>
            </a:lvl8pPr>
            <a:lvl9pPr lvl="8" algn="ctr">
              <a:lnSpc>
                <a:spcPct val="100000"/>
              </a:lnSpc>
              <a:spcBef>
                <a:spcPts val="1000"/>
              </a:spcBef>
              <a:spcAft>
                <a:spcPts val="0"/>
              </a:spcAft>
              <a:buSzPts val="1600"/>
              <a:buNone/>
              <a:defRPr sz="1600"/>
            </a:lvl9pPr>
          </a:lstStyle>
          <a:p/>
        </p:txBody>
      </p:sp>
      <p:sp>
        <p:nvSpPr>
          <p:cNvPr id="28" name="Google Shape;28;p3"/>
          <p:cNvSpPr txBox="1"/>
          <p:nvPr>
            <p:ph idx="2" type="body"/>
          </p:nvPr>
        </p:nvSpPr>
        <p:spPr>
          <a:xfrm>
            <a:off x="1821465" y="1962540"/>
            <a:ext cx="5524500" cy="3411537"/>
          </a:xfrm>
          <a:prstGeom prst="rect">
            <a:avLst/>
          </a:prstGeom>
          <a:noFill/>
          <a:ln>
            <a:noFill/>
          </a:ln>
        </p:spPr>
        <p:txBody>
          <a:bodyPr anchorCtr="0" anchor="t" bIns="0" lIns="0" spcFirstLastPara="1" rIns="0" wrap="square" tIns="0">
            <a:normAutofit/>
          </a:bodyPr>
          <a:lstStyle>
            <a:lvl1pPr indent="-342900" lvl="0" marL="457200" marR="0" algn="l">
              <a:lnSpc>
                <a:spcPct val="100000"/>
              </a:lnSpc>
              <a:spcBef>
                <a:spcPts val="0"/>
              </a:spcBef>
              <a:spcAft>
                <a:spcPts val="0"/>
              </a:spcAft>
              <a:buClr>
                <a:schemeClr val="dk1"/>
              </a:buClr>
              <a:buSzPts val="1800"/>
              <a:buFont typeface="Noto Sans Symbols"/>
              <a:buChar char="▪"/>
              <a:defRPr b="0" i="0" sz="1800">
                <a:solidFill>
                  <a:schemeClr val="dk1"/>
                </a:solidFill>
                <a:latin typeface="Arial"/>
                <a:ea typeface="Arial"/>
                <a:cs typeface="Arial"/>
                <a:sym typeface="Arial"/>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29" name="Google Shape;29;p3"/>
          <p:cNvSpPr txBox="1"/>
          <p:nvPr>
            <p:ph idx="10" type="dt"/>
          </p:nvPr>
        </p:nvSpPr>
        <p:spPr>
          <a:xfrm>
            <a:off x="7602587" y="6202177"/>
            <a:ext cx="778320"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b="0" i="0" sz="1000">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30" name="Google Shape;30;p3"/>
          <p:cNvCxnSpPr/>
          <p:nvPr/>
        </p:nvCxnSpPr>
        <p:spPr>
          <a:xfrm>
            <a:off x="8400500" y="6270568"/>
            <a:ext cx="0" cy="160020"/>
          </a:xfrm>
          <a:prstGeom prst="straightConnector1">
            <a:avLst/>
          </a:prstGeom>
          <a:noFill/>
          <a:ln cap="flat" cmpd="sng" w="9525">
            <a:solidFill>
              <a:schemeClr val="dk1"/>
            </a:solidFill>
            <a:prstDash val="solid"/>
            <a:round/>
            <a:headEnd len="sm" w="sm" type="none"/>
            <a:tailEnd len="sm" w="sm" type="none"/>
          </a:ln>
        </p:spPr>
      </p:cxnSp>
      <p:sp>
        <p:nvSpPr>
          <p:cNvPr id="31" name="Google Shape;31;p3"/>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lvl1pPr indent="0" lvl="0" marL="0" algn="ctr">
              <a:spcBef>
                <a:spcPts val="0"/>
              </a:spcBef>
              <a:buNone/>
              <a:defRPr b="1" i="0" sz="1000" u="none" cap="none" strike="noStrike">
                <a:solidFill>
                  <a:schemeClr val="dk1"/>
                </a:solidFill>
                <a:latin typeface="Arial"/>
                <a:ea typeface="Arial"/>
                <a:cs typeface="Arial"/>
                <a:sym typeface="Arial"/>
              </a:defRPr>
            </a:lvl1pPr>
            <a:lvl2pPr indent="0" lvl="1" marL="0" algn="ctr">
              <a:spcBef>
                <a:spcPts val="0"/>
              </a:spcBef>
              <a:buNone/>
              <a:defRPr b="1" i="0" sz="1000" u="none" cap="none" strike="noStrike">
                <a:solidFill>
                  <a:schemeClr val="dk1"/>
                </a:solidFill>
                <a:latin typeface="Arial"/>
                <a:ea typeface="Arial"/>
                <a:cs typeface="Arial"/>
                <a:sym typeface="Arial"/>
              </a:defRPr>
            </a:lvl2pPr>
            <a:lvl3pPr indent="0" lvl="2" marL="0" algn="ctr">
              <a:spcBef>
                <a:spcPts val="0"/>
              </a:spcBef>
              <a:buNone/>
              <a:defRPr b="1" i="0" sz="1000" u="none" cap="none" strike="noStrike">
                <a:solidFill>
                  <a:schemeClr val="dk1"/>
                </a:solidFill>
                <a:latin typeface="Arial"/>
                <a:ea typeface="Arial"/>
                <a:cs typeface="Arial"/>
                <a:sym typeface="Arial"/>
              </a:defRPr>
            </a:lvl3pPr>
            <a:lvl4pPr indent="0" lvl="3" marL="0" algn="ctr">
              <a:spcBef>
                <a:spcPts val="0"/>
              </a:spcBef>
              <a:buNone/>
              <a:defRPr b="1" i="0" sz="1000" u="none" cap="none" strike="noStrike">
                <a:solidFill>
                  <a:schemeClr val="dk1"/>
                </a:solidFill>
                <a:latin typeface="Arial"/>
                <a:ea typeface="Arial"/>
                <a:cs typeface="Arial"/>
                <a:sym typeface="Arial"/>
              </a:defRPr>
            </a:lvl4pPr>
            <a:lvl5pPr indent="0" lvl="4" marL="0" algn="ctr">
              <a:spcBef>
                <a:spcPts val="0"/>
              </a:spcBef>
              <a:buNone/>
              <a:defRPr b="1" i="0" sz="1000" u="none" cap="none" strike="noStrike">
                <a:solidFill>
                  <a:schemeClr val="dk1"/>
                </a:solidFill>
                <a:latin typeface="Arial"/>
                <a:ea typeface="Arial"/>
                <a:cs typeface="Arial"/>
                <a:sym typeface="Arial"/>
              </a:defRPr>
            </a:lvl5pPr>
            <a:lvl6pPr indent="0" lvl="5" marL="0" algn="ctr">
              <a:spcBef>
                <a:spcPts val="0"/>
              </a:spcBef>
              <a:buNone/>
              <a:defRPr b="1" i="0" sz="1000" u="none" cap="none" strike="noStrike">
                <a:solidFill>
                  <a:schemeClr val="dk1"/>
                </a:solidFill>
                <a:latin typeface="Arial"/>
                <a:ea typeface="Arial"/>
                <a:cs typeface="Arial"/>
                <a:sym typeface="Arial"/>
              </a:defRPr>
            </a:lvl6pPr>
            <a:lvl7pPr indent="0" lvl="6" marL="0" algn="ctr">
              <a:spcBef>
                <a:spcPts val="0"/>
              </a:spcBef>
              <a:buNone/>
              <a:defRPr b="1" i="0" sz="1000" u="none" cap="none" strike="noStrike">
                <a:solidFill>
                  <a:schemeClr val="dk1"/>
                </a:solidFill>
                <a:latin typeface="Arial"/>
                <a:ea typeface="Arial"/>
                <a:cs typeface="Arial"/>
                <a:sym typeface="Arial"/>
              </a:defRPr>
            </a:lvl7pPr>
            <a:lvl8pPr indent="0" lvl="7" marL="0" algn="ctr">
              <a:spcBef>
                <a:spcPts val="0"/>
              </a:spcBef>
              <a:buNone/>
              <a:defRPr b="1" i="0" sz="1000" u="none" cap="none" strike="noStrike">
                <a:solidFill>
                  <a:schemeClr val="dk1"/>
                </a:solidFill>
                <a:latin typeface="Arial"/>
                <a:ea typeface="Arial"/>
                <a:cs typeface="Arial"/>
                <a:sym typeface="Arial"/>
              </a:defRPr>
            </a:lvl8pPr>
            <a:lvl9pPr indent="0" lvl="8" marL="0" algn="ctr">
              <a:spcBef>
                <a:spcPts val="0"/>
              </a:spcBef>
              <a:buNone/>
              <a:defRPr b="1" i="0" sz="1000" u="none" cap="none" strike="noStrike">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32">
          <p15:clr>
            <a:srgbClr val="FBAE40"/>
          </p15:clr>
        </p15:guide>
        <p15:guide id="7" pos="984">
          <p15:clr>
            <a:srgbClr val="FBAE40"/>
          </p15:clr>
        </p15:guide>
        <p15:guide id="8" pos="696">
          <p15:clr>
            <a:srgbClr val="FBAE40"/>
          </p15:clr>
        </p15:guide>
        <p15:guide id="9" pos="115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 Copy &amp; Pic/Chart">
  <p:cSld name="Content Slide - Copy &amp; Pic/Chart">
    <p:bg>
      <p:bgPr>
        <a:solidFill>
          <a:schemeClr val="accent4"/>
        </a:solidFill>
      </p:bgPr>
    </p:bg>
    <p:spTree>
      <p:nvGrpSpPr>
        <p:cNvPr id="32" name="Shape 32"/>
        <p:cNvGrpSpPr/>
        <p:nvPr/>
      </p:nvGrpSpPr>
      <p:grpSpPr>
        <a:xfrm>
          <a:off x="0" y="0"/>
          <a:ext cx="0" cy="0"/>
          <a:chOff x="0" y="0"/>
          <a:chExt cx="0" cy="0"/>
        </a:xfrm>
      </p:grpSpPr>
      <p:pic>
        <p:nvPicPr>
          <p:cNvPr id="33" name="Google Shape;33;p4"/>
          <p:cNvPicPr preferRelativeResize="0"/>
          <p:nvPr/>
        </p:nvPicPr>
        <p:blipFill rotWithShape="1">
          <a:blip r:embed="rId2">
            <a:alphaModFix/>
          </a:blip>
          <a:srcRect b="0" l="0" r="0" t="0"/>
          <a:stretch/>
        </p:blipFill>
        <p:spPr>
          <a:xfrm>
            <a:off x="5257" y="0"/>
            <a:ext cx="8636000" cy="914400"/>
          </a:xfrm>
          <a:prstGeom prst="rect">
            <a:avLst/>
          </a:prstGeom>
          <a:noFill/>
          <a:ln>
            <a:noFill/>
          </a:ln>
        </p:spPr>
      </p:pic>
      <p:sp>
        <p:nvSpPr>
          <p:cNvPr id="34" name="Google Shape;34;p4"/>
          <p:cNvSpPr txBox="1"/>
          <p:nvPr>
            <p:ph type="ctrTitle"/>
          </p:nvPr>
        </p:nvSpPr>
        <p:spPr>
          <a:xfrm>
            <a:off x="1117214" y="442674"/>
            <a:ext cx="6925732" cy="512448"/>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lt2"/>
              </a:buClr>
              <a:buSzPts val="3600"/>
              <a:buFont typeface="Arial"/>
              <a:buNone/>
              <a:defRPr b="1" i="1" sz="3600" cap="none">
                <a:solidFill>
                  <a:schemeClr val="lt2"/>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
          <p:cNvSpPr txBox="1"/>
          <p:nvPr>
            <p:ph idx="1" type="subTitle"/>
          </p:nvPr>
        </p:nvSpPr>
        <p:spPr>
          <a:xfrm>
            <a:off x="1117679" y="1345166"/>
            <a:ext cx="5466371" cy="338554"/>
          </a:xfrm>
          <a:prstGeom prst="rect">
            <a:avLst/>
          </a:prstGeom>
          <a:noFill/>
          <a:ln>
            <a:noFill/>
          </a:ln>
        </p:spPr>
        <p:txBody>
          <a:bodyPr anchorCtr="0" anchor="t" bIns="0" lIns="0" spcFirstLastPara="1" rIns="0" wrap="square" tIns="0">
            <a:spAutoFit/>
          </a:bodyPr>
          <a:lstStyle>
            <a:lvl1pPr lvl="0" algn="l">
              <a:lnSpc>
                <a:spcPct val="100000"/>
              </a:lnSpc>
              <a:spcBef>
                <a:spcPts val="1000"/>
              </a:spcBef>
              <a:spcAft>
                <a:spcPts val="0"/>
              </a:spcAft>
              <a:buSzPts val="2200"/>
              <a:buNone/>
              <a:defRPr b="1" i="0" sz="2200">
                <a:solidFill>
                  <a:schemeClr val="accent2"/>
                </a:solidFill>
                <a:latin typeface="Arial"/>
                <a:ea typeface="Arial"/>
                <a:cs typeface="Arial"/>
                <a:sym typeface="Arial"/>
              </a:defRPr>
            </a:lvl1pPr>
            <a:lvl2pPr lvl="1" algn="ctr">
              <a:lnSpc>
                <a:spcPct val="100000"/>
              </a:lnSpc>
              <a:spcBef>
                <a:spcPts val="1000"/>
              </a:spcBef>
              <a:spcAft>
                <a:spcPts val="0"/>
              </a:spcAft>
              <a:buSzPts val="1900"/>
              <a:buNone/>
              <a:defRPr sz="1900"/>
            </a:lvl2pPr>
            <a:lvl3pPr lvl="2" algn="ctr">
              <a:lnSpc>
                <a:spcPct val="100000"/>
              </a:lnSpc>
              <a:spcBef>
                <a:spcPts val="1000"/>
              </a:spcBef>
              <a:spcAft>
                <a:spcPts val="0"/>
              </a:spcAft>
              <a:buSzPts val="1800"/>
              <a:buNone/>
              <a:defRPr sz="1800"/>
            </a:lvl3pPr>
            <a:lvl4pPr lvl="3" algn="ctr">
              <a:lnSpc>
                <a:spcPct val="100000"/>
              </a:lnSpc>
              <a:spcBef>
                <a:spcPts val="1000"/>
              </a:spcBef>
              <a:spcAft>
                <a:spcPts val="0"/>
              </a:spcAft>
              <a:buSzPts val="1600"/>
              <a:buNone/>
              <a:defRPr sz="1600"/>
            </a:lvl4pPr>
            <a:lvl5pPr lvl="4" algn="ctr">
              <a:lnSpc>
                <a:spcPct val="100000"/>
              </a:lnSpc>
              <a:spcBef>
                <a:spcPts val="1000"/>
              </a:spcBef>
              <a:spcAft>
                <a:spcPts val="0"/>
              </a:spcAft>
              <a:buSzPts val="1600"/>
              <a:buNone/>
              <a:defRPr sz="1600"/>
            </a:lvl5pPr>
            <a:lvl6pPr lvl="5" algn="ctr">
              <a:lnSpc>
                <a:spcPct val="100000"/>
              </a:lnSpc>
              <a:spcBef>
                <a:spcPts val="1000"/>
              </a:spcBef>
              <a:spcAft>
                <a:spcPts val="0"/>
              </a:spcAft>
              <a:buSzPts val="1600"/>
              <a:buNone/>
              <a:defRPr sz="1600"/>
            </a:lvl6pPr>
            <a:lvl7pPr lvl="6" algn="ctr">
              <a:lnSpc>
                <a:spcPct val="100000"/>
              </a:lnSpc>
              <a:spcBef>
                <a:spcPts val="1000"/>
              </a:spcBef>
              <a:spcAft>
                <a:spcPts val="0"/>
              </a:spcAft>
              <a:buSzPts val="1600"/>
              <a:buNone/>
              <a:defRPr sz="1600"/>
            </a:lvl7pPr>
            <a:lvl8pPr lvl="7" algn="ctr">
              <a:lnSpc>
                <a:spcPct val="100000"/>
              </a:lnSpc>
              <a:spcBef>
                <a:spcPts val="1000"/>
              </a:spcBef>
              <a:spcAft>
                <a:spcPts val="0"/>
              </a:spcAft>
              <a:buSzPts val="1600"/>
              <a:buNone/>
              <a:defRPr sz="1600"/>
            </a:lvl8pPr>
            <a:lvl9pPr lvl="8" algn="ctr">
              <a:lnSpc>
                <a:spcPct val="100000"/>
              </a:lnSpc>
              <a:spcBef>
                <a:spcPts val="1000"/>
              </a:spcBef>
              <a:spcAft>
                <a:spcPts val="0"/>
              </a:spcAft>
              <a:buSzPts val="1600"/>
              <a:buNone/>
              <a:defRPr sz="1600"/>
            </a:lvl9pPr>
          </a:lstStyle>
          <a:p/>
        </p:txBody>
      </p:sp>
      <p:sp>
        <p:nvSpPr>
          <p:cNvPr id="36" name="Google Shape;36;p4"/>
          <p:cNvSpPr txBox="1"/>
          <p:nvPr>
            <p:ph idx="2" type="body"/>
          </p:nvPr>
        </p:nvSpPr>
        <p:spPr>
          <a:xfrm>
            <a:off x="1128501" y="1917388"/>
            <a:ext cx="3443499" cy="3411537"/>
          </a:xfrm>
          <a:prstGeom prst="rect">
            <a:avLst/>
          </a:prstGeom>
          <a:noFill/>
          <a:ln>
            <a:noFill/>
          </a:ln>
        </p:spPr>
        <p:txBody>
          <a:bodyPr anchorCtr="0" anchor="t" bIns="0" lIns="0" spcFirstLastPara="1" rIns="0" wrap="square" tIns="0">
            <a:normAutofit/>
          </a:bodyPr>
          <a:lstStyle>
            <a:lvl1pPr indent="-342900" lvl="0" marL="457200" marR="0" algn="l">
              <a:lnSpc>
                <a:spcPct val="100000"/>
              </a:lnSpc>
              <a:spcBef>
                <a:spcPts val="0"/>
              </a:spcBef>
              <a:spcAft>
                <a:spcPts val="0"/>
              </a:spcAft>
              <a:buClr>
                <a:schemeClr val="dk1"/>
              </a:buClr>
              <a:buSzPts val="1800"/>
              <a:buFont typeface="Noto Sans Symbols"/>
              <a:buChar char="▪"/>
              <a:defRPr b="0" i="0" sz="1800">
                <a:solidFill>
                  <a:schemeClr val="dk1"/>
                </a:solidFill>
                <a:latin typeface="Arial"/>
                <a:ea typeface="Arial"/>
                <a:cs typeface="Arial"/>
                <a:sym typeface="Arial"/>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descr="Picture or Chart" id="37" name="Google Shape;37;p4"/>
          <p:cNvSpPr txBox="1"/>
          <p:nvPr>
            <p:ph idx="3" type="body"/>
          </p:nvPr>
        </p:nvSpPr>
        <p:spPr>
          <a:xfrm>
            <a:off x="4765675" y="1920875"/>
            <a:ext cx="3965575" cy="2982913"/>
          </a:xfrm>
          <a:prstGeom prst="rect">
            <a:avLst/>
          </a:prstGeom>
          <a:noFill/>
          <a:ln>
            <a:noFill/>
          </a:ln>
        </p:spPr>
        <p:txBody>
          <a:bodyPr anchorCtr="0" anchor="ctr" bIns="0" lIns="0" spcFirstLastPara="1" rIns="0" wrap="square" tIns="0">
            <a:normAutofit/>
          </a:bodyPr>
          <a:lstStyle>
            <a:lvl1pPr indent="-342900" lvl="0" marL="457200" algn="ctr">
              <a:lnSpc>
                <a:spcPct val="100000"/>
              </a:lnSpc>
              <a:spcBef>
                <a:spcPts val="1000"/>
              </a:spcBef>
              <a:spcAft>
                <a:spcPts val="0"/>
              </a:spcAft>
              <a:buSzPts val="1800"/>
              <a:buChar char="•"/>
              <a:defRPr b="0" i="0">
                <a:solidFill>
                  <a:schemeClr val="dk1"/>
                </a:solidFill>
                <a:latin typeface="Arial"/>
                <a:ea typeface="Arial"/>
                <a:cs typeface="Arial"/>
                <a:sym typeface="Arial"/>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228600" lvl="3" marL="1828800" algn="ctr">
              <a:lnSpc>
                <a:spcPct val="100000"/>
              </a:lnSpc>
              <a:spcBef>
                <a:spcPts val="1000"/>
              </a:spcBef>
              <a:spcAft>
                <a:spcPts val="0"/>
              </a:spcAft>
              <a:buSzPts val="1600"/>
              <a:buNone/>
              <a:defRPr>
                <a:solidFill>
                  <a:schemeClr val="dk1"/>
                </a:solidFill>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38" name="Google Shape;38;p4"/>
          <p:cNvSpPr txBox="1"/>
          <p:nvPr>
            <p:ph idx="10" type="dt"/>
          </p:nvPr>
        </p:nvSpPr>
        <p:spPr>
          <a:xfrm>
            <a:off x="7537270" y="6202177"/>
            <a:ext cx="843637"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b="0" i="0" sz="1000">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39" name="Google Shape;39;p4"/>
          <p:cNvCxnSpPr/>
          <p:nvPr/>
        </p:nvCxnSpPr>
        <p:spPr>
          <a:xfrm>
            <a:off x="8400500" y="6270568"/>
            <a:ext cx="0" cy="160020"/>
          </a:xfrm>
          <a:prstGeom prst="straightConnector1">
            <a:avLst/>
          </a:prstGeom>
          <a:noFill/>
          <a:ln cap="flat" cmpd="sng" w="9525">
            <a:solidFill>
              <a:schemeClr val="dk1"/>
            </a:solidFill>
            <a:prstDash val="solid"/>
            <a:round/>
            <a:headEnd len="sm" w="sm" type="none"/>
            <a:tailEnd len="sm" w="sm" type="none"/>
          </a:ln>
        </p:spPr>
      </p:cxnSp>
      <p:sp>
        <p:nvSpPr>
          <p:cNvPr id="40" name="Google Shape;40;p4"/>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lvl1pPr indent="0" lvl="0" marL="0" algn="ctr">
              <a:spcBef>
                <a:spcPts val="0"/>
              </a:spcBef>
              <a:buNone/>
              <a:defRPr b="1" i="0" sz="1000" u="none" cap="none" strike="noStrike">
                <a:solidFill>
                  <a:schemeClr val="dk1"/>
                </a:solidFill>
                <a:latin typeface="Arial"/>
                <a:ea typeface="Arial"/>
                <a:cs typeface="Arial"/>
                <a:sym typeface="Arial"/>
              </a:defRPr>
            </a:lvl1pPr>
            <a:lvl2pPr indent="0" lvl="1" marL="0" algn="ctr">
              <a:spcBef>
                <a:spcPts val="0"/>
              </a:spcBef>
              <a:buNone/>
              <a:defRPr b="1" i="0" sz="1000" u="none" cap="none" strike="noStrike">
                <a:solidFill>
                  <a:schemeClr val="dk1"/>
                </a:solidFill>
                <a:latin typeface="Arial"/>
                <a:ea typeface="Arial"/>
                <a:cs typeface="Arial"/>
                <a:sym typeface="Arial"/>
              </a:defRPr>
            </a:lvl2pPr>
            <a:lvl3pPr indent="0" lvl="2" marL="0" algn="ctr">
              <a:spcBef>
                <a:spcPts val="0"/>
              </a:spcBef>
              <a:buNone/>
              <a:defRPr b="1" i="0" sz="1000" u="none" cap="none" strike="noStrike">
                <a:solidFill>
                  <a:schemeClr val="dk1"/>
                </a:solidFill>
                <a:latin typeface="Arial"/>
                <a:ea typeface="Arial"/>
                <a:cs typeface="Arial"/>
                <a:sym typeface="Arial"/>
              </a:defRPr>
            </a:lvl3pPr>
            <a:lvl4pPr indent="0" lvl="3" marL="0" algn="ctr">
              <a:spcBef>
                <a:spcPts val="0"/>
              </a:spcBef>
              <a:buNone/>
              <a:defRPr b="1" i="0" sz="1000" u="none" cap="none" strike="noStrike">
                <a:solidFill>
                  <a:schemeClr val="dk1"/>
                </a:solidFill>
                <a:latin typeface="Arial"/>
                <a:ea typeface="Arial"/>
                <a:cs typeface="Arial"/>
                <a:sym typeface="Arial"/>
              </a:defRPr>
            </a:lvl4pPr>
            <a:lvl5pPr indent="0" lvl="4" marL="0" algn="ctr">
              <a:spcBef>
                <a:spcPts val="0"/>
              </a:spcBef>
              <a:buNone/>
              <a:defRPr b="1" i="0" sz="1000" u="none" cap="none" strike="noStrike">
                <a:solidFill>
                  <a:schemeClr val="dk1"/>
                </a:solidFill>
                <a:latin typeface="Arial"/>
                <a:ea typeface="Arial"/>
                <a:cs typeface="Arial"/>
                <a:sym typeface="Arial"/>
              </a:defRPr>
            </a:lvl5pPr>
            <a:lvl6pPr indent="0" lvl="5" marL="0" algn="ctr">
              <a:spcBef>
                <a:spcPts val="0"/>
              </a:spcBef>
              <a:buNone/>
              <a:defRPr b="1" i="0" sz="1000" u="none" cap="none" strike="noStrike">
                <a:solidFill>
                  <a:schemeClr val="dk1"/>
                </a:solidFill>
                <a:latin typeface="Arial"/>
                <a:ea typeface="Arial"/>
                <a:cs typeface="Arial"/>
                <a:sym typeface="Arial"/>
              </a:defRPr>
            </a:lvl6pPr>
            <a:lvl7pPr indent="0" lvl="6" marL="0" algn="ctr">
              <a:spcBef>
                <a:spcPts val="0"/>
              </a:spcBef>
              <a:buNone/>
              <a:defRPr b="1" i="0" sz="1000" u="none" cap="none" strike="noStrike">
                <a:solidFill>
                  <a:schemeClr val="dk1"/>
                </a:solidFill>
                <a:latin typeface="Arial"/>
                <a:ea typeface="Arial"/>
                <a:cs typeface="Arial"/>
                <a:sym typeface="Arial"/>
              </a:defRPr>
            </a:lvl7pPr>
            <a:lvl8pPr indent="0" lvl="7" marL="0" algn="ctr">
              <a:spcBef>
                <a:spcPts val="0"/>
              </a:spcBef>
              <a:buNone/>
              <a:defRPr b="1" i="0" sz="1000" u="none" cap="none" strike="noStrike">
                <a:solidFill>
                  <a:schemeClr val="dk1"/>
                </a:solidFill>
                <a:latin typeface="Arial"/>
                <a:ea typeface="Arial"/>
                <a:cs typeface="Arial"/>
                <a:sym typeface="Arial"/>
              </a:defRPr>
            </a:lvl8pPr>
            <a:lvl9pPr indent="0" lvl="8" marL="0" algn="ctr">
              <a:spcBef>
                <a:spcPts val="0"/>
              </a:spcBef>
              <a:buNone/>
              <a:defRPr b="1" i="0" sz="1000" u="none" cap="none" strike="noStrike">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69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p:cSld name="Closing Slide">
    <p:bg>
      <p:bgPr>
        <a:solidFill>
          <a:schemeClr val="accent2"/>
        </a:solidFill>
      </p:bgPr>
    </p:bg>
    <p:spTree>
      <p:nvGrpSpPr>
        <p:cNvPr id="41" name="Shape 41"/>
        <p:cNvGrpSpPr/>
        <p:nvPr/>
      </p:nvGrpSpPr>
      <p:grpSpPr>
        <a:xfrm>
          <a:off x="0" y="0"/>
          <a:ext cx="0" cy="0"/>
          <a:chOff x="0" y="0"/>
          <a:chExt cx="0" cy="0"/>
        </a:xfrm>
      </p:grpSpPr>
      <p:sp>
        <p:nvSpPr>
          <p:cNvPr id="42" name="Google Shape;42;p5"/>
          <p:cNvSpPr/>
          <p:nvPr/>
        </p:nvSpPr>
        <p:spPr>
          <a:xfrm>
            <a:off x="0" y="0"/>
            <a:ext cx="9144000" cy="6858000"/>
          </a:xfrm>
          <a:prstGeom prst="rect">
            <a:avLst/>
          </a:prstGeom>
          <a:solidFill>
            <a:schemeClr val="lt2"/>
          </a:solidFill>
          <a:ln cap="flat" cmpd="sng" w="127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3" name="Google Shape;43;p5"/>
          <p:cNvSpPr txBox="1"/>
          <p:nvPr>
            <p:ph type="ctrTitle"/>
          </p:nvPr>
        </p:nvSpPr>
        <p:spPr>
          <a:xfrm>
            <a:off x="1089144" y="1557666"/>
            <a:ext cx="5500897" cy="85408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dk1"/>
              </a:buClr>
              <a:buSzPts val="6000"/>
              <a:buFont typeface="Arial"/>
              <a:buNone/>
              <a:defRPr b="1" i="1" sz="60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5"/>
          <p:cNvSpPr txBox="1"/>
          <p:nvPr>
            <p:ph idx="1" type="body"/>
          </p:nvPr>
        </p:nvSpPr>
        <p:spPr>
          <a:xfrm>
            <a:off x="1107311" y="2578489"/>
            <a:ext cx="5500891" cy="88079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dk1"/>
              </a:buClr>
              <a:buSzPts val="1800"/>
              <a:buFont typeface="Arial"/>
              <a:buNone/>
              <a:defRPr b="0" i="0" sz="1800">
                <a:solidFill>
                  <a:schemeClr val="dk1"/>
                </a:solidFill>
                <a:latin typeface="Arial"/>
                <a:ea typeface="Arial"/>
                <a:cs typeface="Arial"/>
                <a:sym typeface="Arial"/>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pic>
        <p:nvPicPr>
          <p:cNvPr id="45" name="Google Shape;45;p5"/>
          <p:cNvPicPr preferRelativeResize="0"/>
          <p:nvPr/>
        </p:nvPicPr>
        <p:blipFill rotWithShape="1">
          <a:blip r:embed="rId2">
            <a:alphaModFix/>
          </a:blip>
          <a:srcRect b="0" l="0" r="0" t="0"/>
          <a:stretch/>
        </p:blipFill>
        <p:spPr>
          <a:xfrm>
            <a:off x="7366000" y="0"/>
            <a:ext cx="1778000" cy="6858000"/>
          </a:xfrm>
          <a:prstGeom prst="rect">
            <a:avLst/>
          </a:prstGeom>
          <a:noFill/>
          <a:ln>
            <a:noFill/>
          </a:ln>
        </p:spPr>
      </p:pic>
      <p:sp>
        <p:nvSpPr>
          <p:cNvPr id="46" name="Google Shape;46;p5"/>
          <p:cNvSpPr txBox="1"/>
          <p:nvPr>
            <p:ph idx="10" type="dt"/>
          </p:nvPr>
        </p:nvSpPr>
        <p:spPr>
          <a:xfrm>
            <a:off x="7563394" y="6202177"/>
            <a:ext cx="817513"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accent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47" name="Google Shape;47;p5"/>
          <p:cNvCxnSpPr/>
          <p:nvPr/>
        </p:nvCxnSpPr>
        <p:spPr>
          <a:xfrm>
            <a:off x="8400500" y="6270568"/>
            <a:ext cx="0" cy="160020"/>
          </a:xfrm>
          <a:prstGeom prst="straightConnector1">
            <a:avLst/>
          </a:prstGeom>
          <a:noFill/>
          <a:ln cap="flat" cmpd="sng" w="9525">
            <a:solidFill>
              <a:schemeClr val="accent4"/>
            </a:solidFill>
            <a:prstDash val="solid"/>
            <a:round/>
            <a:headEnd len="sm" w="sm" type="none"/>
            <a:tailEnd len="sm" w="sm" type="none"/>
          </a:ln>
        </p:spPr>
      </p:cxnSp>
      <p:sp>
        <p:nvSpPr>
          <p:cNvPr id="48" name="Google Shape;48;p5"/>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lvl1pPr indent="0" lvl="0" marL="0" algn="ctr">
              <a:spcBef>
                <a:spcPts val="0"/>
              </a:spcBef>
              <a:buNone/>
              <a:defRPr b="1" i="0" sz="1000">
                <a:solidFill>
                  <a:schemeClr val="accent4"/>
                </a:solidFill>
                <a:latin typeface="Arial"/>
                <a:ea typeface="Arial"/>
                <a:cs typeface="Arial"/>
                <a:sym typeface="Arial"/>
              </a:defRPr>
            </a:lvl1pPr>
            <a:lvl2pPr indent="0" lvl="1" marL="0" algn="ctr">
              <a:spcBef>
                <a:spcPts val="0"/>
              </a:spcBef>
              <a:buNone/>
              <a:defRPr b="1" i="0" sz="1000">
                <a:solidFill>
                  <a:schemeClr val="accent4"/>
                </a:solidFill>
                <a:latin typeface="Arial"/>
                <a:ea typeface="Arial"/>
                <a:cs typeface="Arial"/>
                <a:sym typeface="Arial"/>
              </a:defRPr>
            </a:lvl2pPr>
            <a:lvl3pPr indent="0" lvl="2" marL="0" algn="ctr">
              <a:spcBef>
                <a:spcPts val="0"/>
              </a:spcBef>
              <a:buNone/>
              <a:defRPr b="1" i="0" sz="1000">
                <a:solidFill>
                  <a:schemeClr val="accent4"/>
                </a:solidFill>
                <a:latin typeface="Arial"/>
                <a:ea typeface="Arial"/>
                <a:cs typeface="Arial"/>
                <a:sym typeface="Arial"/>
              </a:defRPr>
            </a:lvl3pPr>
            <a:lvl4pPr indent="0" lvl="3" marL="0" algn="ctr">
              <a:spcBef>
                <a:spcPts val="0"/>
              </a:spcBef>
              <a:buNone/>
              <a:defRPr b="1" i="0" sz="1000">
                <a:solidFill>
                  <a:schemeClr val="accent4"/>
                </a:solidFill>
                <a:latin typeface="Arial"/>
                <a:ea typeface="Arial"/>
                <a:cs typeface="Arial"/>
                <a:sym typeface="Arial"/>
              </a:defRPr>
            </a:lvl4pPr>
            <a:lvl5pPr indent="0" lvl="4" marL="0" algn="ctr">
              <a:spcBef>
                <a:spcPts val="0"/>
              </a:spcBef>
              <a:buNone/>
              <a:defRPr b="1" i="0" sz="1000">
                <a:solidFill>
                  <a:schemeClr val="accent4"/>
                </a:solidFill>
                <a:latin typeface="Arial"/>
                <a:ea typeface="Arial"/>
                <a:cs typeface="Arial"/>
                <a:sym typeface="Arial"/>
              </a:defRPr>
            </a:lvl5pPr>
            <a:lvl6pPr indent="0" lvl="5" marL="0" algn="ctr">
              <a:spcBef>
                <a:spcPts val="0"/>
              </a:spcBef>
              <a:buNone/>
              <a:defRPr b="1" i="0" sz="1000">
                <a:solidFill>
                  <a:schemeClr val="accent4"/>
                </a:solidFill>
                <a:latin typeface="Arial"/>
                <a:ea typeface="Arial"/>
                <a:cs typeface="Arial"/>
                <a:sym typeface="Arial"/>
              </a:defRPr>
            </a:lvl6pPr>
            <a:lvl7pPr indent="0" lvl="6" marL="0" algn="ctr">
              <a:spcBef>
                <a:spcPts val="0"/>
              </a:spcBef>
              <a:buNone/>
              <a:defRPr b="1" i="0" sz="1000">
                <a:solidFill>
                  <a:schemeClr val="accent4"/>
                </a:solidFill>
                <a:latin typeface="Arial"/>
                <a:ea typeface="Arial"/>
                <a:cs typeface="Arial"/>
                <a:sym typeface="Arial"/>
              </a:defRPr>
            </a:lvl7pPr>
            <a:lvl8pPr indent="0" lvl="7" marL="0" algn="ctr">
              <a:spcBef>
                <a:spcPts val="0"/>
              </a:spcBef>
              <a:buNone/>
              <a:defRPr b="1" i="0" sz="1000">
                <a:solidFill>
                  <a:schemeClr val="accent4"/>
                </a:solidFill>
                <a:latin typeface="Arial"/>
                <a:ea typeface="Arial"/>
                <a:cs typeface="Arial"/>
                <a:sym typeface="Arial"/>
              </a:defRPr>
            </a:lvl8pPr>
            <a:lvl9pPr indent="0" lvl="8" marL="0" algn="ctr">
              <a:spcBef>
                <a:spcPts val="0"/>
              </a:spcBef>
              <a:buNone/>
              <a:defRPr b="1" i="0" sz="1000">
                <a:solidFill>
                  <a:schemeClr val="accent4"/>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69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cessibility Statement">
  <p:cSld name="Accessibility Statement">
    <p:bg>
      <p:bgPr>
        <a:solidFill>
          <a:schemeClr val="accent4"/>
        </a:solidFill>
      </p:bgPr>
    </p:bg>
    <p:spTree>
      <p:nvGrpSpPr>
        <p:cNvPr id="56" name="Shape 56"/>
        <p:cNvGrpSpPr/>
        <p:nvPr/>
      </p:nvGrpSpPr>
      <p:grpSpPr>
        <a:xfrm>
          <a:off x="0" y="0"/>
          <a:ext cx="0" cy="0"/>
          <a:chOff x="0" y="0"/>
          <a:chExt cx="0" cy="0"/>
        </a:xfrm>
      </p:grpSpPr>
      <p:sp>
        <p:nvSpPr>
          <p:cNvPr id="57" name="Google Shape;57;p7"/>
          <p:cNvSpPr txBox="1"/>
          <p:nvPr/>
        </p:nvSpPr>
        <p:spPr>
          <a:xfrm>
            <a:off x="1110838" y="1877220"/>
            <a:ext cx="6128758" cy="193899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chemeClr val="lt1"/>
                </a:solidFill>
                <a:latin typeface="Arial"/>
                <a:ea typeface="Arial"/>
                <a:cs typeface="Arial"/>
                <a:sym typeface="Arial"/>
              </a:rPr>
              <a:t>Support the Purdue University brand in your presentations by using a brand-friendly template. This template uses an accessible master layout. Please note that some changes </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to the PowerPoint template could impact accessibility by those with disabilities. Follow the instructions provided by Microsoft Office to ensure that your PowerPoint presentations are accessible to all users:</a:t>
            </a:r>
            <a:endParaRPr sz="1800">
              <a:solidFill>
                <a:schemeClr val="lt1"/>
              </a:solidFill>
              <a:latin typeface="Arial"/>
              <a:ea typeface="Arial"/>
              <a:cs typeface="Arial"/>
              <a:sym typeface="Arial"/>
            </a:endParaRPr>
          </a:p>
        </p:txBody>
      </p:sp>
      <p:sp>
        <p:nvSpPr>
          <p:cNvPr descr="PPT Accessibility URL" id="58" name="Google Shape;58;p7"/>
          <p:cNvSpPr txBox="1"/>
          <p:nvPr>
            <p:ph type="ctrTitle"/>
          </p:nvPr>
        </p:nvSpPr>
        <p:spPr>
          <a:xfrm>
            <a:off x="1110837" y="4133385"/>
            <a:ext cx="5765747" cy="754822"/>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lt1"/>
              </a:buClr>
              <a:buSzPts val="1800"/>
              <a:buFont typeface="Arial"/>
              <a:buNone/>
              <a:defRPr b="0" i="0" sz="1800" cap="none">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descr="Purdue Logo" id="59" name="Google Shape;59;p7"/>
          <p:cNvPicPr preferRelativeResize="0"/>
          <p:nvPr/>
        </p:nvPicPr>
        <p:blipFill rotWithShape="1">
          <a:blip r:embed="rId2">
            <a:alphaModFix/>
          </a:blip>
          <a:srcRect b="0" l="0" r="0" t="0"/>
          <a:stretch/>
        </p:blipFill>
        <p:spPr>
          <a:xfrm>
            <a:off x="383868" y="6059042"/>
            <a:ext cx="1908400" cy="341599"/>
          </a:xfrm>
          <a:prstGeom prst="rect">
            <a:avLst/>
          </a:prstGeom>
          <a:noFill/>
          <a:ln>
            <a:noFill/>
          </a:ln>
        </p:spPr>
      </p:pic>
      <p:pic>
        <p:nvPicPr>
          <p:cNvPr id="60" name="Google Shape;60;p7"/>
          <p:cNvPicPr preferRelativeResize="0"/>
          <p:nvPr/>
        </p:nvPicPr>
        <p:blipFill rotWithShape="1">
          <a:blip r:embed="rId3">
            <a:alphaModFix/>
          </a:blip>
          <a:srcRect b="0" l="0" r="0" t="0"/>
          <a:stretch/>
        </p:blipFill>
        <p:spPr>
          <a:xfrm>
            <a:off x="7366000" y="0"/>
            <a:ext cx="1778000" cy="6858000"/>
          </a:xfrm>
          <a:prstGeom prst="rect">
            <a:avLst/>
          </a:prstGeom>
          <a:noFill/>
          <a:ln>
            <a:noFill/>
          </a:ln>
        </p:spPr>
      </p:pic>
      <p:sp>
        <p:nvSpPr>
          <p:cNvPr id="61" name="Google Shape;61;p7"/>
          <p:cNvSpPr txBox="1"/>
          <p:nvPr>
            <p:ph idx="10" type="dt"/>
          </p:nvPr>
        </p:nvSpPr>
        <p:spPr>
          <a:xfrm>
            <a:off x="7524206" y="6202177"/>
            <a:ext cx="856701"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accent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62" name="Google Shape;62;p7"/>
          <p:cNvCxnSpPr/>
          <p:nvPr/>
        </p:nvCxnSpPr>
        <p:spPr>
          <a:xfrm>
            <a:off x="8400500" y="6270568"/>
            <a:ext cx="0" cy="160020"/>
          </a:xfrm>
          <a:prstGeom prst="straightConnector1">
            <a:avLst/>
          </a:prstGeom>
          <a:noFill/>
          <a:ln cap="flat" cmpd="sng" w="9525">
            <a:solidFill>
              <a:schemeClr val="accent4"/>
            </a:solidFill>
            <a:prstDash val="solid"/>
            <a:round/>
            <a:headEnd len="sm" w="sm" type="none"/>
            <a:tailEnd len="sm" w="sm" type="none"/>
          </a:ln>
        </p:spPr>
      </p:cxnSp>
      <p:sp>
        <p:nvSpPr>
          <p:cNvPr id="63" name="Google Shape;63;p7"/>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lvl1pPr indent="0" lvl="0" marL="0" algn="ctr">
              <a:spcBef>
                <a:spcPts val="0"/>
              </a:spcBef>
              <a:buNone/>
              <a:defRPr b="1" i="0" sz="1000">
                <a:solidFill>
                  <a:schemeClr val="accent4"/>
                </a:solidFill>
                <a:latin typeface="Arial"/>
                <a:ea typeface="Arial"/>
                <a:cs typeface="Arial"/>
                <a:sym typeface="Arial"/>
              </a:defRPr>
            </a:lvl1pPr>
            <a:lvl2pPr indent="0" lvl="1" marL="0" algn="ctr">
              <a:spcBef>
                <a:spcPts val="0"/>
              </a:spcBef>
              <a:buNone/>
              <a:defRPr b="1" i="0" sz="1000">
                <a:solidFill>
                  <a:schemeClr val="accent4"/>
                </a:solidFill>
                <a:latin typeface="Arial"/>
                <a:ea typeface="Arial"/>
                <a:cs typeface="Arial"/>
                <a:sym typeface="Arial"/>
              </a:defRPr>
            </a:lvl2pPr>
            <a:lvl3pPr indent="0" lvl="2" marL="0" algn="ctr">
              <a:spcBef>
                <a:spcPts val="0"/>
              </a:spcBef>
              <a:buNone/>
              <a:defRPr b="1" i="0" sz="1000">
                <a:solidFill>
                  <a:schemeClr val="accent4"/>
                </a:solidFill>
                <a:latin typeface="Arial"/>
                <a:ea typeface="Arial"/>
                <a:cs typeface="Arial"/>
                <a:sym typeface="Arial"/>
              </a:defRPr>
            </a:lvl3pPr>
            <a:lvl4pPr indent="0" lvl="3" marL="0" algn="ctr">
              <a:spcBef>
                <a:spcPts val="0"/>
              </a:spcBef>
              <a:buNone/>
              <a:defRPr b="1" i="0" sz="1000">
                <a:solidFill>
                  <a:schemeClr val="accent4"/>
                </a:solidFill>
                <a:latin typeface="Arial"/>
                <a:ea typeface="Arial"/>
                <a:cs typeface="Arial"/>
                <a:sym typeface="Arial"/>
              </a:defRPr>
            </a:lvl4pPr>
            <a:lvl5pPr indent="0" lvl="4" marL="0" algn="ctr">
              <a:spcBef>
                <a:spcPts val="0"/>
              </a:spcBef>
              <a:buNone/>
              <a:defRPr b="1" i="0" sz="1000">
                <a:solidFill>
                  <a:schemeClr val="accent4"/>
                </a:solidFill>
                <a:latin typeface="Arial"/>
                <a:ea typeface="Arial"/>
                <a:cs typeface="Arial"/>
                <a:sym typeface="Arial"/>
              </a:defRPr>
            </a:lvl5pPr>
            <a:lvl6pPr indent="0" lvl="5" marL="0" algn="ctr">
              <a:spcBef>
                <a:spcPts val="0"/>
              </a:spcBef>
              <a:buNone/>
              <a:defRPr b="1" i="0" sz="1000">
                <a:solidFill>
                  <a:schemeClr val="accent4"/>
                </a:solidFill>
                <a:latin typeface="Arial"/>
                <a:ea typeface="Arial"/>
                <a:cs typeface="Arial"/>
                <a:sym typeface="Arial"/>
              </a:defRPr>
            </a:lvl6pPr>
            <a:lvl7pPr indent="0" lvl="6" marL="0" algn="ctr">
              <a:spcBef>
                <a:spcPts val="0"/>
              </a:spcBef>
              <a:buNone/>
              <a:defRPr b="1" i="0" sz="1000">
                <a:solidFill>
                  <a:schemeClr val="accent4"/>
                </a:solidFill>
                <a:latin typeface="Arial"/>
                <a:ea typeface="Arial"/>
                <a:cs typeface="Arial"/>
                <a:sym typeface="Arial"/>
              </a:defRPr>
            </a:lvl7pPr>
            <a:lvl8pPr indent="0" lvl="7" marL="0" algn="ctr">
              <a:spcBef>
                <a:spcPts val="0"/>
              </a:spcBef>
              <a:buNone/>
              <a:defRPr b="1" i="0" sz="1000">
                <a:solidFill>
                  <a:schemeClr val="accent4"/>
                </a:solidFill>
                <a:latin typeface="Arial"/>
                <a:ea typeface="Arial"/>
                <a:cs typeface="Arial"/>
                <a:sym typeface="Arial"/>
              </a:defRPr>
            </a:lvl8pPr>
            <a:lvl9pPr indent="0" lvl="8" marL="0" algn="ctr">
              <a:spcBef>
                <a:spcPts val="0"/>
              </a:spcBef>
              <a:buNone/>
              <a:defRPr b="1" i="0" sz="1000">
                <a:solidFill>
                  <a:schemeClr val="accent4"/>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264">
          <p15:clr>
            <a:srgbClr val="FBAE40"/>
          </p15:clr>
        </p15:guide>
        <p15:guide id="8" orient="horz" pos="192">
          <p15:clr>
            <a:srgbClr val="FBAE40"/>
          </p15:clr>
        </p15:guide>
        <p15:guide id="9" pos="69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solidFill>
          <a:schemeClr val="accent2"/>
        </a:solidFill>
      </p:bgPr>
    </p:bg>
    <p:spTree>
      <p:nvGrpSpPr>
        <p:cNvPr id="64" name="Shape 64"/>
        <p:cNvGrpSpPr/>
        <p:nvPr/>
      </p:nvGrpSpPr>
      <p:grpSpPr>
        <a:xfrm>
          <a:off x="0" y="0"/>
          <a:ext cx="0" cy="0"/>
          <a:chOff x="0" y="0"/>
          <a:chExt cx="0" cy="0"/>
        </a:xfrm>
      </p:grpSpPr>
      <p:sp>
        <p:nvSpPr>
          <p:cNvPr id="65" name="Google Shape;65;p8"/>
          <p:cNvSpPr/>
          <p:nvPr/>
        </p:nvSpPr>
        <p:spPr>
          <a:xfrm>
            <a:off x="0" y="0"/>
            <a:ext cx="9144000" cy="6858000"/>
          </a:xfrm>
          <a:prstGeom prst="rect">
            <a:avLst/>
          </a:prstGeom>
          <a:solidFill>
            <a:schemeClr val="lt2"/>
          </a:solidFill>
          <a:ln cap="flat" cmpd="sng" w="127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6" name="Google Shape;66;p8"/>
          <p:cNvSpPr txBox="1"/>
          <p:nvPr>
            <p:ph type="ctrTitle"/>
          </p:nvPr>
        </p:nvSpPr>
        <p:spPr>
          <a:xfrm>
            <a:off x="1116116" y="1626244"/>
            <a:ext cx="5933959" cy="1523494"/>
          </a:xfrm>
          <a:prstGeom prst="rect">
            <a:avLst/>
          </a:prstGeom>
          <a:noFill/>
          <a:ln>
            <a:noFill/>
          </a:ln>
        </p:spPr>
        <p:txBody>
          <a:bodyPr anchorCtr="0" anchor="t" bIns="0" lIns="0" spcFirstLastPara="1" rIns="0" wrap="square" tIns="0">
            <a:spAutoFit/>
          </a:bodyPr>
          <a:lstStyle>
            <a:lvl1pPr lvl="0" algn="l">
              <a:lnSpc>
                <a:spcPct val="80000"/>
              </a:lnSpc>
              <a:spcBef>
                <a:spcPts val="0"/>
              </a:spcBef>
              <a:spcAft>
                <a:spcPts val="0"/>
              </a:spcAft>
              <a:buClr>
                <a:schemeClr val="dk1"/>
              </a:buClr>
              <a:buSzPts val="6000"/>
              <a:buFont typeface="Arial"/>
              <a:buNone/>
              <a:defRPr b="1" i="1" sz="60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8"/>
          <p:cNvSpPr txBox="1"/>
          <p:nvPr>
            <p:ph idx="1" type="subTitle"/>
          </p:nvPr>
        </p:nvSpPr>
        <p:spPr>
          <a:xfrm>
            <a:off x="1121760" y="3990084"/>
            <a:ext cx="5322202" cy="336015"/>
          </a:xfrm>
          <a:prstGeom prst="rect">
            <a:avLst/>
          </a:prstGeom>
          <a:noFill/>
          <a:ln>
            <a:noFill/>
          </a:ln>
        </p:spPr>
        <p:txBody>
          <a:bodyPr anchorCtr="0" anchor="t" bIns="0" lIns="0" spcFirstLastPara="1" rIns="0" wrap="square" tIns="0">
            <a:spAutoFit/>
          </a:bodyPr>
          <a:lstStyle>
            <a:lvl1pPr lvl="0" algn="l">
              <a:lnSpc>
                <a:spcPct val="100000"/>
              </a:lnSpc>
              <a:spcBef>
                <a:spcPts val="1000"/>
              </a:spcBef>
              <a:spcAft>
                <a:spcPts val="0"/>
              </a:spcAft>
              <a:buSzPts val="2200"/>
              <a:buNone/>
              <a:defRPr b="1" i="0" sz="2200">
                <a:solidFill>
                  <a:schemeClr val="accent2"/>
                </a:solidFill>
                <a:latin typeface="Arial"/>
                <a:ea typeface="Arial"/>
                <a:cs typeface="Arial"/>
                <a:sym typeface="Arial"/>
              </a:defRPr>
            </a:lvl1pPr>
            <a:lvl2pPr lvl="1" algn="ctr">
              <a:lnSpc>
                <a:spcPct val="100000"/>
              </a:lnSpc>
              <a:spcBef>
                <a:spcPts val="1000"/>
              </a:spcBef>
              <a:spcAft>
                <a:spcPts val="0"/>
              </a:spcAft>
              <a:buSzPts val="1900"/>
              <a:buNone/>
              <a:defRPr sz="1900"/>
            </a:lvl2pPr>
            <a:lvl3pPr lvl="2" algn="ctr">
              <a:lnSpc>
                <a:spcPct val="100000"/>
              </a:lnSpc>
              <a:spcBef>
                <a:spcPts val="1000"/>
              </a:spcBef>
              <a:spcAft>
                <a:spcPts val="0"/>
              </a:spcAft>
              <a:buSzPts val="1800"/>
              <a:buNone/>
              <a:defRPr sz="1800"/>
            </a:lvl3pPr>
            <a:lvl4pPr lvl="3" algn="ctr">
              <a:lnSpc>
                <a:spcPct val="100000"/>
              </a:lnSpc>
              <a:spcBef>
                <a:spcPts val="1000"/>
              </a:spcBef>
              <a:spcAft>
                <a:spcPts val="0"/>
              </a:spcAft>
              <a:buSzPts val="1600"/>
              <a:buNone/>
              <a:defRPr sz="1600"/>
            </a:lvl4pPr>
            <a:lvl5pPr lvl="4" algn="ctr">
              <a:lnSpc>
                <a:spcPct val="100000"/>
              </a:lnSpc>
              <a:spcBef>
                <a:spcPts val="1000"/>
              </a:spcBef>
              <a:spcAft>
                <a:spcPts val="0"/>
              </a:spcAft>
              <a:buSzPts val="1600"/>
              <a:buNone/>
              <a:defRPr sz="1600"/>
            </a:lvl5pPr>
            <a:lvl6pPr lvl="5" algn="ctr">
              <a:lnSpc>
                <a:spcPct val="100000"/>
              </a:lnSpc>
              <a:spcBef>
                <a:spcPts val="1000"/>
              </a:spcBef>
              <a:spcAft>
                <a:spcPts val="0"/>
              </a:spcAft>
              <a:buSzPts val="1600"/>
              <a:buNone/>
              <a:defRPr sz="1600"/>
            </a:lvl6pPr>
            <a:lvl7pPr lvl="6" algn="ctr">
              <a:lnSpc>
                <a:spcPct val="100000"/>
              </a:lnSpc>
              <a:spcBef>
                <a:spcPts val="1000"/>
              </a:spcBef>
              <a:spcAft>
                <a:spcPts val="0"/>
              </a:spcAft>
              <a:buSzPts val="1600"/>
              <a:buNone/>
              <a:defRPr sz="1600"/>
            </a:lvl7pPr>
            <a:lvl8pPr lvl="7" algn="ctr">
              <a:lnSpc>
                <a:spcPct val="100000"/>
              </a:lnSpc>
              <a:spcBef>
                <a:spcPts val="1000"/>
              </a:spcBef>
              <a:spcAft>
                <a:spcPts val="0"/>
              </a:spcAft>
              <a:buSzPts val="1600"/>
              <a:buNone/>
              <a:defRPr sz="1600"/>
            </a:lvl8pPr>
            <a:lvl9pPr lvl="8" algn="ctr">
              <a:lnSpc>
                <a:spcPct val="100000"/>
              </a:lnSpc>
              <a:spcBef>
                <a:spcPts val="1000"/>
              </a:spcBef>
              <a:spcAft>
                <a:spcPts val="0"/>
              </a:spcAft>
              <a:buSzPts val="1600"/>
              <a:buNone/>
              <a:defRPr sz="1600"/>
            </a:lvl9pPr>
          </a:lstStyle>
          <a:p/>
        </p:txBody>
      </p:sp>
      <p:pic>
        <p:nvPicPr>
          <p:cNvPr id="68" name="Google Shape;68;p8"/>
          <p:cNvPicPr preferRelativeResize="0"/>
          <p:nvPr/>
        </p:nvPicPr>
        <p:blipFill rotWithShape="1">
          <a:blip r:embed="rId2">
            <a:alphaModFix/>
          </a:blip>
          <a:srcRect b="0" l="0" r="0" t="0"/>
          <a:stretch/>
        </p:blipFill>
        <p:spPr>
          <a:xfrm>
            <a:off x="7366000" y="0"/>
            <a:ext cx="1778000" cy="6858000"/>
          </a:xfrm>
          <a:prstGeom prst="rect">
            <a:avLst/>
          </a:prstGeom>
          <a:noFill/>
          <a:ln>
            <a:noFill/>
          </a:ln>
        </p:spPr>
      </p:pic>
      <p:sp>
        <p:nvSpPr>
          <p:cNvPr id="69" name="Google Shape;69;p8"/>
          <p:cNvSpPr txBox="1"/>
          <p:nvPr>
            <p:ph idx="10" type="dt"/>
          </p:nvPr>
        </p:nvSpPr>
        <p:spPr>
          <a:xfrm>
            <a:off x="7615646" y="6202177"/>
            <a:ext cx="765261"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accent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70" name="Google Shape;70;p8"/>
          <p:cNvCxnSpPr/>
          <p:nvPr/>
        </p:nvCxnSpPr>
        <p:spPr>
          <a:xfrm>
            <a:off x="8400500" y="6270568"/>
            <a:ext cx="0" cy="160020"/>
          </a:xfrm>
          <a:prstGeom prst="straightConnector1">
            <a:avLst/>
          </a:prstGeom>
          <a:noFill/>
          <a:ln cap="flat" cmpd="sng" w="9525">
            <a:solidFill>
              <a:schemeClr val="accent4"/>
            </a:solidFill>
            <a:prstDash val="solid"/>
            <a:round/>
            <a:headEnd len="sm" w="sm" type="none"/>
            <a:tailEnd len="sm" w="sm" type="none"/>
          </a:ln>
        </p:spPr>
      </p:cxnSp>
      <p:sp>
        <p:nvSpPr>
          <p:cNvPr id="71" name="Google Shape;71;p8"/>
          <p:cNvSpPr/>
          <p:nvPr>
            <p:ph idx="12" type="sldNum"/>
          </p:nvPr>
        </p:nvSpPr>
        <p:spPr>
          <a:xfrm>
            <a:off x="8410660" y="6181281"/>
            <a:ext cx="365760" cy="365760"/>
          </a:xfrm>
          <a:prstGeom prst="ellipse">
            <a:avLst/>
          </a:prstGeom>
          <a:noFill/>
          <a:ln>
            <a:noFill/>
          </a:ln>
        </p:spPr>
        <p:txBody>
          <a:bodyPr anchorCtr="0" anchor="ctr" bIns="45700" lIns="18275" spcFirstLastPara="1" rIns="18275" wrap="square" tIns="45700">
            <a:noAutofit/>
          </a:bodyPr>
          <a:lstStyle>
            <a:lvl1pPr indent="0" lvl="0" marL="0" algn="ctr">
              <a:spcBef>
                <a:spcPts val="0"/>
              </a:spcBef>
              <a:buNone/>
              <a:defRPr b="1" i="0" sz="1000" u="none" cap="none" strike="noStrike">
                <a:solidFill>
                  <a:schemeClr val="accent4"/>
                </a:solidFill>
                <a:latin typeface="Arial"/>
                <a:ea typeface="Arial"/>
                <a:cs typeface="Arial"/>
                <a:sym typeface="Arial"/>
              </a:defRPr>
            </a:lvl1pPr>
            <a:lvl2pPr indent="0" lvl="1" marL="0" algn="ctr">
              <a:spcBef>
                <a:spcPts val="0"/>
              </a:spcBef>
              <a:buNone/>
              <a:defRPr b="1" i="0" sz="1000" u="none" cap="none" strike="noStrike">
                <a:solidFill>
                  <a:schemeClr val="accent4"/>
                </a:solidFill>
                <a:latin typeface="Arial"/>
                <a:ea typeface="Arial"/>
                <a:cs typeface="Arial"/>
                <a:sym typeface="Arial"/>
              </a:defRPr>
            </a:lvl2pPr>
            <a:lvl3pPr indent="0" lvl="2" marL="0" algn="ctr">
              <a:spcBef>
                <a:spcPts val="0"/>
              </a:spcBef>
              <a:buNone/>
              <a:defRPr b="1" i="0" sz="1000" u="none" cap="none" strike="noStrike">
                <a:solidFill>
                  <a:schemeClr val="accent4"/>
                </a:solidFill>
                <a:latin typeface="Arial"/>
                <a:ea typeface="Arial"/>
                <a:cs typeface="Arial"/>
                <a:sym typeface="Arial"/>
              </a:defRPr>
            </a:lvl3pPr>
            <a:lvl4pPr indent="0" lvl="3" marL="0" algn="ctr">
              <a:spcBef>
                <a:spcPts val="0"/>
              </a:spcBef>
              <a:buNone/>
              <a:defRPr b="1" i="0" sz="1000" u="none" cap="none" strike="noStrike">
                <a:solidFill>
                  <a:schemeClr val="accent4"/>
                </a:solidFill>
                <a:latin typeface="Arial"/>
                <a:ea typeface="Arial"/>
                <a:cs typeface="Arial"/>
                <a:sym typeface="Arial"/>
              </a:defRPr>
            </a:lvl4pPr>
            <a:lvl5pPr indent="0" lvl="4" marL="0" algn="ctr">
              <a:spcBef>
                <a:spcPts val="0"/>
              </a:spcBef>
              <a:buNone/>
              <a:defRPr b="1" i="0" sz="1000" u="none" cap="none" strike="noStrike">
                <a:solidFill>
                  <a:schemeClr val="accent4"/>
                </a:solidFill>
                <a:latin typeface="Arial"/>
                <a:ea typeface="Arial"/>
                <a:cs typeface="Arial"/>
                <a:sym typeface="Arial"/>
              </a:defRPr>
            </a:lvl5pPr>
            <a:lvl6pPr indent="0" lvl="5" marL="0" algn="ctr">
              <a:spcBef>
                <a:spcPts val="0"/>
              </a:spcBef>
              <a:buNone/>
              <a:defRPr b="1" i="0" sz="1000" u="none" cap="none" strike="noStrike">
                <a:solidFill>
                  <a:schemeClr val="accent4"/>
                </a:solidFill>
                <a:latin typeface="Arial"/>
                <a:ea typeface="Arial"/>
                <a:cs typeface="Arial"/>
                <a:sym typeface="Arial"/>
              </a:defRPr>
            </a:lvl6pPr>
            <a:lvl7pPr indent="0" lvl="6" marL="0" algn="ctr">
              <a:spcBef>
                <a:spcPts val="0"/>
              </a:spcBef>
              <a:buNone/>
              <a:defRPr b="1" i="0" sz="1000" u="none" cap="none" strike="noStrike">
                <a:solidFill>
                  <a:schemeClr val="accent4"/>
                </a:solidFill>
                <a:latin typeface="Arial"/>
                <a:ea typeface="Arial"/>
                <a:cs typeface="Arial"/>
                <a:sym typeface="Arial"/>
              </a:defRPr>
            </a:lvl7pPr>
            <a:lvl8pPr indent="0" lvl="7" marL="0" algn="ctr">
              <a:spcBef>
                <a:spcPts val="0"/>
              </a:spcBef>
              <a:buNone/>
              <a:defRPr b="1" i="0" sz="1000" u="none" cap="none" strike="noStrike">
                <a:solidFill>
                  <a:schemeClr val="accent4"/>
                </a:solidFill>
                <a:latin typeface="Arial"/>
                <a:ea typeface="Arial"/>
                <a:cs typeface="Arial"/>
                <a:sym typeface="Arial"/>
              </a:defRPr>
            </a:lvl8pPr>
            <a:lvl9pPr indent="0" lvl="8" marL="0" algn="ctr">
              <a:spcBef>
                <a:spcPts val="0"/>
              </a:spcBef>
              <a:buNone/>
              <a:defRPr b="1" i="0" sz="1000" u="none" cap="none" strike="noStrike">
                <a:solidFill>
                  <a:schemeClr val="accent4"/>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69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 Copy">
  <p:cSld name="Content Slide - Copy">
    <p:bg>
      <p:bgPr>
        <a:solidFill>
          <a:schemeClr val="accent4"/>
        </a:solidFill>
      </p:bgPr>
    </p:bg>
    <p:spTree>
      <p:nvGrpSpPr>
        <p:cNvPr id="72" name="Shape 72"/>
        <p:cNvGrpSpPr/>
        <p:nvPr/>
      </p:nvGrpSpPr>
      <p:grpSpPr>
        <a:xfrm>
          <a:off x="0" y="0"/>
          <a:ext cx="0" cy="0"/>
          <a:chOff x="0" y="0"/>
          <a:chExt cx="0" cy="0"/>
        </a:xfrm>
      </p:grpSpPr>
      <p:pic>
        <p:nvPicPr>
          <p:cNvPr id="73" name="Google Shape;73;p9"/>
          <p:cNvPicPr preferRelativeResize="0"/>
          <p:nvPr/>
        </p:nvPicPr>
        <p:blipFill rotWithShape="1">
          <a:blip r:embed="rId2">
            <a:alphaModFix/>
          </a:blip>
          <a:srcRect b="0" l="0" r="0" t="0"/>
          <a:stretch/>
        </p:blipFill>
        <p:spPr>
          <a:xfrm>
            <a:off x="5257" y="0"/>
            <a:ext cx="8636000" cy="914400"/>
          </a:xfrm>
          <a:prstGeom prst="rect">
            <a:avLst/>
          </a:prstGeom>
          <a:noFill/>
          <a:ln>
            <a:noFill/>
          </a:ln>
        </p:spPr>
      </p:pic>
      <p:sp>
        <p:nvSpPr>
          <p:cNvPr id="74" name="Google Shape;74;p9"/>
          <p:cNvSpPr txBox="1"/>
          <p:nvPr>
            <p:ph type="ctrTitle"/>
          </p:nvPr>
        </p:nvSpPr>
        <p:spPr>
          <a:xfrm>
            <a:off x="1117214" y="442674"/>
            <a:ext cx="6925732" cy="512448"/>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lt2"/>
              </a:buClr>
              <a:buSzPts val="3600"/>
              <a:buFont typeface="Arial"/>
              <a:buNone/>
              <a:defRPr b="1" i="1" sz="3600" cap="none">
                <a:solidFill>
                  <a:schemeClr val="lt2"/>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9"/>
          <p:cNvSpPr txBox="1"/>
          <p:nvPr>
            <p:ph idx="1" type="subTitle"/>
          </p:nvPr>
        </p:nvSpPr>
        <p:spPr>
          <a:xfrm>
            <a:off x="1117213" y="1345166"/>
            <a:ext cx="5491495" cy="341599"/>
          </a:xfrm>
          <a:prstGeom prst="rect">
            <a:avLst/>
          </a:prstGeom>
          <a:noFill/>
          <a:ln>
            <a:noFill/>
          </a:ln>
        </p:spPr>
        <p:txBody>
          <a:bodyPr anchorCtr="0" anchor="t" bIns="0" lIns="0" spcFirstLastPara="1" rIns="0" wrap="square" tIns="0">
            <a:spAutoFit/>
          </a:bodyPr>
          <a:lstStyle>
            <a:lvl1pPr lvl="0" algn="l">
              <a:lnSpc>
                <a:spcPct val="100000"/>
              </a:lnSpc>
              <a:spcBef>
                <a:spcPts val="1000"/>
              </a:spcBef>
              <a:spcAft>
                <a:spcPts val="0"/>
              </a:spcAft>
              <a:buSzPts val="2200"/>
              <a:buNone/>
              <a:defRPr b="1" i="0" sz="2200">
                <a:solidFill>
                  <a:schemeClr val="accent2"/>
                </a:solidFill>
                <a:latin typeface="Arial"/>
                <a:ea typeface="Arial"/>
                <a:cs typeface="Arial"/>
                <a:sym typeface="Arial"/>
              </a:defRPr>
            </a:lvl1pPr>
            <a:lvl2pPr lvl="1" algn="ctr">
              <a:lnSpc>
                <a:spcPct val="100000"/>
              </a:lnSpc>
              <a:spcBef>
                <a:spcPts val="1000"/>
              </a:spcBef>
              <a:spcAft>
                <a:spcPts val="0"/>
              </a:spcAft>
              <a:buSzPts val="1900"/>
              <a:buNone/>
              <a:defRPr sz="1900"/>
            </a:lvl2pPr>
            <a:lvl3pPr lvl="2" algn="ctr">
              <a:lnSpc>
                <a:spcPct val="100000"/>
              </a:lnSpc>
              <a:spcBef>
                <a:spcPts val="1000"/>
              </a:spcBef>
              <a:spcAft>
                <a:spcPts val="0"/>
              </a:spcAft>
              <a:buSzPts val="1800"/>
              <a:buNone/>
              <a:defRPr sz="1800"/>
            </a:lvl3pPr>
            <a:lvl4pPr lvl="3" algn="ctr">
              <a:lnSpc>
                <a:spcPct val="100000"/>
              </a:lnSpc>
              <a:spcBef>
                <a:spcPts val="1000"/>
              </a:spcBef>
              <a:spcAft>
                <a:spcPts val="0"/>
              </a:spcAft>
              <a:buSzPts val="1600"/>
              <a:buNone/>
              <a:defRPr sz="1600"/>
            </a:lvl4pPr>
            <a:lvl5pPr lvl="4" algn="ctr">
              <a:lnSpc>
                <a:spcPct val="100000"/>
              </a:lnSpc>
              <a:spcBef>
                <a:spcPts val="1000"/>
              </a:spcBef>
              <a:spcAft>
                <a:spcPts val="0"/>
              </a:spcAft>
              <a:buSzPts val="1600"/>
              <a:buNone/>
              <a:defRPr sz="1600"/>
            </a:lvl5pPr>
            <a:lvl6pPr lvl="5" algn="ctr">
              <a:lnSpc>
                <a:spcPct val="100000"/>
              </a:lnSpc>
              <a:spcBef>
                <a:spcPts val="1000"/>
              </a:spcBef>
              <a:spcAft>
                <a:spcPts val="0"/>
              </a:spcAft>
              <a:buSzPts val="1600"/>
              <a:buNone/>
              <a:defRPr sz="1600"/>
            </a:lvl6pPr>
            <a:lvl7pPr lvl="6" algn="ctr">
              <a:lnSpc>
                <a:spcPct val="100000"/>
              </a:lnSpc>
              <a:spcBef>
                <a:spcPts val="1000"/>
              </a:spcBef>
              <a:spcAft>
                <a:spcPts val="0"/>
              </a:spcAft>
              <a:buSzPts val="1600"/>
              <a:buNone/>
              <a:defRPr sz="1600"/>
            </a:lvl7pPr>
            <a:lvl8pPr lvl="7" algn="ctr">
              <a:lnSpc>
                <a:spcPct val="100000"/>
              </a:lnSpc>
              <a:spcBef>
                <a:spcPts val="1000"/>
              </a:spcBef>
              <a:spcAft>
                <a:spcPts val="0"/>
              </a:spcAft>
              <a:buSzPts val="1600"/>
              <a:buNone/>
              <a:defRPr sz="1600"/>
            </a:lvl8pPr>
            <a:lvl9pPr lvl="8" algn="ctr">
              <a:lnSpc>
                <a:spcPct val="100000"/>
              </a:lnSpc>
              <a:spcBef>
                <a:spcPts val="1000"/>
              </a:spcBef>
              <a:spcAft>
                <a:spcPts val="0"/>
              </a:spcAft>
              <a:buSzPts val="1600"/>
              <a:buNone/>
              <a:defRPr sz="1600"/>
            </a:lvl9pPr>
          </a:lstStyle>
          <a:p/>
        </p:txBody>
      </p:sp>
      <p:sp>
        <p:nvSpPr>
          <p:cNvPr id="76" name="Google Shape;76;p9"/>
          <p:cNvSpPr txBox="1"/>
          <p:nvPr>
            <p:ph idx="2" type="body"/>
          </p:nvPr>
        </p:nvSpPr>
        <p:spPr>
          <a:xfrm>
            <a:off x="1821465" y="1962540"/>
            <a:ext cx="5524500" cy="3411537"/>
          </a:xfrm>
          <a:prstGeom prst="rect">
            <a:avLst/>
          </a:prstGeom>
          <a:noFill/>
          <a:ln>
            <a:noFill/>
          </a:ln>
        </p:spPr>
        <p:txBody>
          <a:bodyPr anchorCtr="0" anchor="t" bIns="0" lIns="0" spcFirstLastPara="1" rIns="0" wrap="square" tIns="0">
            <a:normAutofit/>
          </a:bodyPr>
          <a:lstStyle>
            <a:lvl1pPr indent="-342900" lvl="0" marL="457200" marR="0" algn="l">
              <a:lnSpc>
                <a:spcPct val="100000"/>
              </a:lnSpc>
              <a:spcBef>
                <a:spcPts val="0"/>
              </a:spcBef>
              <a:spcAft>
                <a:spcPts val="0"/>
              </a:spcAft>
              <a:buClr>
                <a:schemeClr val="dk1"/>
              </a:buClr>
              <a:buSzPts val="1800"/>
              <a:buFont typeface="Noto Sans Symbols"/>
              <a:buChar char="▪"/>
              <a:defRPr b="0" i="0" sz="1800">
                <a:solidFill>
                  <a:schemeClr val="dk1"/>
                </a:solidFill>
                <a:latin typeface="Arial"/>
                <a:ea typeface="Arial"/>
                <a:cs typeface="Arial"/>
                <a:sym typeface="Arial"/>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77" name="Google Shape;77;p9"/>
          <p:cNvSpPr txBox="1"/>
          <p:nvPr>
            <p:ph idx="10" type="dt"/>
          </p:nvPr>
        </p:nvSpPr>
        <p:spPr>
          <a:xfrm>
            <a:off x="7602587" y="6202177"/>
            <a:ext cx="778320"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b="0" i="0" sz="1000">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78" name="Google Shape;78;p9"/>
          <p:cNvCxnSpPr/>
          <p:nvPr/>
        </p:nvCxnSpPr>
        <p:spPr>
          <a:xfrm>
            <a:off x="8400500" y="6270568"/>
            <a:ext cx="0" cy="160020"/>
          </a:xfrm>
          <a:prstGeom prst="straightConnector1">
            <a:avLst/>
          </a:prstGeom>
          <a:noFill/>
          <a:ln cap="flat" cmpd="sng" w="9525">
            <a:solidFill>
              <a:schemeClr val="dk1"/>
            </a:solidFill>
            <a:prstDash val="solid"/>
            <a:round/>
            <a:headEnd len="sm" w="sm" type="none"/>
            <a:tailEnd len="sm" w="sm" type="none"/>
          </a:ln>
        </p:spPr>
      </p:cxnSp>
      <p:sp>
        <p:nvSpPr>
          <p:cNvPr id="79" name="Google Shape;79;p9"/>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lvl1pPr indent="0" lvl="0" marL="0" algn="ctr">
              <a:spcBef>
                <a:spcPts val="0"/>
              </a:spcBef>
              <a:buNone/>
              <a:defRPr b="1" i="0" sz="1000" u="none" cap="none" strike="noStrike">
                <a:solidFill>
                  <a:schemeClr val="dk1"/>
                </a:solidFill>
                <a:latin typeface="Arial"/>
                <a:ea typeface="Arial"/>
                <a:cs typeface="Arial"/>
                <a:sym typeface="Arial"/>
              </a:defRPr>
            </a:lvl1pPr>
            <a:lvl2pPr indent="0" lvl="1" marL="0" algn="ctr">
              <a:spcBef>
                <a:spcPts val="0"/>
              </a:spcBef>
              <a:buNone/>
              <a:defRPr b="1" i="0" sz="1000" u="none" cap="none" strike="noStrike">
                <a:solidFill>
                  <a:schemeClr val="dk1"/>
                </a:solidFill>
                <a:latin typeface="Arial"/>
                <a:ea typeface="Arial"/>
                <a:cs typeface="Arial"/>
                <a:sym typeface="Arial"/>
              </a:defRPr>
            </a:lvl2pPr>
            <a:lvl3pPr indent="0" lvl="2" marL="0" algn="ctr">
              <a:spcBef>
                <a:spcPts val="0"/>
              </a:spcBef>
              <a:buNone/>
              <a:defRPr b="1" i="0" sz="1000" u="none" cap="none" strike="noStrike">
                <a:solidFill>
                  <a:schemeClr val="dk1"/>
                </a:solidFill>
                <a:latin typeface="Arial"/>
                <a:ea typeface="Arial"/>
                <a:cs typeface="Arial"/>
                <a:sym typeface="Arial"/>
              </a:defRPr>
            </a:lvl3pPr>
            <a:lvl4pPr indent="0" lvl="3" marL="0" algn="ctr">
              <a:spcBef>
                <a:spcPts val="0"/>
              </a:spcBef>
              <a:buNone/>
              <a:defRPr b="1" i="0" sz="1000" u="none" cap="none" strike="noStrike">
                <a:solidFill>
                  <a:schemeClr val="dk1"/>
                </a:solidFill>
                <a:latin typeface="Arial"/>
                <a:ea typeface="Arial"/>
                <a:cs typeface="Arial"/>
                <a:sym typeface="Arial"/>
              </a:defRPr>
            </a:lvl4pPr>
            <a:lvl5pPr indent="0" lvl="4" marL="0" algn="ctr">
              <a:spcBef>
                <a:spcPts val="0"/>
              </a:spcBef>
              <a:buNone/>
              <a:defRPr b="1" i="0" sz="1000" u="none" cap="none" strike="noStrike">
                <a:solidFill>
                  <a:schemeClr val="dk1"/>
                </a:solidFill>
                <a:latin typeface="Arial"/>
                <a:ea typeface="Arial"/>
                <a:cs typeface="Arial"/>
                <a:sym typeface="Arial"/>
              </a:defRPr>
            </a:lvl5pPr>
            <a:lvl6pPr indent="0" lvl="5" marL="0" algn="ctr">
              <a:spcBef>
                <a:spcPts val="0"/>
              </a:spcBef>
              <a:buNone/>
              <a:defRPr b="1" i="0" sz="1000" u="none" cap="none" strike="noStrike">
                <a:solidFill>
                  <a:schemeClr val="dk1"/>
                </a:solidFill>
                <a:latin typeface="Arial"/>
                <a:ea typeface="Arial"/>
                <a:cs typeface="Arial"/>
                <a:sym typeface="Arial"/>
              </a:defRPr>
            </a:lvl6pPr>
            <a:lvl7pPr indent="0" lvl="6" marL="0" algn="ctr">
              <a:spcBef>
                <a:spcPts val="0"/>
              </a:spcBef>
              <a:buNone/>
              <a:defRPr b="1" i="0" sz="1000" u="none" cap="none" strike="noStrike">
                <a:solidFill>
                  <a:schemeClr val="dk1"/>
                </a:solidFill>
                <a:latin typeface="Arial"/>
                <a:ea typeface="Arial"/>
                <a:cs typeface="Arial"/>
                <a:sym typeface="Arial"/>
              </a:defRPr>
            </a:lvl7pPr>
            <a:lvl8pPr indent="0" lvl="7" marL="0" algn="ctr">
              <a:spcBef>
                <a:spcPts val="0"/>
              </a:spcBef>
              <a:buNone/>
              <a:defRPr b="1" i="0" sz="1000" u="none" cap="none" strike="noStrike">
                <a:solidFill>
                  <a:schemeClr val="dk1"/>
                </a:solidFill>
                <a:latin typeface="Arial"/>
                <a:ea typeface="Arial"/>
                <a:cs typeface="Arial"/>
                <a:sym typeface="Arial"/>
              </a:defRPr>
            </a:lvl8pPr>
            <a:lvl9pPr indent="0" lvl="8" marL="0" algn="ctr">
              <a:spcBef>
                <a:spcPts val="0"/>
              </a:spcBef>
              <a:buNone/>
              <a:defRPr b="1" i="0" sz="1000" u="none" cap="none" strike="noStrike">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32">
          <p15:clr>
            <a:srgbClr val="FBAE40"/>
          </p15:clr>
        </p15:guide>
        <p15:guide id="7" pos="984">
          <p15:clr>
            <a:srgbClr val="FBAE40"/>
          </p15:clr>
        </p15:guide>
        <p15:guide id="8" pos="696">
          <p15:clr>
            <a:srgbClr val="FBAE40"/>
          </p15:clr>
        </p15:guide>
        <p15:guide id="9" pos="11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 Copy &amp; Pic/Chart">
  <p:cSld name="Content Slide - Copy &amp; Pic/Chart">
    <p:bg>
      <p:bgPr>
        <a:solidFill>
          <a:schemeClr val="accent4"/>
        </a:solidFill>
      </p:bgPr>
    </p:bg>
    <p:spTree>
      <p:nvGrpSpPr>
        <p:cNvPr id="80" name="Shape 80"/>
        <p:cNvGrpSpPr/>
        <p:nvPr/>
      </p:nvGrpSpPr>
      <p:grpSpPr>
        <a:xfrm>
          <a:off x="0" y="0"/>
          <a:ext cx="0" cy="0"/>
          <a:chOff x="0" y="0"/>
          <a:chExt cx="0" cy="0"/>
        </a:xfrm>
      </p:grpSpPr>
      <p:pic>
        <p:nvPicPr>
          <p:cNvPr id="81" name="Google Shape;81;p10"/>
          <p:cNvPicPr preferRelativeResize="0"/>
          <p:nvPr/>
        </p:nvPicPr>
        <p:blipFill rotWithShape="1">
          <a:blip r:embed="rId2">
            <a:alphaModFix/>
          </a:blip>
          <a:srcRect b="0" l="0" r="0" t="0"/>
          <a:stretch/>
        </p:blipFill>
        <p:spPr>
          <a:xfrm>
            <a:off x="5257" y="0"/>
            <a:ext cx="8636000" cy="914400"/>
          </a:xfrm>
          <a:prstGeom prst="rect">
            <a:avLst/>
          </a:prstGeom>
          <a:noFill/>
          <a:ln>
            <a:noFill/>
          </a:ln>
        </p:spPr>
      </p:pic>
      <p:sp>
        <p:nvSpPr>
          <p:cNvPr id="82" name="Google Shape;82;p10"/>
          <p:cNvSpPr txBox="1"/>
          <p:nvPr>
            <p:ph type="ctrTitle"/>
          </p:nvPr>
        </p:nvSpPr>
        <p:spPr>
          <a:xfrm>
            <a:off x="1117214" y="442674"/>
            <a:ext cx="6925732" cy="512448"/>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lt2"/>
              </a:buClr>
              <a:buSzPts val="3600"/>
              <a:buFont typeface="Arial"/>
              <a:buNone/>
              <a:defRPr b="1" i="1" sz="3600" cap="none">
                <a:solidFill>
                  <a:schemeClr val="lt2"/>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10"/>
          <p:cNvSpPr txBox="1"/>
          <p:nvPr>
            <p:ph idx="1" type="subTitle"/>
          </p:nvPr>
        </p:nvSpPr>
        <p:spPr>
          <a:xfrm>
            <a:off x="1117679" y="1345166"/>
            <a:ext cx="5466371" cy="338554"/>
          </a:xfrm>
          <a:prstGeom prst="rect">
            <a:avLst/>
          </a:prstGeom>
          <a:noFill/>
          <a:ln>
            <a:noFill/>
          </a:ln>
        </p:spPr>
        <p:txBody>
          <a:bodyPr anchorCtr="0" anchor="t" bIns="0" lIns="0" spcFirstLastPara="1" rIns="0" wrap="square" tIns="0">
            <a:spAutoFit/>
          </a:bodyPr>
          <a:lstStyle>
            <a:lvl1pPr lvl="0" algn="l">
              <a:lnSpc>
                <a:spcPct val="100000"/>
              </a:lnSpc>
              <a:spcBef>
                <a:spcPts val="1000"/>
              </a:spcBef>
              <a:spcAft>
                <a:spcPts val="0"/>
              </a:spcAft>
              <a:buSzPts val="2200"/>
              <a:buNone/>
              <a:defRPr b="1" i="0" sz="2200">
                <a:solidFill>
                  <a:schemeClr val="accent2"/>
                </a:solidFill>
                <a:latin typeface="Arial"/>
                <a:ea typeface="Arial"/>
                <a:cs typeface="Arial"/>
                <a:sym typeface="Arial"/>
              </a:defRPr>
            </a:lvl1pPr>
            <a:lvl2pPr lvl="1" algn="ctr">
              <a:lnSpc>
                <a:spcPct val="100000"/>
              </a:lnSpc>
              <a:spcBef>
                <a:spcPts val="1000"/>
              </a:spcBef>
              <a:spcAft>
                <a:spcPts val="0"/>
              </a:spcAft>
              <a:buSzPts val="1900"/>
              <a:buNone/>
              <a:defRPr sz="1900"/>
            </a:lvl2pPr>
            <a:lvl3pPr lvl="2" algn="ctr">
              <a:lnSpc>
                <a:spcPct val="100000"/>
              </a:lnSpc>
              <a:spcBef>
                <a:spcPts val="1000"/>
              </a:spcBef>
              <a:spcAft>
                <a:spcPts val="0"/>
              </a:spcAft>
              <a:buSzPts val="1800"/>
              <a:buNone/>
              <a:defRPr sz="1800"/>
            </a:lvl3pPr>
            <a:lvl4pPr lvl="3" algn="ctr">
              <a:lnSpc>
                <a:spcPct val="100000"/>
              </a:lnSpc>
              <a:spcBef>
                <a:spcPts val="1000"/>
              </a:spcBef>
              <a:spcAft>
                <a:spcPts val="0"/>
              </a:spcAft>
              <a:buSzPts val="1600"/>
              <a:buNone/>
              <a:defRPr sz="1600"/>
            </a:lvl4pPr>
            <a:lvl5pPr lvl="4" algn="ctr">
              <a:lnSpc>
                <a:spcPct val="100000"/>
              </a:lnSpc>
              <a:spcBef>
                <a:spcPts val="1000"/>
              </a:spcBef>
              <a:spcAft>
                <a:spcPts val="0"/>
              </a:spcAft>
              <a:buSzPts val="1600"/>
              <a:buNone/>
              <a:defRPr sz="1600"/>
            </a:lvl5pPr>
            <a:lvl6pPr lvl="5" algn="ctr">
              <a:lnSpc>
                <a:spcPct val="100000"/>
              </a:lnSpc>
              <a:spcBef>
                <a:spcPts val="1000"/>
              </a:spcBef>
              <a:spcAft>
                <a:spcPts val="0"/>
              </a:spcAft>
              <a:buSzPts val="1600"/>
              <a:buNone/>
              <a:defRPr sz="1600"/>
            </a:lvl6pPr>
            <a:lvl7pPr lvl="6" algn="ctr">
              <a:lnSpc>
                <a:spcPct val="100000"/>
              </a:lnSpc>
              <a:spcBef>
                <a:spcPts val="1000"/>
              </a:spcBef>
              <a:spcAft>
                <a:spcPts val="0"/>
              </a:spcAft>
              <a:buSzPts val="1600"/>
              <a:buNone/>
              <a:defRPr sz="1600"/>
            </a:lvl7pPr>
            <a:lvl8pPr lvl="7" algn="ctr">
              <a:lnSpc>
                <a:spcPct val="100000"/>
              </a:lnSpc>
              <a:spcBef>
                <a:spcPts val="1000"/>
              </a:spcBef>
              <a:spcAft>
                <a:spcPts val="0"/>
              </a:spcAft>
              <a:buSzPts val="1600"/>
              <a:buNone/>
              <a:defRPr sz="1600"/>
            </a:lvl8pPr>
            <a:lvl9pPr lvl="8" algn="ctr">
              <a:lnSpc>
                <a:spcPct val="100000"/>
              </a:lnSpc>
              <a:spcBef>
                <a:spcPts val="1000"/>
              </a:spcBef>
              <a:spcAft>
                <a:spcPts val="0"/>
              </a:spcAft>
              <a:buSzPts val="1600"/>
              <a:buNone/>
              <a:defRPr sz="1600"/>
            </a:lvl9pPr>
          </a:lstStyle>
          <a:p/>
        </p:txBody>
      </p:sp>
      <p:sp>
        <p:nvSpPr>
          <p:cNvPr id="84" name="Google Shape;84;p10"/>
          <p:cNvSpPr txBox="1"/>
          <p:nvPr>
            <p:ph idx="2" type="body"/>
          </p:nvPr>
        </p:nvSpPr>
        <p:spPr>
          <a:xfrm>
            <a:off x="1128501" y="1917388"/>
            <a:ext cx="3443499" cy="3411537"/>
          </a:xfrm>
          <a:prstGeom prst="rect">
            <a:avLst/>
          </a:prstGeom>
          <a:noFill/>
          <a:ln>
            <a:noFill/>
          </a:ln>
        </p:spPr>
        <p:txBody>
          <a:bodyPr anchorCtr="0" anchor="t" bIns="0" lIns="0" spcFirstLastPara="1" rIns="0" wrap="square" tIns="0">
            <a:normAutofit/>
          </a:bodyPr>
          <a:lstStyle>
            <a:lvl1pPr indent="-342900" lvl="0" marL="457200" marR="0" algn="l">
              <a:lnSpc>
                <a:spcPct val="100000"/>
              </a:lnSpc>
              <a:spcBef>
                <a:spcPts val="0"/>
              </a:spcBef>
              <a:spcAft>
                <a:spcPts val="0"/>
              </a:spcAft>
              <a:buClr>
                <a:schemeClr val="dk1"/>
              </a:buClr>
              <a:buSzPts val="1800"/>
              <a:buFont typeface="Noto Sans Symbols"/>
              <a:buChar char="▪"/>
              <a:defRPr b="0" i="0" sz="1800">
                <a:solidFill>
                  <a:schemeClr val="dk1"/>
                </a:solidFill>
                <a:latin typeface="Arial"/>
                <a:ea typeface="Arial"/>
                <a:cs typeface="Arial"/>
                <a:sym typeface="Arial"/>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descr="Picture or Chart" id="85" name="Google Shape;85;p10"/>
          <p:cNvSpPr txBox="1"/>
          <p:nvPr>
            <p:ph idx="3" type="body"/>
          </p:nvPr>
        </p:nvSpPr>
        <p:spPr>
          <a:xfrm>
            <a:off x="4765675" y="1920875"/>
            <a:ext cx="3965575" cy="2982913"/>
          </a:xfrm>
          <a:prstGeom prst="rect">
            <a:avLst/>
          </a:prstGeom>
          <a:noFill/>
          <a:ln>
            <a:noFill/>
          </a:ln>
        </p:spPr>
        <p:txBody>
          <a:bodyPr anchorCtr="0" anchor="ctr" bIns="0" lIns="0" spcFirstLastPara="1" rIns="0" wrap="square" tIns="0">
            <a:normAutofit/>
          </a:bodyPr>
          <a:lstStyle>
            <a:lvl1pPr indent="-342900" lvl="0" marL="457200" algn="ctr">
              <a:lnSpc>
                <a:spcPct val="100000"/>
              </a:lnSpc>
              <a:spcBef>
                <a:spcPts val="1000"/>
              </a:spcBef>
              <a:spcAft>
                <a:spcPts val="0"/>
              </a:spcAft>
              <a:buSzPts val="1800"/>
              <a:buChar char="•"/>
              <a:defRPr b="0" i="0">
                <a:solidFill>
                  <a:schemeClr val="dk1"/>
                </a:solidFill>
                <a:latin typeface="Arial"/>
                <a:ea typeface="Arial"/>
                <a:cs typeface="Arial"/>
                <a:sym typeface="Arial"/>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228600" lvl="3" marL="1828800" algn="ctr">
              <a:lnSpc>
                <a:spcPct val="100000"/>
              </a:lnSpc>
              <a:spcBef>
                <a:spcPts val="1000"/>
              </a:spcBef>
              <a:spcAft>
                <a:spcPts val="0"/>
              </a:spcAft>
              <a:buSzPts val="1600"/>
              <a:buNone/>
              <a:defRPr>
                <a:solidFill>
                  <a:schemeClr val="dk1"/>
                </a:solidFill>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86" name="Google Shape;86;p10"/>
          <p:cNvSpPr txBox="1"/>
          <p:nvPr>
            <p:ph idx="10" type="dt"/>
          </p:nvPr>
        </p:nvSpPr>
        <p:spPr>
          <a:xfrm>
            <a:off x="7537270" y="6202177"/>
            <a:ext cx="843637"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b="0" i="0" sz="1000">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87" name="Google Shape;87;p10"/>
          <p:cNvCxnSpPr/>
          <p:nvPr/>
        </p:nvCxnSpPr>
        <p:spPr>
          <a:xfrm>
            <a:off x="8400500" y="6270568"/>
            <a:ext cx="0" cy="160020"/>
          </a:xfrm>
          <a:prstGeom prst="straightConnector1">
            <a:avLst/>
          </a:prstGeom>
          <a:noFill/>
          <a:ln cap="flat" cmpd="sng" w="9525">
            <a:solidFill>
              <a:schemeClr val="dk1"/>
            </a:solidFill>
            <a:prstDash val="solid"/>
            <a:round/>
            <a:headEnd len="sm" w="sm" type="none"/>
            <a:tailEnd len="sm" w="sm" type="none"/>
          </a:ln>
        </p:spPr>
      </p:cxnSp>
      <p:sp>
        <p:nvSpPr>
          <p:cNvPr id="88" name="Google Shape;88;p10"/>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lvl1pPr indent="0" lvl="0" marL="0" algn="ctr">
              <a:spcBef>
                <a:spcPts val="0"/>
              </a:spcBef>
              <a:buNone/>
              <a:defRPr b="1" i="0" sz="1000" u="none" cap="none" strike="noStrike">
                <a:solidFill>
                  <a:schemeClr val="dk1"/>
                </a:solidFill>
                <a:latin typeface="Arial"/>
                <a:ea typeface="Arial"/>
                <a:cs typeface="Arial"/>
                <a:sym typeface="Arial"/>
              </a:defRPr>
            </a:lvl1pPr>
            <a:lvl2pPr indent="0" lvl="1" marL="0" algn="ctr">
              <a:spcBef>
                <a:spcPts val="0"/>
              </a:spcBef>
              <a:buNone/>
              <a:defRPr b="1" i="0" sz="1000" u="none" cap="none" strike="noStrike">
                <a:solidFill>
                  <a:schemeClr val="dk1"/>
                </a:solidFill>
                <a:latin typeface="Arial"/>
                <a:ea typeface="Arial"/>
                <a:cs typeface="Arial"/>
                <a:sym typeface="Arial"/>
              </a:defRPr>
            </a:lvl2pPr>
            <a:lvl3pPr indent="0" lvl="2" marL="0" algn="ctr">
              <a:spcBef>
                <a:spcPts val="0"/>
              </a:spcBef>
              <a:buNone/>
              <a:defRPr b="1" i="0" sz="1000" u="none" cap="none" strike="noStrike">
                <a:solidFill>
                  <a:schemeClr val="dk1"/>
                </a:solidFill>
                <a:latin typeface="Arial"/>
                <a:ea typeface="Arial"/>
                <a:cs typeface="Arial"/>
                <a:sym typeface="Arial"/>
              </a:defRPr>
            </a:lvl3pPr>
            <a:lvl4pPr indent="0" lvl="3" marL="0" algn="ctr">
              <a:spcBef>
                <a:spcPts val="0"/>
              </a:spcBef>
              <a:buNone/>
              <a:defRPr b="1" i="0" sz="1000" u="none" cap="none" strike="noStrike">
                <a:solidFill>
                  <a:schemeClr val="dk1"/>
                </a:solidFill>
                <a:latin typeface="Arial"/>
                <a:ea typeface="Arial"/>
                <a:cs typeface="Arial"/>
                <a:sym typeface="Arial"/>
              </a:defRPr>
            </a:lvl4pPr>
            <a:lvl5pPr indent="0" lvl="4" marL="0" algn="ctr">
              <a:spcBef>
                <a:spcPts val="0"/>
              </a:spcBef>
              <a:buNone/>
              <a:defRPr b="1" i="0" sz="1000" u="none" cap="none" strike="noStrike">
                <a:solidFill>
                  <a:schemeClr val="dk1"/>
                </a:solidFill>
                <a:latin typeface="Arial"/>
                <a:ea typeface="Arial"/>
                <a:cs typeface="Arial"/>
                <a:sym typeface="Arial"/>
              </a:defRPr>
            </a:lvl5pPr>
            <a:lvl6pPr indent="0" lvl="5" marL="0" algn="ctr">
              <a:spcBef>
                <a:spcPts val="0"/>
              </a:spcBef>
              <a:buNone/>
              <a:defRPr b="1" i="0" sz="1000" u="none" cap="none" strike="noStrike">
                <a:solidFill>
                  <a:schemeClr val="dk1"/>
                </a:solidFill>
                <a:latin typeface="Arial"/>
                <a:ea typeface="Arial"/>
                <a:cs typeface="Arial"/>
                <a:sym typeface="Arial"/>
              </a:defRPr>
            </a:lvl6pPr>
            <a:lvl7pPr indent="0" lvl="6" marL="0" algn="ctr">
              <a:spcBef>
                <a:spcPts val="0"/>
              </a:spcBef>
              <a:buNone/>
              <a:defRPr b="1" i="0" sz="1000" u="none" cap="none" strike="noStrike">
                <a:solidFill>
                  <a:schemeClr val="dk1"/>
                </a:solidFill>
                <a:latin typeface="Arial"/>
                <a:ea typeface="Arial"/>
                <a:cs typeface="Arial"/>
                <a:sym typeface="Arial"/>
              </a:defRPr>
            </a:lvl7pPr>
            <a:lvl8pPr indent="0" lvl="7" marL="0" algn="ctr">
              <a:spcBef>
                <a:spcPts val="0"/>
              </a:spcBef>
              <a:buNone/>
              <a:defRPr b="1" i="0" sz="1000" u="none" cap="none" strike="noStrike">
                <a:solidFill>
                  <a:schemeClr val="dk1"/>
                </a:solidFill>
                <a:latin typeface="Arial"/>
                <a:ea typeface="Arial"/>
                <a:cs typeface="Arial"/>
                <a:sym typeface="Arial"/>
              </a:defRPr>
            </a:lvl8pPr>
            <a:lvl9pPr indent="0" lvl="8" marL="0" algn="ctr">
              <a:spcBef>
                <a:spcPts val="0"/>
              </a:spcBef>
              <a:buNone/>
              <a:defRPr b="1" i="0" sz="1000" u="none" cap="none" strike="noStrike">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 Picture">
  <p:cSld name="Content Slide - Picture">
    <p:bg>
      <p:bgPr>
        <a:solidFill>
          <a:schemeClr val="accent4"/>
        </a:solidFill>
      </p:bgPr>
    </p:bg>
    <p:spTree>
      <p:nvGrpSpPr>
        <p:cNvPr id="89" name="Shape 89"/>
        <p:cNvGrpSpPr/>
        <p:nvPr/>
      </p:nvGrpSpPr>
      <p:grpSpPr>
        <a:xfrm>
          <a:off x="0" y="0"/>
          <a:ext cx="0" cy="0"/>
          <a:chOff x="0" y="0"/>
          <a:chExt cx="0" cy="0"/>
        </a:xfrm>
      </p:grpSpPr>
      <p:sp>
        <p:nvSpPr>
          <p:cNvPr descr="Description of Picture" id="90" name="Google Shape;90;p11"/>
          <p:cNvSpPr/>
          <p:nvPr>
            <p:ph idx="2" type="pic"/>
          </p:nvPr>
        </p:nvSpPr>
        <p:spPr>
          <a:xfrm>
            <a:off x="0" y="0"/>
            <a:ext cx="9144000" cy="6858000"/>
          </a:xfrm>
          <a:prstGeom prst="rect">
            <a:avLst/>
          </a:prstGeom>
          <a:noFill/>
          <a:ln>
            <a:noFill/>
          </a:ln>
        </p:spPr>
      </p:sp>
      <p:sp>
        <p:nvSpPr>
          <p:cNvPr id="91" name="Google Shape;91;p11"/>
          <p:cNvSpPr txBox="1"/>
          <p:nvPr>
            <p:ph type="ctrTitle"/>
          </p:nvPr>
        </p:nvSpPr>
        <p:spPr>
          <a:xfrm>
            <a:off x="381000" y="304800"/>
            <a:ext cx="2879168" cy="125342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dk1"/>
              </a:buClr>
              <a:buSzPts val="1800"/>
              <a:buFont typeface="Arial"/>
              <a:buNone/>
              <a:defRPr b="1" i="0" sz="1800" cap="non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92" name="Google Shape;92;p11"/>
          <p:cNvPicPr preferRelativeResize="0"/>
          <p:nvPr/>
        </p:nvPicPr>
        <p:blipFill rotWithShape="1">
          <a:blip r:embed="rId2">
            <a:alphaModFix/>
          </a:blip>
          <a:srcRect b="0" l="0" r="0" t="0"/>
          <a:stretch/>
        </p:blipFill>
        <p:spPr>
          <a:xfrm>
            <a:off x="7366000" y="0"/>
            <a:ext cx="1778000" cy="6858000"/>
          </a:xfrm>
          <a:prstGeom prst="rect">
            <a:avLst/>
          </a:prstGeom>
          <a:noFill/>
          <a:ln>
            <a:noFill/>
          </a:ln>
        </p:spPr>
      </p:pic>
      <p:sp>
        <p:nvSpPr>
          <p:cNvPr id="93" name="Google Shape;93;p11"/>
          <p:cNvSpPr txBox="1"/>
          <p:nvPr>
            <p:ph idx="10" type="dt"/>
          </p:nvPr>
        </p:nvSpPr>
        <p:spPr>
          <a:xfrm>
            <a:off x="7524207" y="6202177"/>
            <a:ext cx="856700"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accent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94" name="Google Shape;94;p11"/>
          <p:cNvCxnSpPr/>
          <p:nvPr/>
        </p:nvCxnSpPr>
        <p:spPr>
          <a:xfrm>
            <a:off x="8400500" y="6270568"/>
            <a:ext cx="0" cy="160020"/>
          </a:xfrm>
          <a:prstGeom prst="straightConnector1">
            <a:avLst/>
          </a:prstGeom>
          <a:noFill/>
          <a:ln cap="flat" cmpd="sng" w="9525">
            <a:solidFill>
              <a:schemeClr val="accent4"/>
            </a:solidFill>
            <a:prstDash val="solid"/>
            <a:round/>
            <a:headEnd len="sm" w="sm" type="none"/>
            <a:tailEnd len="sm" w="sm" type="none"/>
          </a:ln>
        </p:spPr>
      </p:cxnSp>
      <p:sp>
        <p:nvSpPr>
          <p:cNvPr id="95" name="Google Shape;95;p11"/>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lvl1pPr indent="0" lvl="0" marL="0" algn="ctr">
              <a:spcBef>
                <a:spcPts val="0"/>
              </a:spcBef>
              <a:buNone/>
              <a:defRPr b="1" i="0" sz="1000">
                <a:solidFill>
                  <a:schemeClr val="accent4"/>
                </a:solidFill>
                <a:latin typeface="Arial"/>
                <a:ea typeface="Arial"/>
                <a:cs typeface="Arial"/>
                <a:sym typeface="Arial"/>
              </a:defRPr>
            </a:lvl1pPr>
            <a:lvl2pPr indent="0" lvl="1" marL="0" algn="ctr">
              <a:spcBef>
                <a:spcPts val="0"/>
              </a:spcBef>
              <a:buNone/>
              <a:defRPr b="1" i="0" sz="1000">
                <a:solidFill>
                  <a:schemeClr val="accent4"/>
                </a:solidFill>
                <a:latin typeface="Arial"/>
                <a:ea typeface="Arial"/>
                <a:cs typeface="Arial"/>
                <a:sym typeface="Arial"/>
              </a:defRPr>
            </a:lvl2pPr>
            <a:lvl3pPr indent="0" lvl="2" marL="0" algn="ctr">
              <a:spcBef>
                <a:spcPts val="0"/>
              </a:spcBef>
              <a:buNone/>
              <a:defRPr b="1" i="0" sz="1000">
                <a:solidFill>
                  <a:schemeClr val="accent4"/>
                </a:solidFill>
                <a:latin typeface="Arial"/>
                <a:ea typeface="Arial"/>
                <a:cs typeface="Arial"/>
                <a:sym typeface="Arial"/>
              </a:defRPr>
            </a:lvl3pPr>
            <a:lvl4pPr indent="0" lvl="3" marL="0" algn="ctr">
              <a:spcBef>
                <a:spcPts val="0"/>
              </a:spcBef>
              <a:buNone/>
              <a:defRPr b="1" i="0" sz="1000">
                <a:solidFill>
                  <a:schemeClr val="accent4"/>
                </a:solidFill>
                <a:latin typeface="Arial"/>
                <a:ea typeface="Arial"/>
                <a:cs typeface="Arial"/>
                <a:sym typeface="Arial"/>
              </a:defRPr>
            </a:lvl4pPr>
            <a:lvl5pPr indent="0" lvl="4" marL="0" algn="ctr">
              <a:spcBef>
                <a:spcPts val="0"/>
              </a:spcBef>
              <a:buNone/>
              <a:defRPr b="1" i="0" sz="1000">
                <a:solidFill>
                  <a:schemeClr val="accent4"/>
                </a:solidFill>
                <a:latin typeface="Arial"/>
                <a:ea typeface="Arial"/>
                <a:cs typeface="Arial"/>
                <a:sym typeface="Arial"/>
              </a:defRPr>
            </a:lvl5pPr>
            <a:lvl6pPr indent="0" lvl="5" marL="0" algn="ctr">
              <a:spcBef>
                <a:spcPts val="0"/>
              </a:spcBef>
              <a:buNone/>
              <a:defRPr b="1" i="0" sz="1000">
                <a:solidFill>
                  <a:schemeClr val="accent4"/>
                </a:solidFill>
                <a:latin typeface="Arial"/>
                <a:ea typeface="Arial"/>
                <a:cs typeface="Arial"/>
                <a:sym typeface="Arial"/>
              </a:defRPr>
            </a:lvl6pPr>
            <a:lvl7pPr indent="0" lvl="6" marL="0" algn="ctr">
              <a:spcBef>
                <a:spcPts val="0"/>
              </a:spcBef>
              <a:buNone/>
              <a:defRPr b="1" i="0" sz="1000">
                <a:solidFill>
                  <a:schemeClr val="accent4"/>
                </a:solidFill>
                <a:latin typeface="Arial"/>
                <a:ea typeface="Arial"/>
                <a:cs typeface="Arial"/>
                <a:sym typeface="Arial"/>
              </a:defRPr>
            </a:lvl7pPr>
            <a:lvl8pPr indent="0" lvl="7" marL="0" algn="ctr">
              <a:spcBef>
                <a:spcPts val="0"/>
              </a:spcBef>
              <a:buNone/>
              <a:defRPr b="1" i="0" sz="1000">
                <a:solidFill>
                  <a:schemeClr val="accent4"/>
                </a:solidFill>
                <a:latin typeface="Arial"/>
                <a:ea typeface="Arial"/>
                <a:cs typeface="Arial"/>
                <a:sym typeface="Arial"/>
              </a:defRPr>
            </a:lvl8pPr>
            <a:lvl9pPr indent="0" lvl="8" marL="0" algn="ctr">
              <a:spcBef>
                <a:spcPts val="0"/>
              </a:spcBef>
              <a:buNone/>
              <a:defRPr b="1" i="0" sz="1000">
                <a:solidFill>
                  <a:schemeClr val="accent4"/>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264">
          <p15:clr>
            <a:srgbClr val="FBAE40"/>
          </p15:clr>
        </p15:guide>
        <p15:guide id="8" orient="horz" pos="192">
          <p15:clr>
            <a:srgbClr val="FBAE40"/>
          </p15:clr>
        </p15:guide>
        <p15:guide id="9" pos="2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 Fact/Highlight">
  <p:cSld name="Content Slide - Fact/Highlight">
    <p:bg>
      <p:bgPr>
        <a:solidFill>
          <a:schemeClr val="accent2"/>
        </a:solidFill>
      </p:bgPr>
    </p:bg>
    <p:spTree>
      <p:nvGrpSpPr>
        <p:cNvPr id="96" name="Shape 96"/>
        <p:cNvGrpSpPr/>
        <p:nvPr/>
      </p:nvGrpSpPr>
      <p:grpSpPr>
        <a:xfrm>
          <a:off x="0" y="0"/>
          <a:ext cx="0" cy="0"/>
          <a:chOff x="0" y="0"/>
          <a:chExt cx="0" cy="0"/>
        </a:xfrm>
      </p:grpSpPr>
      <p:sp>
        <p:nvSpPr>
          <p:cNvPr id="97" name="Google Shape;97;p12"/>
          <p:cNvSpPr/>
          <p:nvPr/>
        </p:nvSpPr>
        <p:spPr>
          <a:xfrm>
            <a:off x="0" y="0"/>
            <a:ext cx="9143999" cy="68522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8" name="Google Shape;98;p12"/>
          <p:cNvSpPr txBox="1"/>
          <p:nvPr>
            <p:ph type="ctrTitle"/>
          </p:nvPr>
        </p:nvSpPr>
        <p:spPr>
          <a:xfrm>
            <a:off x="2170159" y="1466566"/>
            <a:ext cx="4814498" cy="1210973"/>
          </a:xfrm>
          <a:prstGeom prst="rect">
            <a:avLst/>
          </a:prstGeom>
          <a:noFill/>
          <a:ln>
            <a:noFill/>
          </a:ln>
        </p:spPr>
        <p:txBody>
          <a:bodyPr anchorCtr="0" anchor="t" bIns="0" lIns="0" spcFirstLastPara="1" rIns="0" wrap="square" tIns="0">
            <a:spAutoFit/>
          </a:bodyPr>
          <a:lstStyle>
            <a:lvl1pPr lvl="0" algn="ctr">
              <a:lnSpc>
                <a:spcPct val="90000"/>
              </a:lnSpc>
              <a:spcBef>
                <a:spcPts val="0"/>
              </a:spcBef>
              <a:spcAft>
                <a:spcPts val="0"/>
              </a:spcAft>
              <a:buClr>
                <a:schemeClr val="accent2"/>
              </a:buClr>
              <a:buSzPts val="8600"/>
              <a:buFont typeface="Arial"/>
              <a:buNone/>
              <a:defRPr b="0" i="0" sz="8600" cap="none">
                <a:solidFill>
                  <a:schemeClr val="accent2"/>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9" name="Google Shape;99;p12"/>
          <p:cNvSpPr/>
          <p:nvPr/>
        </p:nvSpPr>
        <p:spPr>
          <a:xfrm>
            <a:off x="1986208" y="2744421"/>
            <a:ext cx="5179092" cy="440990"/>
          </a:xfrm>
          <a:prstGeom prst="rect">
            <a:avLst/>
          </a:prstGeom>
          <a:solidFill>
            <a:schemeClr val="dk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0" name="Google Shape;100;p12"/>
          <p:cNvSpPr txBox="1"/>
          <p:nvPr>
            <p:ph idx="1" type="subTitle"/>
          </p:nvPr>
        </p:nvSpPr>
        <p:spPr>
          <a:xfrm>
            <a:off x="1986207" y="2706475"/>
            <a:ext cx="5171597" cy="553998"/>
          </a:xfrm>
          <a:prstGeom prst="rect">
            <a:avLst/>
          </a:prstGeom>
          <a:noFill/>
          <a:ln>
            <a:noFill/>
          </a:ln>
        </p:spPr>
        <p:txBody>
          <a:bodyPr anchorCtr="0" anchor="t" bIns="0" lIns="0" spcFirstLastPara="1" rIns="0" wrap="square" tIns="0">
            <a:spAutoFit/>
          </a:bodyPr>
          <a:lstStyle>
            <a:lvl1pPr lvl="0" algn="ctr">
              <a:lnSpc>
                <a:spcPct val="100000"/>
              </a:lnSpc>
              <a:spcBef>
                <a:spcPts val="1000"/>
              </a:spcBef>
              <a:spcAft>
                <a:spcPts val="0"/>
              </a:spcAft>
              <a:buSzPts val="3600"/>
              <a:buNone/>
              <a:defRPr b="1" i="0" sz="3600">
                <a:solidFill>
                  <a:schemeClr val="accent4"/>
                </a:solidFill>
                <a:latin typeface="Arial"/>
                <a:ea typeface="Arial"/>
                <a:cs typeface="Arial"/>
                <a:sym typeface="Arial"/>
              </a:defRPr>
            </a:lvl1pPr>
            <a:lvl2pPr lvl="1" algn="ctr">
              <a:lnSpc>
                <a:spcPct val="100000"/>
              </a:lnSpc>
              <a:spcBef>
                <a:spcPts val="1000"/>
              </a:spcBef>
              <a:spcAft>
                <a:spcPts val="0"/>
              </a:spcAft>
              <a:buSzPts val="1900"/>
              <a:buNone/>
              <a:defRPr sz="1900"/>
            </a:lvl2pPr>
            <a:lvl3pPr lvl="2" algn="ctr">
              <a:lnSpc>
                <a:spcPct val="100000"/>
              </a:lnSpc>
              <a:spcBef>
                <a:spcPts val="1000"/>
              </a:spcBef>
              <a:spcAft>
                <a:spcPts val="0"/>
              </a:spcAft>
              <a:buSzPts val="1800"/>
              <a:buNone/>
              <a:defRPr sz="1800"/>
            </a:lvl3pPr>
            <a:lvl4pPr lvl="3" algn="ctr">
              <a:lnSpc>
                <a:spcPct val="100000"/>
              </a:lnSpc>
              <a:spcBef>
                <a:spcPts val="1000"/>
              </a:spcBef>
              <a:spcAft>
                <a:spcPts val="0"/>
              </a:spcAft>
              <a:buSzPts val="1600"/>
              <a:buNone/>
              <a:defRPr sz="1600"/>
            </a:lvl4pPr>
            <a:lvl5pPr lvl="4" algn="ctr">
              <a:lnSpc>
                <a:spcPct val="100000"/>
              </a:lnSpc>
              <a:spcBef>
                <a:spcPts val="1000"/>
              </a:spcBef>
              <a:spcAft>
                <a:spcPts val="0"/>
              </a:spcAft>
              <a:buSzPts val="1600"/>
              <a:buNone/>
              <a:defRPr sz="1600"/>
            </a:lvl5pPr>
            <a:lvl6pPr lvl="5" algn="ctr">
              <a:lnSpc>
                <a:spcPct val="100000"/>
              </a:lnSpc>
              <a:spcBef>
                <a:spcPts val="1000"/>
              </a:spcBef>
              <a:spcAft>
                <a:spcPts val="0"/>
              </a:spcAft>
              <a:buSzPts val="1600"/>
              <a:buNone/>
              <a:defRPr sz="1600"/>
            </a:lvl6pPr>
            <a:lvl7pPr lvl="6" algn="ctr">
              <a:lnSpc>
                <a:spcPct val="100000"/>
              </a:lnSpc>
              <a:spcBef>
                <a:spcPts val="1000"/>
              </a:spcBef>
              <a:spcAft>
                <a:spcPts val="0"/>
              </a:spcAft>
              <a:buSzPts val="1600"/>
              <a:buNone/>
              <a:defRPr sz="1600"/>
            </a:lvl7pPr>
            <a:lvl8pPr lvl="7" algn="ctr">
              <a:lnSpc>
                <a:spcPct val="100000"/>
              </a:lnSpc>
              <a:spcBef>
                <a:spcPts val="1000"/>
              </a:spcBef>
              <a:spcAft>
                <a:spcPts val="0"/>
              </a:spcAft>
              <a:buSzPts val="1600"/>
              <a:buNone/>
              <a:defRPr sz="1600"/>
            </a:lvl8pPr>
            <a:lvl9pPr lvl="8" algn="ctr">
              <a:lnSpc>
                <a:spcPct val="100000"/>
              </a:lnSpc>
              <a:spcBef>
                <a:spcPts val="1000"/>
              </a:spcBef>
              <a:spcAft>
                <a:spcPts val="0"/>
              </a:spcAft>
              <a:buSzPts val="1600"/>
              <a:buNone/>
              <a:defRPr sz="1600"/>
            </a:lvl9pPr>
          </a:lstStyle>
          <a:p/>
        </p:txBody>
      </p:sp>
      <p:sp>
        <p:nvSpPr>
          <p:cNvPr id="101" name="Google Shape;101;p12"/>
          <p:cNvSpPr txBox="1"/>
          <p:nvPr>
            <p:ph idx="2" type="body"/>
          </p:nvPr>
        </p:nvSpPr>
        <p:spPr>
          <a:xfrm>
            <a:off x="2156451" y="3540352"/>
            <a:ext cx="5008850" cy="1122744"/>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dk1"/>
              </a:buClr>
              <a:buSzPts val="2400"/>
              <a:buFont typeface="Arial"/>
              <a:buNone/>
              <a:defRPr b="0" i="0" sz="2400">
                <a:solidFill>
                  <a:schemeClr val="dk1"/>
                </a:solidFill>
                <a:latin typeface="Arial"/>
                <a:ea typeface="Arial"/>
                <a:cs typeface="Arial"/>
                <a:sym typeface="Arial"/>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pic>
        <p:nvPicPr>
          <p:cNvPr id="102" name="Google Shape;102;p12"/>
          <p:cNvPicPr preferRelativeResize="0"/>
          <p:nvPr/>
        </p:nvPicPr>
        <p:blipFill rotWithShape="1">
          <a:blip r:embed="rId2">
            <a:alphaModFix/>
          </a:blip>
          <a:srcRect b="0" l="0" r="0" t="0"/>
          <a:stretch/>
        </p:blipFill>
        <p:spPr>
          <a:xfrm>
            <a:off x="7366000" y="0"/>
            <a:ext cx="1778000" cy="6858000"/>
          </a:xfrm>
          <a:prstGeom prst="rect">
            <a:avLst/>
          </a:prstGeom>
          <a:noFill/>
          <a:ln>
            <a:noFill/>
          </a:ln>
        </p:spPr>
      </p:pic>
      <p:sp>
        <p:nvSpPr>
          <p:cNvPr id="103" name="Google Shape;103;p12"/>
          <p:cNvSpPr txBox="1"/>
          <p:nvPr>
            <p:ph idx="10" type="dt"/>
          </p:nvPr>
        </p:nvSpPr>
        <p:spPr>
          <a:xfrm>
            <a:off x="7615646" y="6202177"/>
            <a:ext cx="765261"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accent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104" name="Google Shape;104;p12"/>
          <p:cNvCxnSpPr/>
          <p:nvPr/>
        </p:nvCxnSpPr>
        <p:spPr>
          <a:xfrm>
            <a:off x="8400500" y="6270568"/>
            <a:ext cx="0" cy="160020"/>
          </a:xfrm>
          <a:prstGeom prst="straightConnector1">
            <a:avLst/>
          </a:prstGeom>
          <a:noFill/>
          <a:ln cap="flat" cmpd="sng" w="9525">
            <a:solidFill>
              <a:schemeClr val="accent4"/>
            </a:solidFill>
            <a:prstDash val="solid"/>
            <a:round/>
            <a:headEnd len="sm" w="sm" type="none"/>
            <a:tailEnd len="sm" w="sm" type="none"/>
          </a:ln>
        </p:spPr>
      </p:cxnSp>
      <p:sp>
        <p:nvSpPr>
          <p:cNvPr id="105" name="Google Shape;105;p12"/>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lvl1pPr indent="0" lvl="0" marL="0" algn="ctr">
              <a:spcBef>
                <a:spcPts val="0"/>
              </a:spcBef>
              <a:buNone/>
              <a:defRPr b="1" i="0" sz="1000">
                <a:solidFill>
                  <a:schemeClr val="accent4"/>
                </a:solidFill>
                <a:latin typeface="Arial"/>
                <a:ea typeface="Arial"/>
                <a:cs typeface="Arial"/>
                <a:sym typeface="Arial"/>
              </a:defRPr>
            </a:lvl1pPr>
            <a:lvl2pPr indent="0" lvl="1" marL="0" algn="ctr">
              <a:spcBef>
                <a:spcPts val="0"/>
              </a:spcBef>
              <a:buNone/>
              <a:defRPr b="1" i="0" sz="1000">
                <a:solidFill>
                  <a:schemeClr val="accent4"/>
                </a:solidFill>
                <a:latin typeface="Arial"/>
                <a:ea typeface="Arial"/>
                <a:cs typeface="Arial"/>
                <a:sym typeface="Arial"/>
              </a:defRPr>
            </a:lvl2pPr>
            <a:lvl3pPr indent="0" lvl="2" marL="0" algn="ctr">
              <a:spcBef>
                <a:spcPts val="0"/>
              </a:spcBef>
              <a:buNone/>
              <a:defRPr b="1" i="0" sz="1000">
                <a:solidFill>
                  <a:schemeClr val="accent4"/>
                </a:solidFill>
                <a:latin typeface="Arial"/>
                <a:ea typeface="Arial"/>
                <a:cs typeface="Arial"/>
                <a:sym typeface="Arial"/>
              </a:defRPr>
            </a:lvl3pPr>
            <a:lvl4pPr indent="0" lvl="3" marL="0" algn="ctr">
              <a:spcBef>
                <a:spcPts val="0"/>
              </a:spcBef>
              <a:buNone/>
              <a:defRPr b="1" i="0" sz="1000">
                <a:solidFill>
                  <a:schemeClr val="accent4"/>
                </a:solidFill>
                <a:latin typeface="Arial"/>
                <a:ea typeface="Arial"/>
                <a:cs typeface="Arial"/>
                <a:sym typeface="Arial"/>
              </a:defRPr>
            </a:lvl4pPr>
            <a:lvl5pPr indent="0" lvl="4" marL="0" algn="ctr">
              <a:spcBef>
                <a:spcPts val="0"/>
              </a:spcBef>
              <a:buNone/>
              <a:defRPr b="1" i="0" sz="1000">
                <a:solidFill>
                  <a:schemeClr val="accent4"/>
                </a:solidFill>
                <a:latin typeface="Arial"/>
                <a:ea typeface="Arial"/>
                <a:cs typeface="Arial"/>
                <a:sym typeface="Arial"/>
              </a:defRPr>
            </a:lvl5pPr>
            <a:lvl6pPr indent="0" lvl="5" marL="0" algn="ctr">
              <a:spcBef>
                <a:spcPts val="0"/>
              </a:spcBef>
              <a:buNone/>
              <a:defRPr b="1" i="0" sz="1000">
                <a:solidFill>
                  <a:schemeClr val="accent4"/>
                </a:solidFill>
                <a:latin typeface="Arial"/>
                <a:ea typeface="Arial"/>
                <a:cs typeface="Arial"/>
                <a:sym typeface="Arial"/>
              </a:defRPr>
            </a:lvl6pPr>
            <a:lvl7pPr indent="0" lvl="6" marL="0" algn="ctr">
              <a:spcBef>
                <a:spcPts val="0"/>
              </a:spcBef>
              <a:buNone/>
              <a:defRPr b="1" i="0" sz="1000">
                <a:solidFill>
                  <a:schemeClr val="accent4"/>
                </a:solidFill>
                <a:latin typeface="Arial"/>
                <a:ea typeface="Arial"/>
                <a:cs typeface="Arial"/>
                <a:sym typeface="Arial"/>
              </a:defRPr>
            </a:lvl7pPr>
            <a:lvl8pPr indent="0" lvl="7" marL="0" algn="ctr">
              <a:spcBef>
                <a:spcPts val="0"/>
              </a:spcBef>
              <a:buNone/>
              <a:defRPr b="1" i="0" sz="1000">
                <a:solidFill>
                  <a:schemeClr val="accent4"/>
                </a:solidFill>
                <a:latin typeface="Arial"/>
                <a:ea typeface="Arial"/>
                <a:cs typeface="Arial"/>
                <a:sym typeface="Arial"/>
              </a:defRPr>
            </a:lvl8pPr>
            <a:lvl9pPr indent="0" lvl="8" marL="0" algn="ctr">
              <a:spcBef>
                <a:spcPts val="0"/>
              </a:spcBef>
              <a:buNone/>
              <a:defRPr b="1" i="0" sz="1000">
                <a:solidFill>
                  <a:schemeClr val="accent4"/>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orient="horz" pos="1008">
          <p15:clr>
            <a:srgbClr val="FBAE40"/>
          </p15:clr>
        </p15:guide>
        <p15:guide id="8" orient="horz" pos="148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p:cSld name="Closing Slide">
    <p:bg>
      <p:bgPr>
        <a:solidFill>
          <a:schemeClr val="accent2"/>
        </a:solidFill>
      </p:bgPr>
    </p:bg>
    <p:spTree>
      <p:nvGrpSpPr>
        <p:cNvPr id="106" name="Shape 106"/>
        <p:cNvGrpSpPr/>
        <p:nvPr/>
      </p:nvGrpSpPr>
      <p:grpSpPr>
        <a:xfrm>
          <a:off x="0" y="0"/>
          <a:ext cx="0" cy="0"/>
          <a:chOff x="0" y="0"/>
          <a:chExt cx="0" cy="0"/>
        </a:xfrm>
      </p:grpSpPr>
      <p:sp>
        <p:nvSpPr>
          <p:cNvPr id="107" name="Google Shape;107;p13"/>
          <p:cNvSpPr/>
          <p:nvPr/>
        </p:nvSpPr>
        <p:spPr>
          <a:xfrm>
            <a:off x="0" y="0"/>
            <a:ext cx="9144000" cy="6858000"/>
          </a:xfrm>
          <a:prstGeom prst="rect">
            <a:avLst/>
          </a:prstGeom>
          <a:solidFill>
            <a:schemeClr val="lt2"/>
          </a:solidFill>
          <a:ln cap="flat" cmpd="sng" w="127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8" name="Google Shape;108;p13"/>
          <p:cNvSpPr txBox="1"/>
          <p:nvPr>
            <p:ph type="ctrTitle"/>
          </p:nvPr>
        </p:nvSpPr>
        <p:spPr>
          <a:xfrm>
            <a:off x="1089144" y="1557666"/>
            <a:ext cx="5500897" cy="85408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dk1"/>
              </a:buClr>
              <a:buSzPts val="6000"/>
              <a:buFont typeface="Arial"/>
              <a:buNone/>
              <a:defRPr b="1" i="1" sz="60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9" name="Google Shape;109;p13"/>
          <p:cNvSpPr txBox="1"/>
          <p:nvPr>
            <p:ph idx="1" type="body"/>
          </p:nvPr>
        </p:nvSpPr>
        <p:spPr>
          <a:xfrm>
            <a:off x="1107311" y="2578489"/>
            <a:ext cx="5500891" cy="88079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dk1"/>
              </a:buClr>
              <a:buSzPts val="1800"/>
              <a:buFont typeface="Arial"/>
              <a:buNone/>
              <a:defRPr b="0" i="0" sz="1800">
                <a:solidFill>
                  <a:schemeClr val="dk1"/>
                </a:solidFill>
                <a:latin typeface="Arial"/>
                <a:ea typeface="Arial"/>
                <a:cs typeface="Arial"/>
                <a:sym typeface="Arial"/>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pic>
        <p:nvPicPr>
          <p:cNvPr id="110" name="Google Shape;110;p13"/>
          <p:cNvPicPr preferRelativeResize="0"/>
          <p:nvPr/>
        </p:nvPicPr>
        <p:blipFill rotWithShape="1">
          <a:blip r:embed="rId2">
            <a:alphaModFix/>
          </a:blip>
          <a:srcRect b="0" l="0" r="0" t="0"/>
          <a:stretch/>
        </p:blipFill>
        <p:spPr>
          <a:xfrm>
            <a:off x="7366000" y="0"/>
            <a:ext cx="1778000" cy="6858000"/>
          </a:xfrm>
          <a:prstGeom prst="rect">
            <a:avLst/>
          </a:prstGeom>
          <a:noFill/>
          <a:ln>
            <a:noFill/>
          </a:ln>
        </p:spPr>
      </p:pic>
      <p:sp>
        <p:nvSpPr>
          <p:cNvPr id="111" name="Google Shape;111;p13"/>
          <p:cNvSpPr txBox="1"/>
          <p:nvPr>
            <p:ph idx="10" type="dt"/>
          </p:nvPr>
        </p:nvSpPr>
        <p:spPr>
          <a:xfrm>
            <a:off x="7563394" y="6202177"/>
            <a:ext cx="817513"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accent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112" name="Google Shape;112;p13"/>
          <p:cNvCxnSpPr/>
          <p:nvPr/>
        </p:nvCxnSpPr>
        <p:spPr>
          <a:xfrm>
            <a:off x="8400500" y="6270568"/>
            <a:ext cx="0" cy="160020"/>
          </a:xfrm>
          <a:prstGeom prst="straightConnector1">
            <a:avLst/>
          </a:prstGeom>
          <a:noFill/>
          <a:ln cap="flat" cmpd="sng" w="9525">
            <a:solidFill>
              <a:schemeClr val="accent4"/>
            </a:solidFill>
            <a:prstDash val="solid"/>
            <a:round/>
            <a:headEnd len="sm" w="sm" type="none"/>
            <a:tailEnd len="sm" w="sm" type="none"/>
          </a:ln>
        </p:spPr>
      </p:cxnSp>
      <p:sp>
        <p:nvSpPr>
          <p:cNvPr id="113" name="Google Shape;113;p13"/>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lvl1pPr indent="0" lvl="0" marL="0" algn="ctr">
              <a:spcBef>
                <a:spcPts val="0"/>
              </a:spcBef>
              <a:buNone/>
              <a:defRPr b="1" i="0" sz="1000">
                <a:solidFill>
                  <a:schemeClr val="accent4"/>
                </a:solidFill>
                <a:latin typeface="Arial"/>
                <a:ea typeface="Arial"/>
                <a:cs typeface="Arial"/>
                <a:sym typeface="Arial"/>
              </a:defRPr>
            </a:lvl1pPr>
            <a:lvl2pPr indent="0" lvl="1" marL="0" algn="ctr">
              <a:spcBef>
                <a:spcPts val="0"/>
              </a:spcBef>
              <a:buNone/>
              <a:defRPr b="1" i="0" sz="1000">
                <a:solidFill>
                  <a:schemeClr val="accent4"/>
                </a:solidFill>
                <a:latin typeface="Arial"/>
                <a:ea typeface="Arial"/>
                <a:cs typeface="Arial"/>
                <a:sym typeface="Arial"/>
              </a:defRPr>
            </a:lvl2pPr>
            <a:lvl3pPr indent="0" lvl="2" marL="0" algn="ctr">
              <a:spcBef>
                <a:spcPts val="0"/>
              </a:spcBef>
              <a:buNone/>
              <a:defRPr b="1" i="0" sz="1000">
                <a:solidFill>
                  <a:schemeClr val="accent4"/>
                </a:solidFill>
                <a:latin typeface="Arial"/>
                <a:ea typeface="Arial"/>
                <a:cs typeface="Arial"/>
                <a:sym typeface="Arial"/>
              </a:defRPr>
            </a:lvl3pPr>
            <a:lvl4pPr indent="0" lvl="3" marL="0" algn="ctr">
              <a:spcBef>
                <a:spcPts val="0"/>
              </a:spcBef>
              <a:buNone/>
              <a:defRPr b="1" i="0" sz="1000">
                <a:solidFill>
                  <a:schemeClr val="accent4"/>
                </a:solidFill>
                <a:latin typeface="Arial"/>
                <a:ea typeface="Arial"/>
                <a:cs typeface="Arial"/>
                <a:sym typeface="Arial"/>
              </a:defRPr>
            </a:lvl4pPr>
            <a:lvl5pPr indent="0" lvl="4" marL="0" algn="ctr">
              <a:spcBef>
                <a:spcPts val="0"/>
              </a:spcBef>
              <a:buNone/>
              <a:defRPr b="1" i="0" sz="1000">
                <a:solidFill>
                  <a:schemeClr val="accent4"/>
                </a:solidFill>
                <a:latin typeface="Arial"/>
                <a:ea typeface="Arial"/>
                <a:cs typeface="Arial"/>
                <a:sym typeface="Arial"/>
              </a:defRPr>
            </a:lvl5pPr>
            <a:lvl6pPr indent="0" lvl="5" marL="0" algn="ctr">
              <a:spcBef>
                <a:spcPts val="0"/>
              </a:spcBef>
              <a:buNone/>
              <a:defRPr b="1" i="0" sz="1000">
                <a:solidFill>
                  <a:schemeClr val="accent4"/>
                </a:solidFill>
                <a:latin typeface="Arial"/>
                <a:ea typeface="Arial"/>
                <a:cs typeface="Arial"/>
                <a:sym typeface="Arial"/>
              </a:defRPr>
            </a:lvl6pPr>
            <a:lvl7pPr indent="0" lvl="6" marL="0" algn="ctr">
              <a:spcBef>
                <a:spcPts val="0"/>
              </a:spcBef>
              <a:buNone/>
              <a:defRPr b="1" i="0" sz="1000">
                <a:solidFill>
                  <a:schemeClr val="accent4"/>
                </a:solidFill>
                <a:latin typeface="Arial"/>
                <a:ea typeface="Arial"/>
                <a:cs typeface="Arial"/>
                <a:sym typeface="Arial"/>
              </a:defRPr>
            </a:lvl7pPr>
            <a:lvl8pPr indent="0" lvl="7" marL="0" algn="ctr">
              <a:spcBef>
                <a:spcPts val="0"/>
              </a:spcBef>
              <a:buNone/>
              <a:defRPr b="1" i="0" sz="1000">
                <a:solidFill>
                  <a:schemeClr val="accent4"/>
                </a:solidFill>
                <a:latin typeface="Arial"/>
                <a:ea typeface="Arial"/>
                <a:cs typeface="Arial"/>
                <a:sym typeface="Arial"/>
              </a:defRPr>
            </a:lvl8pPr>
            <a:lvl9pPr indent="0" lvl="8" marL="0" algn="ctr">
              <a:spcBef>
                <a:spcPts val="0"/>
              </a:spcBef>
              <a:buNone/>
              <a:defRPr b="1" i="0" sz="1000">
                <a:solidFill>
                  <a:schemeClr val="accent4"/>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696">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Layout" Target="../slideLayouts/slideLayout6.xml"/><Relationship Id="rId3" Type="http://schemas.openxmlformats.org/officeDocument/2006/relationships/slideLayout" Target="../slideLayouts/slideLayout7.xml"/><Relationship Id="rId4" Type="http://schemas.openxmlformats.org/officeDocument/2006/relationships/slideLayout" Target="../slideLayouts/slideLayout8.xml"/><Relationship Id="rId5" Type="http://schemas.openxmlformats.org/officeDocument/2006/relationships/slideLayout" Target="../slideLayouts/slideLayout9.xml"/><Relationship Id="rId6" Type="http://schemas.openxmlformats.org/officeDocument/2006/relationships/slideLayout" Target="../slideLayouts/slideLayout10.xml"/><Relationship Id="rId7" Type="http://schemas.openxmlformats.org/officeDocument/2006/relationships/slideLayout" Target="../slideLayouts/slideLayout11.xml"/><Relationship Id="rId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1606045" y="964692"/>
            <a:ext cx="5937755"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marR="0" rtl="0" algn="ctr">
              <a:lnSpc>
                <a:spcPct val="90000"/>
              </a:lnSpc>
              <a:spcBef>
                <a:spcPts val="0"/>
              </a:spcBef>
              <a:spcAft>
                <a:spcPts val="0"/>
              </a:spcAft>
              <a:buClr>
                <a:srgbClr val="262626"/>
              </a:buClr>
              <a:buSzPts val="2600"/>
              <a:buFont typeface="Arial"/>
              <a:buNone/>
              <a:defRPr b="0" i="0" sz="2600" u="none" cap="none" strike="noStrike">
                <a:solidFill>
                  <a:srgbClr val="262626"/>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1606045" y="2638045"/>
            <a:ext cx="5937755" cy="3101983"/>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100000"/>
              </a:lnSpc>
              <a:spcBef>
                <a:spcPts val="1000"/>
              </a:spcBef>
              <a:spcAft>
                <a:spcPts val="0"/>
              </a:spcAft>
              <a:buClr>
                <a:schemeClr val="accent2"/>
              </a:buClr>
              <a:buSzPts val="1800"/>
              <a:buFont typeface="Arial"/>
              <a:buChar char="•"/>
              <a:defRPr b="0" i="0" sz="1800" u="none" cap="none" strike="noStrike">
                <a:solidFill>
                  <a:srgbClr val="262626"/>
                </a:solidFill>
                <a:latin typeface="Arial"/>
                <a:ea typeface="Arial"/>
                <a:cs typeface="Arial"/>
                <a:sym typeface="Arial"/>
              </a:defRPr>
            </a:lvl1pPr>
            <a:lvl2pPr indent="-330200" lvl="1" marL="914400" marR="0" rtl="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Arial"/>
                <a:ea typeface="Arial"/>
                <a:cs typeface="Arial"/>
                <a:sym typeface="Arial"/>
              </a:defRPr>
            </a:lvl2pPr>
            <a:lvl3pPr indent="-330200" lvl="2" marL="1371600" marR="0" rtl="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Arial"/>
                <a:ea typeface="Arial"/>
                <a:cs typeface="Arial"/>
                <a:sym typeface="Arial"/>
              </a:defRPr>
            </a:lvl3pPr>
            <a:lvl4pPr indent="-330200" lvl="3" marL="1828800" marR="0" rtl="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Arial"/>
                <a:ea typeface="Arial"/>
                <a:cs typeface="Arial"/>
                <a:sym typeface="Arial"/>
              </a:defRPr>
            </a:lvl4pPr>
            <a:lvl5pPr indent="-330200" lvl="4" marL="2286000" marR="0" rtl="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Arial"/>
                <a:ea typeface="Arial"/>
                <a:cs typeface="Arial"/>
                <a:sym typeface="Arial"/>
              </a:defRPr>
            </a:lvl5pPr>
            <a:lvl6pPr indent="-330200" lvl="5" marL="2743200" marR="0" rtl="0" algn="l">
              <a:lnSpc>
                <a:spcPct val="100000"/>
              </a:lnSpc>
              <a:spcBef>
                <a:spcPts val="1000"/>
              </a:spcBef>
              <a:spcAft>
                <a:spcPts val="0"/>
              </a:spcAft>
              <a:buClr>
                <a:schemeClr val="accent2"/>
              </a:buClr>
              <a:buSzPts val="1600"/>
              <a:buFont typeface="Arial"/>
              <a:buChar char="•"/>
              <a:defRPr b="0" i="0" sz="1600" u="none" cap="none" strike="noStrike">
                <a:solidFill>
                  <a:schemeClr val="lt1"/>
                </a:solidFill>
                <a:latin typeface="Arial"/>
                <a:ea typeface="Arial"/>
                <a:cs typeface="Arial"/>
                <a:sym typeface="Arial"/>
              </a:defRPr>
            </a:lvl6pPr>
            <a:lvl7pPr indent="-330200" lvl="6" marL="3200400" marR="0" rtl="0" algn="l">
              <a:lnSpc>
                <a:spcPct val="100000"/>
              </a:lnSpc>
              <a:spcBef>
                <a:spcPts val="1000"/>
              </a:spcBef>
              <a:spcAft>
                <a:spcPts val="0"/>
              </a:spcAft>
              <a:buClr>
                <a:schemeClr val="accent2"/>
              </a:buClr>
              <a:buSzPts val="1600"/>
              <a:buFont typeface="Arial"/>
              <a:buChar char="•"/>
              <a:defRPr b="0" i="0" sz="1600" u="none" cap="none" strike="noStrike">
                <a:solidFill>
                  <a:schemeClr val="lt1"/>
                </a:solidFill>
                <a:latin typeface="Arial"/>
                <a:ea typeface="Arial"/>
                <a:cs typeface="Arial"/>
                <a:sym typeface="Arial"/>
              </a:defRPr>
            </a:lvl7pPr>
            <a:lvl8pPr indent="-330200" lvl="7" marL="3657600" marR="0" rtl="0" algn="l">
              <a:lnSpc>
                <a:spcPct val="100000"/>
              </a:lnSpc>
              <a:spcBef>
                <a:spcPts val="1000"/>
              </a:spcBef>
              <a:spcAft>
                <a:spcPts val="0"/>
              </a:spcAft>
              <a:buClr>
                <a:schemeClr val="accent2"/>
              </a:buClr>
              <a:buSzPts val="1600"/>
              <a:buFont typeface="Arial"/>
              <a:buChar char="•"/>
              <a:defRPr b="0" i="0" sz="1600" u="none" cap="none" strike="noStrike">
                <a:solidFill>
                  <a:schemeClr val="lt1"/>
                </a:solidFill>
                <a:latin typeface="Arial"/>
                <a:ea typeface="Arial"/>
                <a:cs typeface="Arial"/>
                <a:sym typeface="Arial"/>
              </a:defRPr>
            </a:lvl8pPr>
            <a:lvl9pPr indent="-330200" lvl="8" marL="4114800" marR="0" rtl="0" algn="l">
              <a:lnSpc>
                <a:spcPct val="100000"/>
              </a:lnSpc>
              <a:spcBef>
                <a:spcPts val="1000"/>
              </a:spcBef>
              <a:spcAft>
                <a:spcPts val="0"/>
              </a:spcAft>
              <a:buClr>
                <a:schemeClr val="accent2"/>
              </a:buClr>
              <a:buSzPts val="1600"/>
              <a:buFont typeface="Arial"/>
              <a:buChar char="•"/>
              <a:defRPr b="0" i="0" sz="1600" u="none" cap="none" strike="noStrike">
                <a:solidFill>
                  <a:schemeClr val="lt1"/>
                </a:solidFill>
                <a:latin typeface="Arial"/>
                <a:ea typeface="Arial"/>
                <a:cs typeface="Arial"/>
                <a:sym typeface="Arial"/>
              </a:defRPr>
            </a:lvl9pPr>
          </a:lstStyle>
          <a:p/>
        </p:txBody>
      </p:sp>
      <p:sp>
        <p:nvSpPr>
          <p:cNvPr id="12" name="Google Shape;12;p1"/>
          <p:cNvSpPr txBox="1"/>
          <p:nvPr>
            <p:ph idx="10" type="dt"/>
          </p:nvPr>
        </p:nvSpPr>
        <p:spPr>
          <a:xfrm>
            <a:off x="7615646" y="6202177"/>
            <a:ext cx="765261" cy="323968"/>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13" name="Google Shape;13;p1"/>
          <p:cNvSpPr txBox="1"/>
          <p:nvPr>
            <p:ph idx="11" type="ftr"/>
          </p:nvPr>
        </p:nvSpPr>
        <p:spPr>
          <a:xfrm>
            <a:off x="853384" y="6219163"/>
            <a:ext cx="4556664" cy="32004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14" name="Google Shape;14;p1"/>
          <p:cNvSpPr/>
          <p:nvPr>
            <p:ph idx="12" type="sldNum"/>
          </p:nvPr>
        </p:nvSpPr>
        <p:spPr>
          <a:xfrm>
            <a:off x="8474334" y="6181281"/>
            <a:ext cx="365760" cy="365760"/>
          </a:xfrm>
          <a:prstGeom prst="ellipse">
            <a:avLst/>
          </a:prstGeom>
          <a:noFill/>
          <a:ln>
            <a:noFill/>
          </a:ln>
        </p:spPr>
        <p:txBody>
          <a:bodyPr anchorCtr="0" anchor="ctr" bIns="45700" lIns="18275" spcFirstLastPara="1" rIns="18275" wrap="square" tIns="45700">
            <a:noAutofit/>
          </a:bodyPr>
          <a:lstStyle>
            <a:lvl1pPr indent="0" lvl="0" marL="0" marR="0" rtl="0" algn="ctr">
              <a:spcBef>
                <a:spcPts val="0"/>
              </a:spcBef>
              <a:buNone/>
              <a:defRPr b="1" i="0" sz="1000" u="none" cap="none" strike="noStrike">
                <a:solidFill>
                  <a:schemeClr val="dk1"/>
                </a:solidFill>
                <a:latin typeface="Arial"/>
                <a:ea typeface="Arial"/>
                <a:cs typeface="Arial"/>
                <a:sym typeface="Arial"/>
              </a:defRPr>
            </a:lvl1pPr>
            <a:lvl2pPr indent="0" lvl="1" marL="0" marR="0" rtl="0" algn="ctr">
              <a:spcBef>
                <a:spcPts val="0"/>
              </a:spcBef>
              <a:buNone/>
              <a:defRPr b="1" i="0" sz="1000" u="none" cap="none" strike="noStrike">
                <a:solidFill>
                  <a:schemeClr val="dk1"/>
                </a:solidFill>
                <a:latin typeface="Arial"/>
                <a:ea typeface="Arial"/>
                <a:cs typeface="Arial"/>
                <a:sym typeface="Arial"/>
              </a:defRPr>
            </a:lvl2pPr>
            <a:lvl3pPr indent="0" lvl="2" marL="0" marR="0" rtl="0" algn="ctr">
              <a:spcBef>
                <a:spcPts val="0"/>
              </a:spcBef>
              <a:buNone/>
              <a:defRPr b="1" i="0" sz="1000" u="none" cap="none" strike="noStrike">
                <a:solidFill>
                  <a:schemeClr val="dk1"/>
                </a:solidFill>
                <a:latin typeface="Arial"/>
                <a:ea typeface="Arial"/>
                <a:cs typeface="Arial"/>
                <a:sym typeface="Arial"/>
              </a:defRPr>
            </a:lvl3pPr>
            <a:lvl4pPr indent="0" lvl="3" marL="0" marR="0" rtl="0" algn="ctr">
              <a:spcBef>
                <a:spcPts val="0"/>
              </a:spcBef>
              <a:buNone/>
              <a:defRPr b="1" i="0" sz="1000" u="none" cap="none" strike="noStrike">
                <a:solidFill>
                  <a:schemeClr val="dk1"/>
                </a:solidFill>
                <a:latin typeface="Arial"/>
                <a:ea typeface="Arial"/>
                <a:cs typeface="Arial"/>
                <a:sym typeface="Arial"/>
              </a:defRPr>
            </a:lvl4pPr>
            <a:lvl5pPr indent="0" lvl="4" marL="0" marR="0" rtl="0" algn="ctr">
              <a:spcBef>
                <a:spcPts val="0"/>
              </a:spcBef>
              <a:buNone/>
              <a:defRPr b="1" i="0" sz="1000" u="none" cap="none" strike="noStrike">
                <a:solidFill>
                  <a:schemeClr val="dk1"/>
                </a:solidFill>
                <a:latin typeface="Arial"/>
                <a:ea typeface="Arial"/>
                <a:cs typeface="Arial"/>
                <a:sym typeface="Arial"/>
              </a:defRPr>
            </a:lvl5pPr>
            <a:lvl6pPr indent="0" lvl="5" marL="0" marR="0" rtl="0" algn="ctr">
              <a:spcBef>
                <a:spcPts val="0"/>
              </a:spcBef>
              <a:buNone/>
              <a:defRPr b="1" i="0" sz="1000" u="none" cap="none" strike="noStrike">
                <a:solidFill>
                  <a:schemeClr val="dk1"/>
                </a:solidFill>
                <a:latin typeface="Arial"/>
                <a:ea typeface="Arial"/>
                <a:cs typeface="Arial"/>
                <a:sym typeface="Arial"/>
              </a:defRPr>
            </a:lvl6pPr>
            <a:lvl7pPr indent="0" lvl="6" marL="0" marR="0" rtl="0" algn="ctr">
              <a:spcBef>
                <a:spcPts val="0"/>
              </a:spcBef>
              <a:buNone/>
              <a:defRPr b="1" i="0" sz="1000" u="none" cap="none" strike="noStrike">
                <a:solidFill>
                  <a:schemeClr val="dk1"/>
                </a:solidFill>
                <a:latin typeface="Arial"/>
                <a:ea typeface="Arial"/>
                <a:cs typeface="Arial"/>
                <a:sym typeface="Arial"/>
              </a:defRPr>
            </a:lvl7pPr>
            <a:lvl8pPr indent="0" lvl="7" marL="0" marR="0" rtl="0" algn="ctr">
              <a:spcBef>
                <a:spcPts val="0"/>
              </a:spcBef>
              <a:buNone/>
              <a:defRPr b="1" i="0" sz="1000" u="none" cap="none" strike="noStrike">
                <a:solidFill>
                  <a:schemeClr val="dk1"/>
                </a:solidFill>
                <a:latin typeface="Arial"/>
                <a:ea typeface="Arial"/>
                <a:cs typeface="Arial"/>
                <a:sym typeface="Arial"/>
              </a:defRPr>
            </a:lvl8pPr>
            <a:lvl9pPr indent="0" lvl="8" marL="0" marR="0" rtl="0" algn="ctr">
              <a:spcBef>
                <a:spcPts val="0"/>
              </a:spcBef>
              <a:buNone/>
              <a:defRPr b="1" i="0" sz="1000" u="none" cap="none" strike="noStrike">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cxnSp>
        <p:nvCxnSpPr>
          <p:cNvPr id="15" name="Google Shape;15;p1"/>
          <p:cNvCxnSpPr/>
          <p:nvPr/>
        </p:nvCxnSpPr>
        <p:spPr>
          <a:xfrm>
            <a:off x="8400500" y="6270568"/>
            <a:ext cx="0" cy="160020"/>
          </a:xfrm>
          <a:prstGeom prst="straightConnector1">
            <a:avLst/>
          </a:prstGeom>
          <a:noFill/>
          <a:ln cap="flat" cmpd="sng" w="9525">
            <a:solidFill>
              <a:schemeClr val="lt1"/>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2880">
          <p15:clr>
            <a:srgbClr val="F26B43"/>
          </p15:clr>
        </p15:guide>
        <p15:guide id="3" orient="horz" pos="4056">
          <p15:clr>
            <a:srgbClr val="F26B43"/>
          </p15:clr>
        </p15:guide>
        <p15:guide id="4" orient="horz" pos="3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49" name="Shape 49"/>
        <p:cNvGrpSpPr/>
        <p:nvPr/>
      </p:nvGrpSpPr>
      <p:grpSpPr>
        <a:xfrm>
          <a:off x="0" y="0"/>
          <a:ext cx="0" cy="0"/>
          <a:chOff x="0" y="0"/>
          <a:chExt cx="0" cy="0"/>
        </a:xfrm>
      </p:grpSpPr>
      <p:sp>
        <p:nvSpPr>
          <p:cNvPr id="50" name="Google Shape;50;p6"/>
          <p:cNvSpPr txBox="1"/>
          <p:nvPr>
            <p:ph type="title"/>
          </p:nvPr>
        </p:nvSpPr>
        <p:spPr>
          <a:xfrm>
            <a:off x="1606045" y="964692"/>
            <a:ext cx="5937755"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marR="0" rtl="0" algn="ctr">
              <a:lnSpc>
                <a:spcPct val="90000"/>
              </a:lnSpc>
              <a:spcBef>
                <a:spcPts val="0"/>
              </a:spcBef>
              <a:spcAft>
                <a:spcPts val="0"/>
              </a:spcAft>
              <a:buClr>
                <a:srgbClr val="262626"/>
              </a:buClr>
              <a:buSzPts val="2600"/>
              <a:buFont typeface="Arial"/>
              <a:buNone/>
              <a:defRPr b="0" i="0" sz="2600" u="none" cap="none" strike="noStrike">
                <a:solidFill>
                  <a:srgbClr val="262626"/>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1" name="Google Shape;51;p6"/>
          <p:cNvSpPr txBox="1"/>
          <p:nvPr>
            <p:ph idx="1" type="body"/>
          </p:nvPr>
        </p:nvSpPr>
        <p:spPr>
          <a:xfrm>
            <a:off x="1606045" y="2638045"/>
            <a:ext cx="5937755" cy="3101983"/>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100000"/>
              </a:lnSpc>
              <a:spcBef>
                <a:spcPts val="1000"/>
              </a:spcBef>
              <a:spcAft>
                <a:spcPts val="0"/>
              </a:spcAft>
              <a:buClr>
                <a:schemeClr val="accent2"/>
              </a:buClr>
              <a:buSzPts val="1800"/>
              <a:buFont typeface="Arial"/>
              <a:buChar char="•"/>
              <a:defRPr b="0" i="0" sz="1800" u="none" cap="none" strike="noStrike">
                <a:solidFill>
                  <a:srgbClr val="262626"/>
                </a:solidFill>
                <a:latin typeface="Arial"/>
                <a:ea typeface="Arial"/>
                <a:cs typeface="Arial"/>
                <a:sym typeface="Arial"/>
              </a:defRPr>
            </a:lvl1pPr>
            <a:lvl2pPr indent="-330200" lvl="1" marL="914400" marR="0" rtl="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Arial"/>
                <a:ea typeface="Arial"/>
                <a:cs typeface="Arial"/>
                <a:sym typeface="Arial"/>
              </a:defRPr>
            </a:lvl2pPr>
            <a:lvl3pPr indent="-330200" lvl="2" marL="1371600" marR="0" rtl="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Arial"/>
                <a:ea typeface="Arial"/>
                <a:cs typeface="Arial"/>
                <a:sym typeface="Arial"/>
              </a:defRPr>
            </a:lvl3pPr>
            <a:lvl4pPr indent="-330200" lvl="3" marL="1828800" marR="0" rtl="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Arial"/>
                <a:ea typeface="Arial"/>
                <a:cs typeface="Arial"/>
                <a:sym typeface="Arial"/>
              </a:defRPr>
            </a:lvl4pPr>
            <a:lvl5pPr indent="-330200" lvl="4" marL="2286000" marR="0" rtl="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Arial"/>
                <a:ea typeface="Arial"/>
                <a:cs typeface="Arial"/>
                <a:sym typeface="Arial"/>
              </a:defRPr>
            </a:lvl5pPr>
            <a:lvl6pPr indent="-330200" lvl="5" marL="2743200" marR="0" rtl="0" algn="l">
              <a:lnSpc>
                <a:spcPct val="100000"/>
              </a:lnSpc>
              <a:spcBef>
                <a:spcPts val="1000"/>
              </a:spcBef>
              <a:spcAft>
                <a:spcPts val="0"/>
              </a:spcAft>
              <a:buClr>
                <a:schemeClr val="accent2"/>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rtl="0" algn="l">
              <a:lnSpc>
                <a:spcPct val="100000"/>
              </a:lnSpc>
              <a:spcBef>
                <a:spcPts val="1000"/>
              </a:spcBef>
              <a:spcAft>
                <a:spcPts val="0"/>
              </a:spcAft>
              <a:buClr>
                <a:schemeClr val="accent2"/>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rtl="0" algn="l">
              <a:lnSpc>
                <a:spcPct val="100000"/>
              </a:lnSpc>
              <a:spcBef>
                <a:spcPts val="1000"/>
              </a:spcBef>
              <a:spcAft>
                <a:spcPts val="0"/>
              </a:spcAft>
              <a:buClr>
                <a:schemeClr val="accent2"/>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rtl="0" algn="l">
              <a:lnSpc>
                <a:spcPct val="100000"/>
              </a:lnSpc>
              <a:spcBef>
                <a:spcPts val="1000"/>
              </a:spcBef>
              <a:spcAft>
                <a:spcPts val="0"/>
              </a:spcAft>
              <a:buClr>
                <a:schemeClr val="accent2"/>
              </a:buClr>
              <a:buSzPts val="1600"/>
              <a:buFont typeface="Arial"/>
              <a:buChar char="•"/>
              <a:defRPr b="0" i="0" sz="1600" u="none" cap="none" strike="noStrike">
                <a:solidFill>
                  <a:schemeClr val="dk1"/>
                </a:solidFill>
                <a:latin typeface="Arial"/>
                <a:ea typeface="Arial"/>
                <a:cs typeface="Arial"/>
                <a:sym typeface="Arial"/>
              </a:defRPr>
            </a:lvl9pPr>
          </a:lstStyle>
          <a:p/>
        </p:txBody>
      </p:sp>
      <p:sp>
        <p:nvSpPr>
          <p:cNvPr id="52" name="Google Shape;52;p6"/>
          <p:cNvSpPr txBox="1"/>
          <p:nvPr>
            <p:ph idx="10" type="dt"/>
          </p:nvPr>
        </p:nvSpPr>
        <p:spPr>
          <a:xfrm>
            <a:off x="7615646" y="6202177"/>
            <a:ext cx="765261" cy="323968"/>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3" name="Google Shape;53;p6"/>
          <p:cNvSpPr txBox="1"/>
          <p:nvPr>
            <p:ph idx="11" type="ftr"/>
          </p:nvPr>
        </p:nvSpPr>
        <p:spPr>
          <a:xfrm>
            <a:off x="853384" y="6219163"/>
            <a:ext cx="4556664" cy="32004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0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4" name="Google Shape;54;p6"/>
          <p:cNvSpPr/>
          <p:nvPr>
            <p:ph idx="12" type="sldNum"/>
          </p:nvPr>
        </p:nvSpPr>
        <p:spPr>
          <a:xfrm>
            <a:off x="8474334" y="6181281"/>
            <a:ext cx="365760" cy="365760"/>
          </a:xfrm>
          <a:prstGeom prst="ellipse">
            <a:avLst/>
          </a:prstGeom>
          <a:noFill/>
          <a:ln>
            <a:noFill/>
          </a:ln>
        </p:spPr>
        <p:txBody>
          <a:bodyPr anchorCtr="0" anchor="ctr" bIns="45700" lIns="18275" spcFirstLastPara="1" rIns="18275" wrap="square" tIns="45700">
            <a:noAutofit/>
          </a:bodyPr>
          <a:lstStyle>
            <a:lvl1pPr indent="0" lvl="0" marL="0" marR="0" rtl="0" algn="ctr">
              <a:spcBef>
                <a:spcPts val="0"/>
              </a:spcBef>
              <a:buNone/>
              <a:defRPr b="1" i="0" sz="1000" u="none">
                <a:solidFill>
                  <a:schemeClr val="lt1"/>
                </a:solidFill>
                <a:latin typeface="Arial"/>
                <a:ea typeface="Arial"/>
                <a:cs typeface="Arial"/>
                <a:sym typeface="Arial"/>
              </a:defRPr>
            </a:lvl1pPr>
            <a:lvl2pPr indent="0" lvl="1" marL="0" marR="0" rtl="0" algn="ctr">
              <a:spcBef>
                <a:spcPts val="0"/>
              </a:spcBef>
              <a:buNone/>
              <a:defRPr b="1" i="0" sz="1000" u="none">
                <a:solidFill>
                  <a:schemeClr val="lt1"/>
                </a:solidFill>
                <a:latin typeface="Arial"/>
                <a:ea typeface="Arial"/>
                <a:cs typeface="Arial"/>
                <a:sym typeface="Arial"/>
              </a:defRPr>
            </a:lvl2pPr>
            <a:lvl3pPr indent="0" lvl="2" marL="0" marR="0" rtl="0" algn="ctr">
              <a:spcBef>
                <a:spcPts val="0"/>
              </a:spcBef>
              <a:buNone/>
              <a:defRPr b="1" i="0" sz="1000" u="none">
                <a:solidFill>
                  <a:schemeClr val="lt1"/>
                </a:solidFill>
                <a:latin typeface="Arial"/>
                <a:ea typeface="Arial"/>
                <a:cs typeface="Arial"/>
                <a:sym typeface="Arial"/>
              </a:defRPr>
            </a:lvl3pPr>
            <a:lvl4pPr indent="0" lvl="3" marL="0" marR="0" rtl="0" algn="ctr">
              <a:spcBef>
                <a:spcPts val="0"/>
              </a:spcBef>
              <a:buNone/>
              <a:defRPr b="1" i="0" sz="1000" u="none">
                <a:solidFill>
                  <a:schemeClr val="lt1"/>
                </a:solidFill>
                <a:latin typeface="Arial"/>
                <a:ea typeface="Arial"/>
                <a:cs typeface="Arial"/>
                <a:sym typeface="Arial"/>
              </a:defRPr>
            </a:lvl4pPr>
            <a:lvl5pPr indent="0" lvl="4" marL="0" marR="0" rtl="0" algn="ctr">
              <a:spcBef>
                <a:spcPts val="0"/>
              </a:spcBef>
              <a:buNone/>
              <a:defRPr b="1" i="0" sz="1000" u="none">
                <a:solidFill>
                  <a:schemeClr val="lt1"/>
                </a:solidFill>
                <a:latin typeface="Arial"/>
                <a:ea typeface="Arial"/>
                <a:cs typeface="Arial"/>
                <a:sym typeface="Arial"/>
              </a:defRPr>
            </a:lvl5pPr>
            <a:lvl6pPr indent="0" lvl="5" marL="0" marR="0" rtl="0" algn="ctr">
              <a:spcBef>
                <a:spcPts val="0"/>
              </a:spcBef>
              <a:buNone/>
              <a:defRPr b="1" i="0" sz="1000" u="none">
                <a:solidFill>
                  <a:schemeClr val="lt1"/>
                </a:solidFill>
                <a:latin typeface="Arial"/>
                <a:ea typeface="Arial"/>
                <a:cs typeface="Arial"/>
                <a:sym typeface="Arial"/>
              </a:defRPr>
            </a:lvl6pPr>
            <a:lvl7pPr indent="0" lvl="6" marL="0" marR="0" rtl="0" algn="ctr">
              <a:spcBef>
                <a:spcPts val="0"/>
              </a:spcBef>
              <a:buNone/>
              <a:defRPr b="1" i="0" sz="1000" u="none">
                <a:solidFill>
                  <a:schemeClr val="lt1"/>
                </a:solidFill>
                <a:latin typeface="Arial"/>
                <a:ea typeface="Arial"/>
                <a:cs typeface="Arial"/>
                <a:sym typeface="Arial"/>
              </a:defRPr>
            </a:lvl7pPr>
            <a:lvl8pPr indent="0" lvl="7" marL="0" marR="0" rtl="0" algn="ctr">
              <a:spcBef>
                <a:spcPts val="0"/>
              </a:spcBef>
              <a:buNone/>
              <a:defRPr b="1" i="0" sz="1000" u="none">
                <a:solidFill>
                  <a:schemeClr val="lt1"/>
                </a:solidFill>
                <a:latin typeface="Arial"/>
                <a:ea typeface="Arial"/>
                <a:cs typeface="Arial"/>
                <a:sym typeface="Arial"/>
              </a:defRPr>
            </a:lvl8pPr>
            <a:lvl9pPr indent="0" lvl="8" marL="0" marR="0" rtl="0" algn="ctr">
              <a:spcBef>
                <a:spcPts val="0"/>
              </a:spcBef>
              <a:buNone/>
              <a:defRPr b="1" i="0" sz="1000" u="none">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cxnSp>
        <p:nvCxnSpPr>
          <p:cNvPr id="55" name="Google Shape;55;p6"/>
          <p:cNvCxnSpPr/>
          <p:nvPr/>
        </p:nvCxnSpPr>
        <p:spPr>
          <a:xfrm>
            <a:off x="8400500" y="6270568"/>
            <a:ext cx="0" cy="160020"/>
          </a:xfrm>
          <a:prstGeom prst="straightConnector1">
            <a:avLst/>
          </a:prstGeom>
          <a:noFill/>
          <a:ln cap="flat" cmpd="sng" w="9525">
            <a:solidFill>
              <a:schemeClr val="dk1"/>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52" r:id="rId1"/>
    <p:sldLayoutId id="2147483653" r:id="rId2"/>
    <p:sldLayoutId id="2147483654" r:id="rId3"/>
    <p:sldLayoutId id="2147483655" r:id="rId4"/>
    <p:sldLayoutId id="2147483656" r:id="rId5"/>
    <p:sldLayoutId id="2147483657" r:id="rId6"/>
    <p:sldLayoutId id="2147483658"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2880">
          <p15:clr>
            <a:srgbClr val="F26B43"/>
          </p15:clr>
        </p15:guide>
        <p15:guide id="3" orient="horz" pos="4056">
          <p15:clr>
            <a:srgbClr val="F26B43"/>
          </p15:clr>
        </p15:guide>
        <p15:guide id="4" orient="horz" pos="393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style.mla.org/" TargetMode="External"/><Relationship Id="rId4" Type="http://schemas.openxmlformats.org/officeDocument/2006/relationships/image" Target="../media/image13.png"/><Relationship Id="rId5"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11.png"/><Relationship Id="rId5"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3.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3.png"/><Relationship Id="rId4" Type="http://schemas.openxmlformats.org/officeDocument/2006/relationships/image" Target="../media/image16.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3.png"/><Relationship Id="rId4" Type="http://schemas.openxmlformats.org/officeDocument/2006/relationships/image" Target="../media/image1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3.png"/><Relationship Id="rId4" Type="http://schemas.openxmlformats.org/officeDocument/2006/relationships/image" Target="../media/image1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1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1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 Id="rId3"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4"/>
          <p:cNvSpPr txBox="1"/>
          <p:nvPr>
            <p:ph type="ctrTitle"/>
          </p:nvPr>
        </p:nvSpPr>
        <p:spPr>
          <a:xfrm>
            <a:off x="820694" y="1696583"/>
            <a:ext cx="6846198" cy="3739485"/>
          </a:xfrm>
          <a:prstGeom prst="rect">
            <a:avLst/>
          </a:prstGeom>
          <a:noFill/>
          <a:ln>
            <a:noFill/>
          </a:ln>
        </p:spPr>
        <p:txBody>
          <a:bodyPr anchorCtr="0" anchor="t" bIns="0" lIns="0" spcFirstLastPara="1" rIns="0" wrap="square" tIns="0">
            <a:spAutoFit/>
          </a:bodyPr>
          <a:lstStyle/>
          <a:p>
            <a:pPr indent="0" lvl="0" marL="0" rtl="0" algn="l">
              <a:lnSpc>
                <a:spcPct val="80000"/>
              </a:lnSpc>
              <a:spcBef>
                <a:spcPts val="0"/>
              </a:spcBef>
              <a:spcAft>
                <a:spcPts val="0"/>
              </a:spcAft>
              <a:buClr>
                <a:schemeClr val="dk1"/>
              </a:buClr>
              <a:buSzPts val="6000"/>
              <a:buFont typeface="Arial"/>
              <a:buNone/>
            </a:pPr>
            <a:r>
              <a:rPr lang="en-US">
                <a:latin typeface="Arial"/>
                <a:ea typeface="Arial"/>
                <a:cs typeface="Arial"/>
                <a:sym typeface="Arial"/>
              </a:rPr>
              <a:t>MLA FORMATTING AND STYLE GUIDE (9</a:t>
            </a:r>
            <a:r>
              <a:rPr baseline="30000" lang="en-US">
                <a:latin typeface="Arial"/>
                <a:ea typeface="Arial"/>
                <a:cs typeface="Arial"/>
                <a:sym typeface="Arial"/>
              </a:rPr>
              <a:t>TH</a:t>
            </a:r>
            <a:r>
              <a:rPr lang="en-US">
                <a:latin typeface="Arial"/>
                <a:ea typeface="Arial"/>
                <a:cs typeface="Arial"/>
                <a:sym typeface="Arial"/>
              </a:rPr>
              <a:t> EDITION)</a:t>
            </a:r>
            <a:endParaRPr/>
          </a:p>
        </p:txBody>
      </p:sp>
      <p:sp>
        <p:nvSpPr>
          <p:cNvPr id="120" name="Google Shape;120;p14"/>
          <p:cNvSpPr/>
          <p:nvPr>
            <p:ph idx="12" type="sldNum"/>
          </p:nvPr>
        </p:nvSpPr>
        <p:spPr>
          <a:xfrm>
            <a:off x="8410660" y="6181281"/>
            <a:ext cx="365760" cy="365760"/>
          </a:xfrm>
          <a:prstGeom prst="ellipse">
            <a:avLst/>
          </a:prstGeom>
          <a:no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121" name="Google Shape;121;p14"/>
          <p:cNvPicPr preferRelativeResize="0"/>
          <p:nvPr/>
        </p:nvPicPr>
        <p:blipFill rotWithShape="1">
          <a:blip r:embed="rId3">
            <a:alphaModFix/>
          </a:blip>
          <a:srcRect b="0" l="0" r="0" t="0"/>
          <a:stretch/>
        </p:blipFill>
        <p:spPr>
          <a:xfrm>
            <a:off x="462008" y="6084825"/>
            <a:ext cx="3370923" cy="36576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5"/>
          <p:cNvSpPr txBox="1"/>
          <p:nvPr>
            <p:ph type="ctrTitle"/>
          </p:nvPr>
        </p:nvSpPr>
        <p:spPr>
          <a:xfrm>
            <a:off x="110430" y="435260"/>
            <a:ext cx="6925732" cy="512448"/>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lt2"/>
              </a:buClr>
              <a:buSzPts val="3600"/>
              <a:buFont typeface="Arial"/>
              <a:buNone/>
            </a:pPr>
            <a:r>
              <a:rPr lang="en-US" sz="3600"/>
              <a:t>What is MLA?</a:t>
            </a:r>
            <a:endParaRPr/>
          </a:p>
        </p:txBody>
      </p:sp>
      <p:sp>
        <p:nvSpPr>
          <p:cNvPr id="128" name="Google Shape;128;p15"/>
          <p:cNvSpPr txBox="1"/>
          <p:nvPr>
            <p:ph idx="2" type="body"/>
          </p:nvPr>
        </p:nvSpPr>
        <p:spPr>
          <a:xfrm>
            <a:off x="815547" y="1705232"/>
            <a:ext cx="4473146" cy="3065927"/>
          </a:xfrm>
          <a:prstGeom prst="rect">
            <a:avLst/>
          </a:prstGeom>
          <a:noFill/>
          <a:ln>
            <a:noFill/>
          </a:ln>
        </p:spPr>
        <p:txBody>
          <a:bodyPr anchorCtr="0" anchor="t" bIns="0" lIns="0" spcFirstLastPara="1" rIns="0" wrap="square" tIns="0">
            <a:normAutofit/>
          </a:bodyPr>
          <a:lstStyle/>
          <a:p>
            <a:pPr indent="-274320" lvl="0" marL="274320" rtl="0" algn="l">
              <a:lnSpc>
                <a:spcPct val="100000"/>
              </a:lnSpc>
              <a:spcBef>
                <a:spcPts val="0"/>
              </a:spcBef>
              <a:spcAft>
                <a:spcPts val="0"/>
              </a:spcAft>
              <a:buSzPts val="1800"/>
              <a:buFont typeface="Arial"/>
              <a:buNone/>
            </a:pPr>
            <a:r>
              <a:rPr b="1" lang="en-US">
                <a:solidFill>
                  <a:srgbClr val="000000"/>
                </a:solidFill>
                <a:latin typeface="Arial"/>
                <a:ea typeface="Arial"/>
                <a:cs typeface="Arial"/>
                <a:sym typeface="Arial"/>
              </a:rPr>
              <a:t>MLA</a:t>
            </a:r>
            <a:r>
              <a:rPr lang="en-US">
                <a:latin typeface="Arial"/>
                <a:ea typeface="Arial"/>
                <a:cs typeface="Arial"/>
                <a:sym typeface="Arial"/>
              </a:rPr>
              <a:t> (Modern Language Association) Style formatting is often used in various humanities disciplines.</a:t>
            </a:r>
            <a:endParaRPr/>
          </a:p>
          <a:p>
            <a:pPr indent="-274320" lvl="0" marL="274320" rtl="0" algn="l">
              <a:lnSpc>
                <a:spcPct val="100000"/>
              </a:lnSpc>
              <a:spcBef>
                <a:spcPts val="0"/>
              </a:spcBef>
              <a:spcAft>
                <a:spcPts val="0"/>
              </a:spcAft>
              <a:buSzPts val="1800"/>
              <a:buFont typeface="Arial"/>
              <a:buNone/>
            </a:pPr>
            <a:r>
              <a:t/>
            </a:r>
            <a:endParaRPr>
              <a:latin typeface="Arial"/>
              <a:ea typeface="Arial"/>
              <a:cs typeface="Arial"/>
              <a:sym typeface="Arial"/>
            </a:endParaRPr>
          </a:p>
          <a:p>
            <a:pPr indent="-274320" lvl="0" marL="274320" rtl="0" algn="l">
              <a:lnSpc>
                <a:spcPct val="100000"/>
              </a:lnSpc>
              <a:spcBef>
                <a:spcPts val="0"/>
              </a:spcBef>
              <a:spcAft>
                <a:spcPts val="0"/>
              </a:spcAft>
              <a:buSzPts val="1800"/>
              <a:buFont typeface="Arial"/>
              <a:buNone/>
            </a:pPr>
            <a:r>
              <a:t/>
            </a:r>
            <a:endParaRPr>
              <a:latin typeface="Arial"/>
              <a:ea typeface="Arial"/>
              <a:cs typeface="Arial"/>
              <a:sym typeface="Arial"/>
            </a:endParaRPr>
          </a:p>
          <a:p>
            <a:pPr indent="-274320" lvl="0" marL="274320" rtl="0" algn="l">
              <a:lnSpc>
                <a:spcPct val="100000"/>
              </a:lnSpc>
              <a:spcBef>
                <a:spcPts val="0"/>
              </a:spcBef>
              <a:spcAft>
                <a:spcPts val="0"/>
              </a:spcAft>
              <a:buSzPts val="1800"/>
              <a:buFont typeface="Arial"/>
              <a:buNone/>
            </a:pPr>
            <a:r>
              <a:rPr lang="en-US">
                <a:latin typeface="Arial"/>
                <a:ea typeface="Arial"/>
                <a:cs typeface="Arial"/>
                <a:sym typeface="Arial"/>
              </a:rPr>
              <a:t>In addition to the handbook, MLA also offers </a:t>
            </a:r>
            <a:r>
              <a:rPr b="1" lang="en-US">
                <a:solidFill>
                  <a:srgbClr val="000000"/>
                </a:solidFill>
                <a:latin typeface="Arial"/>
                <a:ea typeface="Arial"/>
                <a:cs typeface="Arial"/>
                <a:sym typeface="Arial"/>
              </a:rPr>
              <a:t>The MLA Style Center</a:t>
            </a:r>
            <a:r>
              <a:rPr lang="en-US">
                <a:latin typeface="Arial"/>
                <a:ea typeface="Arial"/>
                <a:cs typeface="Arial"/>
                <a:sym typeface="Arial"/>
              </a:rPr>
              <a:t>, a website that provides additional instruction and resources for writing and formatting academic papers. </a:t>
            </a:r>
            <a:r>
              <a:rPr lang="en-US" u="sng">
                <a:solidFill>
                  <a:schemeClr val="hlink"/>
                </a:solidFill>
                <a:latin typeface="Arial"/>
                <a:ea typeface="Arial"/>
                <a:cs typeface="Arial"/>
                <a:sym typeface="Arial"/>
                <a:hlinkClick r:id="rId3"/>
              </a:rPr>
              <a:t>https://style.mla.org/</a:t>
            </a:r>
            <a:endParaRPr>
              <a:latin typeface="Arial"/>
              <a:ea typeface="Arial"/>
              <a:cs typeface="Arial"/>
              <a:sym typeface="Arial"/>
            </a:endParaRPr>
          </a:p>
          <a:p>
            <a:pPr indent="-274320" lvl="0" marL="274320" rtl="0" algn="l">
              <a:lnSpc>
                <a:spcPct val="100000"/>
              </a:lnSpc>
              <a:spcBef>
                <a:spcPts val="0"/>
              </a:spcBef>
              <a:spcAft>
                <a:spcPts val="0"/>
              </a:spcAft>
              <a:buSzPts val="1800"/>
              <a:buFont typeface="Arial"/>
              <a:buNone/>
            </a:pPr>
            <a:r>
              <a:t/>
            </a:r>
            <a:endParaRPr>
              <a:latin typeface="Belleza"/>
              <a:ea typeface="Belleza"/>
              <a:cs typeface="Belleza"/>
              <a:sym typeface="Belleza"/>
            </a:endParaRPr>
          </a:p>
        </p:txBody>
      </p:sp>
      <p:sp>
        <p:nvSpPr>
          <p:cNvPr id="129" name="Google Shape;129;p15"/>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130" name="Google Shape;130;p15"/>
          <p:cNvPicPr preferRelativeResize="0"/>
          <p:nvPr/>
        </p:nvPicPr>
        <p:blipFill rotWithShape="1">
          <a:blip r:embed="rId4">
            <a:alphaModFix/>
          </a:blip>
          <a:srcRect b="0" l="0" r="0" t="0"/>
          <a:stretch/>
        </p:blipFill>
        <p:spPr>
          <a:xfrm>
            <a:off x="462008" y="6072299"/>
            <a:ext cx="3370923" cy="365760"/>
          </a:xfrm>
          <a:prstGeom prst="rect">
            <a:avLst/>
          </a:prstGeom>
          <a:noFill/>
          <a:ln>
            <a:noFill/>
          </a:ln>
        </p:spPr>
      </p:pic>
      <p:pic>
        <p:nvPicPr>
          <p:cNvPr id="131" name="Google Shape;131;p15"/>
          <p:cNvPicPr preferRelativeResize="0"/>
          <p:nvPr/>
        </p:nvPicPr>
        <p:blipFill rotWithShape="1">
          <a:blip r:embed="rId5">
            <a:alphaModFix/>
          </a:blip>
          <a:srcRect b="0" l="0" r="0" t="0"/>
          <a:stretch/>
        </p:blipFill>
        <p:spPr>
          <a:xfrm>
            <a:off x="5658951" y="1598278"/>
            <a:ext cx="2754423" cy="4127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6"/>
          <p:cNvSpPr txBox="1"/>
          <p:nvPr>
            <p:ph type="ctrTitle"/>
          </p:nvPr>
        </p:nvSpPr>
        <p:spPr>
          <a:xfrm>
            <a:off x="110430" y="419941"/>
            <a:ext cx="6925732" cy="512448"/>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lt2"/>
              </a:buClr>
              <a:buSzPts val="3600"/>
              <a:buFont typeface="Arial"/>
              <a:buNone/>
            </a:pPr>
            <a:r>
              <a:rPr lang="en-US" sz="3600"/>
              <a:t>What does MLA regulate?</a:t>
            </a:r>
            <a:endParaRPr/>
          </a:p>
        </p:txBody>
      </p:sp>
      <p:sp>
        <p:nvSpPr>
          <p:cNvPr id="138" name="Google Shape;138;p16"/>
          <p:cNvSpPr txBox="1"/>
          <p:nvPr>
            <p:ph idx="2" type="body"/>
          </p:nvPr>
        </p:nvSpPr>
        <p:spPr>
          <a:xfrm>
            <a:off x="815547" y="2693773"/>
            <a:ext cx="2669503" cy="1470454"/>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SzPts val="1800"/>
              <a:buNone/>
            </a:pPr>
            <a:r>
              <a:rPr b="1" lang="en-US" sz="1800">
                <a:latin typeface="Belleza"/>
                <a:ea typeface="Belleza"/>
                <a:cs typeface="Belleza"/>
                <a:sym typeface="Belleza"/>
              </a:rPr>
              <a:t>MLA regulates:</a:t>
            </a:r>
            <a:endParaRPr/>
          </a:p>
          <a:p>
            <a:pPr indent="-210820" lvl="0" marL="274320" rtl="0" algn="l">
              <a:lnSpc>
                <a:spcPct val="100000"/>
              </a:lnSpc>
              <a:spcBef>
                <a:spcPts val="0"/>
              </a:spcBef>
              <a:spcAft>
                <a:spcPts val="0"/>
              </a:spcAft>
              <a:buSzPts val="1000"/>
              <a:buNone/>
            </a:pPr>
            <a:r>
              <a:t/>
            </a:r>
            <a:endParaRPr sz="1000">
              <a:latin typeface="Belleza"/>
              <a:ea typeface="Belleza"/>
              <a:cs typeface="Belleza"/>
              <a:sym typeface="Belleza"/>
            </a:endParaRPr>
          </a:p>
          <a:p>
            <a:pPr indent="-274320" lvl="0" marL="274320" rtl="0" algn="l">
              <a:lnSpc>
                <a:spcPct val="100000"/>
              </a:lnSpc>
              <a:spcBef>
                <a:spcPts val="0"/>
              </a:spcBef>
              <a:spcAft>
                <a:spcPts val="0"/>
              </a:spcAft>
              <a:buSzPts val="1800"/>
              <a:buChar char="▪"/>
            </a:pPr>
            <a:r>
              <a:rPr lang="en-US"/>
              <a:t>document format</a:t>
            </a:r>
            <a:endParaRPr/>
          </a:p>
          <a:p>
            <a:pPr indent="-274320" lvl="0" marL="274320" rtl="0" algn="l">
              <a:lnSpc>
                <a:spcPct val="100000"/>
              </a:lnSpc>
              <a:spcBef>
                <a:spcPts val="0"/>
              </a:spcBef>
              <a:spcAft>
                <a:spcPts val="0"/>
              </a:spcAft>
              <a:buSzPts val="1800"/>
              <a:buChar char="▪"/>
            </a:pPr>
            <a:r>
              <a:rPr lang="en-US"/>
              <a:t>in-text citations</a:t>
            </a:r>
            <a:endParaRPr/>
          </a:p>
          <a:p>
            <a:pPr indent="-274320" lvl="0" marL="274320" rtl="0" algn="l">
              <a:lnSpc>
                <a:spcPct val="100000"/>
              </a:lnSpc>
              <a:spcBef>
                <a:spcPts val="0"/>
              </a:spcBef>
              <a:spcAft>
                <a:spcPts val="0"/>
              </a:spcAft>
              <a:buSzPts val="1800"/>
              <a:buChar char="▪"/>
            </a:pPr>
            <a:r>
              <a:rPr lang="en-US"/>
              <a:t>works-cited list</a:t>
            </a:r>
            <a:endParaRPr/>
          </a:p>
          <a:p>
            <a:pPr indent="-122238" lvl="0" marL="236538" rtl="0" algn="l">
              <a:lnSpc>
                <a:spcPct val="150000"/>
              </a:lnSpc>
              <a:spcBef>
                <a:spcPts val="0"/>
              </a:spcBef>
              <a:spcAft>
                <a:spcPts val="0"/>
              </a:spcAft>
              <a:buSzPts val="1800"/>
              <a:buFont typeface="Arial"/>
              <a:buNone/>
            </a:pPr>
            <a:r>
              <a:t/>
            </a:r>
            <a:endParaRPr>
              <a:latin typeface="Belleza"/>
              <a:ea typeface="Belleza"/>
              <a:cs typeface="Belleza"/>
              <a:sym typeface="Belleza"/>
            </a:endParaRPr>
          </a:p>
        </p:txBody>
      </p:sp>
      <p:sp>
        <p:nvSpPr>
          <p:cNvPr id="139" name="Google Shape;139;p16"/>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140" name="Google Shape;140;p16"/>
          <p:cNvPicPr preferRelativeResize="0"/>
          <p:nvPr/>
        </p:nvPicPr>
        <p:blipFill rotWithShape="1">
          <a:blip r:embed="rId3">
            <a:alphaModFix/>
          </a:blip>
          <a:srcRect b="0" l="0" r="0" t="0"/>
          <a:stretch/>
        </p:blipFill>
        <p:spPr>
          <a:xfrm>
            <a:off x="462008" y="6072299"/>
            <a:ext cx="3370923" cy="365760"/>
          </a:xfrm>
          <a:prstGeom prst="rect">
            <a:avLst/>
          </a:prstGeom>
          <a:noFill/>
          <a:ln>
            <a:noFill/>
          </a:ln>
        </p:spPr>
      </p:pic>
      <p:pic>
        <p:nvPicPr>
          <p:cNvPr id="141" name="Google Shape;141;p16"/>
          <p:cNvPicPr preferRelativeResize="0"/>
          <p:nvPr/>
        </p:nvPicPr>
        <p:blipFill rotWithShape="1">
          <a:blip r:embed="rId4">
            <a:alphaModFix/>
          </a:blip>
          <a:srcRect b="0" l="0" r="0" t="0"/>
          <a:stretch/>
        </p:blipFill>
        <p:spPr>
          <a:xfrm>
            <a:off x="5658951" y="1598278"/>
            <a:ext cx="2754423" cy="4127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7"/>
          <p:cNvSpPr txBox="1"/>
          <p:nvPr>
            <p:ph type="ctrTitle"/>
          </p:nvPr>
        </p:nvSpPr>
        <p:spPr>
          <a:xfrm>
            <a:off x="132475" y="419941"/>
            <a:ext cx="6925732" cy="512448"/>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lt2"/>
              </a:buClr>
              <a:buSzPts val="3600"/>
              <a:buFont typeface="Arial"/>
              <a:buNone/>
            </a:pPr>
            <a:r>
              <a:rPr lang="en-US" sz="3600"/>
              <a:t>MLA Update 2016</a:t>
            </a:r>
            <a:endParaRPr/>
          </a:p>
        </p:txBody>
      </p:sp>
      <p:sp>
        <p:nvSpPr>
          <p:cNvPr id="148" name="Google Shape;148;p17"/>
          <p:cNvSpPr txBox="1"/>
          <p:nvPr>
            <p:ph idx="2" type="body"/>
          </p:nvPr>
        </p:nvSpPr>
        <p:spPr>
          <a:xfrm>
            <a:off x="462008" y="1598278"/>
            <a:ext cx="7119892" cy="3100722"/>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SzPts val="1800"/>
              <a:buNone/>
            </a:pPr>
            <a:r>
              <a:rPr lang="en-US" sz="1800">
                <a:latin typeface="Arial"/>
                <a:ea typeface="Arial"/>
                <a:cs typeface="Arial"/>
                <a:sym typeface="Arial"/>
              </a:rPr>
              <a:t>The </a:t>
            </a:r>
            <a:r>
              <a:rPr b="1" lang="en-US" sz="1800">
                <a:solidFill>
                  <a:srgbClr val="0070C0"/>
                </a:solidFill>
                <a:latin typeface="Arial"/>
                <a:ea typeface="Arial"/>
                <a:cs typeface="Arial"/>
                <a:sym typeface="Arial"/>
              </a:rPr>
              <a:t>9</a:t>
            </a:r>
            <a:r>
              <a:rPr b="1" baseline="30000" lang="en-US" sz="1800">
                <a:solidFill>
                  <a:srgbClr val="0070C0"/>
                </a:solidFill>
                <a:latin typeface="Arial"/>
                <a:ea typeface="Arial"/>
                <a:cs typeface="Arial"/>
                <a:sym typeface="Arial"/>
              </a:rPr>
              <a:t>th</a:t>
            </a:r>
            <a:r>
              <a:rPr b="1" lang="en-US" sz="1800">
                <a:solidFill>
                  <a:srgbClr val="0070C0"/>
                </a:solidFill>
                <a:latin typeface="Arial"/>
                <a:ea typeface="Arial"/>
                <a:cs typeface="Arial"/>
                <a:sym typeface="Arial"/>
              </a:rPr>
              <a:t> edition handbook </a:t>
            </a:r>
            <a:r>
              <a:rPr lang="en-US" sz="1800">
                <a:latin typeface="Arial"/>
                <a:ea typeface="Arial"/>
                <a:cs typeface="Arial"/>
                <a:sym typeface="Arial"/>
              </a:rPr>
              <a:t>focuses on clarification, guidance, and expansion on MLA 8’s  introduction of core elements for Works Cited through calcification and expansion and meaning of the categories. </a:t>
            </a:r>
            <a:endParaRPr/>
          </a:p>
          <a:p>
            <a:pPr indent="-160020" lvl="0" marL="274320" rtl="0" algn="l">
              <a:lnSpc>
                <a:spcPct val="100000"/>
              </a:lnSpc>
              <a:spcBef>
                <a:spcPts val="0"/>
              </a:spcBef>
              <a:spcAft>
                <a:spcPts val="0"/>
              </a:spcAft>
              <a:buSzPts val="1800"/>
              <a:buNone/>
            </a:pPr>
            <a:r>
              <a:t/>
            </a:r>
            <a:endParaRPr sz="1800">
              <a:latin typeface="Arial"/>
              <a:ea typeface="Arial"/>
              <a:cs typeface="Arial"/>
              <a:sym typeface="Arial"/>
            </a:endParaRPr>
          </a:p>
          <a:p>
            <a:pPr indent="0" lvl="0" marL="0" rtl="0" algn="l">
              <a:lnSpc>
                <a:spcPct val="100000"/>
              </a:lnSpc>
              <a:spcBef>
                <a:spcPts val="0"/>
              </a:spcBef>
              <a:spcAft>
                <a:spcPts val="0"/>
              </a:spcAft>
              <a:buSzPts val="1800"/>
              <a:buNone/>
            </a:pPr>
            <a:r>
              <a:rPr lang="en-US" sz="1800">
                <a:latin typeface="Arial"/>
                <a:ea typeface="Arial"/>
                <a:cs typeface="Arial"/>
                <a:sym typeface="Arial"/>
              </a:rPr>
              <a:t>The three guiding principles:</a:t>
            </a:r>
            <a:endParaRPr/>
          </a:p>
          <a:p>
            <a:pPr indent="-160020" lvl="0" marL="274320" rtl="0" algn="l">
              <a:lnSpc>
                <a:spcPct val="100000"/>
              </a:lnSpc>
              <a:spcBef>
                <a:spcPts val="0"/>
              </a:spcBef>
              <a:spcAft>
                <a:spcPts val="0"/>
              </a:spcAft>
              <a:buSzPts val="1800"/>
              <a:buNone/>
            </a:pPr>
            <a:r>
              <a:t/>
            </a:r>
            <a:endParaRPr sz="1800">
              <a:latin typeface="Arial"/>
              <a:ea typeface="Arial"/>
              <a:cs typeface="Arial"/>
              <a:sym typeface="Arial"/>
            </a:endParaRPr>
          </a:p>
          <a:p>
            <a:pPr indent="-457200" lvl="0" marL="457200" rtl="0" algn="l">
              <a:lnSpc>
                <a:spcPct val="100000"/>
              </a:lnSpc>
              <a:spcBef>
                <a:spcPts val="0"/>
              </a:spcBef>
              <a:spcAft>
                <a:spcPts val="0"/>
              </a:spcAft>
              <a:buSzPts val="1800"/>
              <a:buFont typeface="Arial"/>
              <a:buAutoNum type="arabicPeriod"/>
            </a:pPr>
            <a:r>
              <a:rPr lang="en-US" sz="1800">
                <a:latin typeface="Arial"/>
                <a:ea typeface="Arial"/>
                <a:cs typeface="Arial"/>
                <a:sym typeface="Arial"/>
              </a:rPr>
              <a:t>Cite simple traits shared by most works.</a:t>
            </a:r>
            <a:endParaRPr/>
          </a:p>
          <a:p>
            <a:pPr indent="-457200" lvl="0" marL="457200" rtl="0" algn="l">
              <a:lnSpc>
                <a:spcPct val="100000"/>
              </a:lnSpc>
              <a:spcBef>
                <a:spcPts val="0"/>
              </a:spcBef>
              <a:spcAft>
                <a:spcPts val="0"/>
              </a:spcAft>
              <a:buSzPts val="1800"/>
              <a:buFont typeface="Arial"/>
              <a:buAutoNum type="arabicPeriod"/>
            </a:pPr>
            <a:r>
              <a:rPr lang="en-US" sz="1800">
                <a:latin typeface="Arial"/>
                <a:ea typeface="Arial"/>
                <a:cs typeface="Arial"/>
                <a:sym typeface="Arial"/>
              </a:rPr>
              <a:t>Remember that there is more than one way to cite the same source.</a:t>
            </a:r>
            <a:endParaRPr/>
          </a:p>
          <a:p>
            <a:pPr indent="-457200" lvl="0" marL="457200" rtl="0" algn="l">
              <a:lnSpc>
                <a:spcPct val="100000"/>
              </a:lnSpc>
              <a:spcBef>
                <a:spcPts val="0"/>
              </a:spcBef>
              <a:spcAft>
                <a:spcPts val="0"/>
              </a:spcAft>
              <a:buSzPts val="1800"/>
              <a:buFont typeface="Arial"/>
              <a:buAutoNum type="arabicPeriod"/>
            </a:pPr>
            <a:r>
              <a:rPr lang="en-US" sz="1800">
                <a:latin typeface="Arial"/>
                <a:ea typeface="Arial"/>
                <a:cs typeface="Arial"/>
                <a:sym typeface="Arial"/>
              </a:rPr>
              <a:t>Make your documentation useful to readers.</a:t>
            </a:r>
            <a:endParaRPr/>
          </a:p>
        </p:txBody>
      </p:sp>
      <p:sp>
        <p:nvSpPr>
          <p:cNvPr id="149" name="Google Shape;149;p17"/>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150" name="Google Shape;150;p17"/>
          <p:cNvPicPr preferRelativeResize="0"/>
          <p:nvPr/>
        </p:nvPicPr>
        <p:blipFill rotWithShape="1">
          <a:blip r:embed="rId3">
            <a:alphaModFix/>
          </a:blip>
          <a:srcRect b="0" l="0" r="0" t="0"/>
          <a:stretch/>
        </p:blipFill>
        <p:spPr>
          <a:xfrm>
            <a:off x="462008" y="6072299"/>
            <a:ext cx="3370923" cy="36576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8"/>
          <p:cNvSpPr txBox="1"/>
          <p:nvPr>
            <p:ph type="ctrTitle"/>
          </p:nvPr>
        </p:nvSpPr>
        <p:spPr>
          <a:xfrm>
            <a:off x="146543" y="419941"/>
            <a:ext cx="6925732" cy="512448"/>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lt2"/>
              </a:buClr>
              <a:buSzPts val="3600"/>
              <a:buFont typeface="Arial"/>
              <a:buNone/>
            </a:pPr>
            <a:r>
              <a:rPr lang="en-US" sz="3600"/>
              <a:t>Overview</a:t>
            </a:r>
            <a:endParaRPr/>
          </a:p>
        </p:txBody>
      </p:sp>
      <p:sp>
        <p:nvSpPr>
          <p:cNvPr id="157" name="Google Shape;157;p18"/>
          <p:cNvSpPr txBox="1"/>
          <p:nvPr>
            <p:ph idx="2" type="body"/>
          </p:nvPr>
        </p:nvSpPr>
        <p:spPr>
          <a:xfrm>
            <a:off x="364866" y="1386617"/>
            <a:ext cx="4843404" cy="4868562"/>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None/>
            </a:pPr>
            <a:r>
              <a:rPr b="1" lang="en-US">
                <a:latin typeface="Arial"/>
                <a:ea typeface="Arial"/>
                <a:cs typeface="Arial"/>
                <a:sym typeface="Arial"/>
              </a:rPr>
              <a:t>This presentation will cover:</a:t>
            </a:r>
            <a:endParaRPr/>
          </a:p>
          <a:p>
            <a:pPr indent="-228600" lvl="1" marL="457200" rtl="0" algn="l">
              <a:lnSpc>
                <a:spcPct val="100000"/>
              </a:lnSpc>
              <a:spcBef>
                <a:spcPts val="1000"/>
              </a:spcBef>
              <a:spcAft>
                <a:spcPts val="0"/>
              </a:spcAft>
              <a:buSzPts val="1800"/>
              <a:buFont typeface="Noto Sans Symbols"/>
              <a:buChar char="▪"/>
            </a:pPr>
            <a:r>
              <a:rPr lang="en-US" sz="1800"/>
              <a:t>How to format a paper in MLA style (9</a:t>
            </a:r>
            <a:r>
              <a:rPr baseline="30000" lang="en-US" sz="1800"/>
              <a:t>th</a:t>
            </a:r>
            <a:r>
              <a:rPr lang="en-US" sz="1800"/>
              <a:t> ed.)</a:t>
            </a:r>
            <a:endParaRPr/>
          </a:p>
          <a:p>
            <a:pPr indent="-228600" lvl="2" marL="685800" rtl="0" algn="l">
              <a:lnSpc>
                <a:spcPct val="100000"/>
              </a:lnSpc>
              <a:spcBef>
                <a:spcPts val="1000"/>
              </a:spcBef>
              <a:spcAft>
                <a:spcPts val="0"/>
              </a:spcAft>
              <a:buSzPts val="1800"/>
              <a:buFont typeface="Noto Sans Symbols"/>
              <a:buChar char="▪"/>
            </a:pPr>
            <a:r>
              <a:rPr lang="en-US" sz="1800"/>
              <a:t>General guidelines</a:t>
            </a:r>
            <a:endParaRPr/>
          </a:p>
          <a:p>
            <a:pPr indent="-228600" lvl="2" marL="685800" rtl="0" algn="l">
              <a:lnSpc>
                <a:spcPct val="100000"/>
              </a:lnSpc>
              <a:spcBef>
                <a:spcPts val="1000"/>
              </a:spcBef>
              <a:spcAft>
                <a:spcPts val="0"/>
              </a:spcAft>
              <a:buSzPts val="1800"/>
              <a:buFont typeface="Noto Sans Symbols"/>
              <a:buChar char="▪"/>
            </a:pPr>
            <a:r>
              <a:rPr lang="en-US" sz="1800"/>
              <a:t>First page format</a:t>
            </a:r>
            <a:endParaRPr/>
          </a:p>
          <a:p>
            <a:pPr indent="-228600" lvl="2" marL="685800" rtl="0" algn="l">
              <a:lnSpc>
                <a:spcPct val="100000"/>
              </a:lnSpc>
              <a:spcBef>
                <a:spcPts val="1000"/>
              </a:spcBef>
              <a:spcAft>
                <a:spcPts val="0"/>
              </a:spcAft>
              <a:buSzPts val="1800"/>
              <a:buFont typeface="Noto Sans Symbols"/>
              <a:buChar char="▪"/>
            </a:pPr>
            <a:r>
              <a:rPr lang="en-US" sz="1800"/>
              <a:t>Section headings</a:t>
            </a:r>
            <a:endParaRPr/>
          </a:p>
          <a:p>
            <a:pPr indent="-228600" lvl="1" marL="457200" rtl="0" algn="l">
              <a:lnSpc>
                <a:spcPct val="100000"/>
              </a:lnSpc>
              <a:spcBef>
                <a:spcPts val="1000"/>
              </a:spcBef>
              <a:spcAft>
                <a:spcPts val="0"/>
              </a:spcAft>
              <a:buSzPts val="1800"/>
              <a:buFont typeface="Noto Sans Symbols"/>
              <a:buChar char="▪"/>
            </a:pPr>
            <a:r>
              <a:rPr lang="en-US" sz="1800"/>
              <a:t>In-text citations</a:t>
            </a:r>
            <a:endParaRPr/>
          </a:p>
          <a:p>
            <a:pPr indent="-228600" lvl="2" marL="685800" rtl="0" algn="l">
              <a:lnSpc>
                <a:spcPct val="100000"/>
              </a:lnSpc>
              <a:spcBef>
                <a:spcPts val="1000"/>
              </a:spcBef>
              <a:spcAft>
                <a:spcPts val="0"/>
              </a:spcAft>
              <a:buSzPts val="1800"/>
              <a:buFont typeface="Noto Sans Symbols"/>
              <a:buChar char="▪"/>
            </a:pPr>
            <a:r>
              <a:rPr lang="en-US" sz="1800"/>
              <a:t>Formatting quotations</a:t>
            </a:r>
            <a:endParaRPr/>
          </a:p>
          <a:p>
            <a:pPr indent="-228600" lvl="1" marL="457200" rtl="0" algn="l">
              <a:lnSpc>
                <a:spcPct val="100000"/>
              </a:lnSpc>
              <a:spcBef>
                <a:spcPts val="1000"/>
              </a:spcBef>
              <a:spcAft>
                <a:spcPts val="0"/>
              </a:spcAft>
              <a:buSzPts val="1800"/>
              <a:buFont typeface="Noto Sans Symbols"/>
              <a:buChar char="▪"/>
            </a:pPr>
            <a:r>
              <a:rPr lang="en-US" sz="1800"/>
              <a:t>Documenting sources in MLA style (9</a:t>
            </a:r>
            <a:r>
              <a:rPr baseline="30000" lang="en-US" sz="1800"/>
              <a:t>th</a:t>
            </a:r>
            <a:r>
              <a:rPr lang="en-US" sz="1800"/>
              <a:t> ed.)</a:t>
            </a:r>
            <a:endParaRPr/>
          </a:p>
          <a:p>
            <a:pPr indent="-228600" lvl="2" marL="685800" rtl="0" algn="l">
              <a:lnSpc>
                <a:spcPct val="100000"/>
              </a:lnSpc>
              <a:spcBef>
                <a:spcPts val="1000"/>
              </a:spcBef>
              <a:spcAft>
                <a:spcPts val="0"/>
              </a:spcAft>
              <a:buSzPts val="1800"/>
              <a:buFont typeface="Noto Sans Symbols"/>
              <a:buChar char="▪"/>
            </a:pPr>
            <a:r>
              <a:rPr lang="en-US" sz="1800"/>
              <a:t>Core elements</a:t>
            </a:r>
            <a:endParaRPr/>
          </a:p>
          <a:p>
            <a:pPr indent="-228600" lvl="2" marL="685800" rtl="0" algn="l">
              <a:lnSpc>
                <a:spcPct val="100000"/>
              </a:lnSpc>
              <a:spcBef>
                <a:spcPts val="1000"/>
              </a:spcBef>
              <a:spcAft>
                <a:spcPts val="0"/>
              </a:spcAft>
              <a:buSzPts val="1800"/>
              <a:buFont typeface="Noto Sans Symbols"/>
              <a:buChar char="▪"/>
            </a:pPr>
            <a:r>
              <a:rPr lang="en-US" sz="1800"/>
              <a:t>List of works cited</a:t>
            </a:r>
            <a:endParaRPr/>
          </a:p>
        </p:txBody>
      </p:sp>
      <p:sp>
        <p:nvSpPr>
          <p:cNvPr id="158" name="Google Shape;158;p18"/>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159" name="Google Shape;159;p18"/>
          <p:cNvPicPr preferRelativeResize="0"/>
          <p:nvPr/>
        </p:nvPicPr>
        <p:blipFill rotWithShape="1">
          <a:blip r:embed="rId3">
            <a:alphaModFix/>
          </a:blip>
          <a:srcRect b="0" l="0" r="0" t="0"/>
          <a:stretch/>
        </p:blipFill>
        <p:spPr>
          <a:xfrm>
            <a:off x="462008" y="6072299"/>
            <a:ext cx="3370923" cy="36576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9"/>
          <p:cNvSpPr txBox="1"/>
          <p:nvPr>
            <p:ph type="ctrTitle"/>
          </p:nvPr>
        </p:nvSpPr>
        <p:spPr>
          <a:xfrm>
            <a:off x="95250" y="419941"/>
            <a:ext cx="6925732" cy="512448"/>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lt2"/>
              </a:buClr>
              <a:buSzPts val="3600"/>
              <a:buFont typeface="Arial"/>
              <a:buNone/>
            </a:pPr>
            <a:r>
              <a:rPr lang="en-US" sz="3600"/>
              <a:t>Your Instructor Knows Best</a:t>
            </a:r>
            <a:endParaRPr/>
          </a:p>
        </p:txBody>
      </p:sp>
      <p:sp>
        <p:nvSpPr>
          <p:cNvPr id="166" name="Google Shape;166;p19"/>
          <p:cNvSpPr txBox="1"/>
          <p:nvPr>
            <p:ph idx="2" type="body"/>
          </p:nvPr>
        </p:nvSpPr>
        <p:spPr>
          <a:xfrm>
            <a:off x="1668164" y="1727669"/>
            <a:ext cx="5350474" cy="2436558"/>
          </a:xfrm>
          <a:prstGeom prst="rect">
            <a:avLst/>
          </a:prstGeom>
          <a:noFill/>
          <a:ln>
            <a:noFill/>
          </a:ln>
        </p:spPr>
        <p:txBody>
          <a:bodyPr anchorCtr="0" anchor="t" bIns="0" lIns="0" spcFirstLastPara="1" rIns="0" wrap="square" tIns="0">
            <a:noAutofit/>
          </a:bodyPr>
          <a:lstStyle/>
          <a:p>
            <a:pPr indent="-274320" lvl="0" marL="274320" rtl="0" algn="ctr">
              <a:lnSpc>
                <a:spcPct val="100000"/>
              </a:lnSpc>
              <a:spcBef>
                <a:spcPts val="0"/>
              </a:spcBef>
              <a:spcAft>
                <a:spcPts val="0"/>
              </a:spcAft>
              <a:buSzPts val="2200"/>
              <a:buFont typeface="Arial"/>
              <a:buNone/>
            </a:pPr>
            <a:r>
              <a:rPr b="1" lang="en-US" sz="2200">
                <a:latin typeface="Arial"/>
                <a:ea typeface="Arial"/>
                <a:cs typeface="Arial"/>
                <a:sym typeface="Arial"/>
              </a:rPr>
              <a:t>Basic rule for any formatting style:</a:t>
            </a:r>
            <a:endParaRPr/>
          </a:p>
          <a:p>
            <a:pPr indent="-274320" lvl="0" marL="274320" rtl="0" algn="l">
              <a:lnSpc>
                <a:spcPct val="100000"/>
              </a:lnSpc>
              <a:spcBef>
                <a:spcPts val="0"/>
              </a:spcBef>
              <a:spcAft>
                <a:spcPts val="0"/>
              </a:spcAft>
              <a:buSzPts val="2200"/>
              <a:buFont typeface="Arial"/>
              <a:buNone/>
            </a:pPr>
            <a:r>
              <a:t/>
            </a:r>
            <a:endParaRPr sz="2200">
              <a:latin typeface="Arial"/>
              <a:ea typeface="Arial"/>
              <a:cs typeface="Arial"/>
              <a:sym typeface="Arial"/>
            </a:endParaRPr>
          </a:p>
          <a:p>
            <a:pPr indent="-274320" lvl="0" marL="274320" rtl="0" algn="ctr">
              <a:lnSpc>
                <a:spcPct val="100000"/>
              </a:lnSpc>
              <a:spcBef>
                <a:spcPts val="0"/>
              </a:spcBef>
              <a:spcAft>
                <a:spcPts val="0"/>
              </a:spcAft>
              <a:buSzPts val="2200"/>
              <a:buFont typeface="Arial"/>
              <a:buNone/>
            </a:pPr>
            <a:r>
              <a:rPr b="1" lang="en-US" sz="2200">
                <a:solidFill>
                  <a:srgbClr val="0070C0"/>
                </a:solidFill>
                <a:latin typeface="Arial"/>
                <a:ea typeface="Arial"/>
                <a:cs typeface="Arial"/>
                <a:sym typeface="Arial"/>
              </a:rPr>
              <a:t>Always</a:t>
            </a:r>
            <a:endParaRPr/>
          </a:p>
          <a:p>
            <a:pPr indent="-274320" lvl="0" marL="274320" rtl="0" algn="ctr">
              <a:lnSpc>
                <a:spcPct val="100000"/>
              </a:lnSpc>
              <a:spcBef>
                <a:spcPts val="0"/>
              </a:spcBef>
              <a:spcAft>
                <a:spcPts val="0"/>
              </a:spcAft>
              <a:buSzPts val="2200"/>
              <a:buFont typeface="Arial"/>
              <a:buNone/>
            </a:pPr>
            <a:r>
              <a:rPr b="1" lang="en-US" sz="2200">
                <a:solidFill>
                  <a:srgbClr val="0070C0"/>
                </a:solidFill>
                <a:latin typeface="Arial"/>
                <a:ea typeface="Arial"/>
                <a:cs typeface="Arial"/>
                <a:sym typeface="Arial"/>
              </a:rPr>
              <a:t>Follow your instructor’s</a:t>
            </a:r>
            <a:endParaRPr/>
          </a:p>
          <a:p>
            <a:pPr indent="-274320" lvl="0" marL="274320" rtl="0" algn="ctr">
              <a:lnSpc>
                <a:spcPct val="100000"/>
              </a:lnSpc>
              <a:spcBef>
                <a:spcPts val="0"/>
              </a:spcBef>
              <a:spcAft>
                <a:spcPts val="0"/>
              </a:spcAft>
              <a:buSzPts val="2200"/>
              <a:buFont typeface="Arial"/>
              <a:buNone/>
            </a:pPr>
            <a:r>
              <a:rPr b="1" lang="en-US" sz="2200">
                <a:solidFill>
                  <a:srgbClr val="0070C0"/>
                </a:solidFill>
                <a:latin typeface="Arial"/>
                <a:ea typeface="Arial"/>
                <a:cs typeface="Arial"/>
                <a:sym typeface="Arial"/>
              </a:rPr>
              <a:t>guidelines</a:t>
            </a:r>
            <a:endParaRPr/>
          </a:p>
        </p:txBody>
      </p:sp>
      <p:sp>
        <p:nvSpPr>
          <p:cNvPr id="167" name="Google Shape;167;p19"/>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168" name="Google Shape;168;p19"/>
          <p:cNvPicPr preferRelativeResize="0"/>
          <p:nvPr/>
        </p:nvPicPr>
        <p:blipFill rotWithShape="1">
          <a:blip r:embed="rId3">
            <a:alphaModFix/>
          </a:blip>
          <a:srcRect b="0" l="0" r="0" t="0"/>
          <a:stretch/>
        </p:blipFill>
        <p:spPr>
          <a:xfrm>
            <a:off x="462008" y="6072299"/>
            <a:ext cx="3370923" cy="365760"/>
          </a:xfrm>
          <a:prstGeom prst="rect">
            <a:avLst/>
          </a:prstGeom>
          <a:noFill/>
          <a:ln>
            <a:noFill/>
          </a:ln>
        </p:spPr>
      </p:pic>
      <p:pic>
        <p:nvPicPr>
          <p:cNvPr id="169" name="Google Shape;169;p19"/>
          <p:cNvPicPr preferRelativeResize="0"/>
          <p:nvPr/>
        </p:nvPicPr>
        <p:blipFill rotWithShape="1">
          <a:blip r:embed="rId4">
            <a:alphaModFix/>
          </a:blip>
          <a:srcRect b="0" l="0" r="0" t="0"/>
          <a:stretch/>
        </p:blipFill>
        <p:spPr>
          <a:xfrm>
            <a:off x="95250" y="3429000"/>
            <a:ext cx="2332038" cy="233203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0"/>
          <p:cNvSpPr txBox="1"/>
          <p:nvPr>
            <p:ph type="ctrTitle"/>
          </p:nvPr>
        </p:nvSpPr>
        <p:spPr>
          <a:xfrm>
            <a:off x="118408" y="445987"/>
            <a:ext cx="6925732" cy="512448"/>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lt2"/>
              </a:buClr>
              <a:buSzPts val="3600"/>
              <a:buFont typeface="Arial"/>
              <a:buNone/>
            </a:pPr>
            <a:r>
              <a:rPr lang="en-US" sz="3600"/>
              <a:t>Format: General Guidelines</a:t>
            </a:r>
            <a:endParaRPr/>
          </a:p>
        </p:txBody>
      </p:sp>
      <p:sp>
        <p:nvSpPr>
          <p:cNvPr id="176" name="Google Shape;176;p20"/>
          <p:cNvSpPr txBox="1"/>
          <p:nvPr>
            <p:ph idx="2" type="body"/>
          </p:nvPr>
        </p:nvSpPr>
        <p:spPr>
          <a:xfrm>
            <a:off x="364866" y="1386617"/>
            <a:ext cx="5286634" cy="3198083"/>
          </a:xfrm>
          <a:prstGeom prst="rect">
            <a:avLst/>
          </a:prstGeom>
          <a:noFill/>
          <a:ln>
            <a:noFill/>
          </a:ln>
        </p:spPr>
        <p:txBody>
          <a:bodyPr anchorCtr="0" anchor="t" bIns="0" lIns="0" spcFirstLastPara="1" rIns="0" wrap="square" tIns="0">
            <a:noAutofit/>
          </a:bodyPr>
          <a:lstStyle/>
          <a:p>
            <a:pPr indent="-274320" lvl="0" marL="274320" rtl="0" algn="l">
              <a:lnSpc>
                <a:spcPct val="150000"/>
              </a:lnSpc>
              <a:spcBef>
                <a:spcPts val="0"/>
              </a:spcBef>
              <a:spcAft>
                <a:spcPts val="0"/>
              </a:spcAft>
              <a:buSzPts val="1800"/>
              <a:buFont typeface="Noto Sans Symbols"/>
              <a:buChar char="▪"/>
            </a:pPr>
            <a:r>
              <a:rPr b="1" lang="en-US">
                <a:latin typeface="Arial"/>
                <a:ea typeface="Arial"/>
                <a:cs typeface="Arial"/>
                <a:sym typeface="Arial"/>
              </a:rPr>
              <a:t>An MLA Style paper should:</a:t>
            </a:r>
            <a:endParaRPr/>
          </a:p>
          <a:p>
            <a:pPr indent="-228600" lvl="1" marL="457200" rtl="0" algn="l">
              <a:lnSpc>
                <a:spcPct val="150000"/>
              </a:lnSpc>
              <a:spcBef>
                <a:spcPts val="0"/>
              </a:spcBef>
              <a:spcAft>
                <a:spcPts val="0"/>
              </a:spcAft>
              <a:buSzPts val="1800"/>
              <a:buFont typeface="Noto Sans Symbols"/>
              <a:buChar char="▪"/>
            </a:pPr>
            <a:r>
              <a:rPr lang="en-US" sz="1800"/>
              <a:t> Be typed on white 8.5“ x 11“ paper</a:t>
            </a:r>
            <a:endParaRPr sz="1800"/>
          </a:p>
          <a:p>
            <a:pPr indent="-228600" lvl="1" marL="457200" rtl="0" algn="l">
              <a:lnSpc>
                <a:spcPct val="150000"/>
              </a:lnSpc>
              <a:spcBef>
                <a:spcPts val="0"/>
              </a:spcBef>
              <a:spcAft>
                <a:spcPts val="0"/>
              </a:spcAft>
              <a:buSzPts val="1800"/>
              <a:buFont typeface="Noto Sans Symbols"/>
              <a:buChar char="▪"/>
            </a:pPr>
            <a:r>
              <a:rPr lang="en-US" sz="1800"/>
              <a:t> Double-space everything</a:t>
            </a:r>
            <a:endParaRPr/>
          </a:p>
          <a:p>
            <a:pPr indent="-228600" lvl="1" marL="457200" rtl="0" algn="l">
              <a:lnSpc>
                <a:spcPct val="150000"/>
              </a:lnSpc>
              <a:spcBef>
                <a:spcPts val="0"/>
              </a:spcBef>
              <a:spcAft>
                <a:spcPts val="0"/>
              </a:spcAft>
              <a:buSzPts val="1800"/>
              <a:buFont typeface="Noto Sans Symbols"/>
              <a:buChar char="▪"/>
            </a:pPr>
            <a:r>
              <a:rPr lang="en-US" sz="1800"/>
              <a:t> Use 12 pt. Times New Roman (or similar) font </a:t>
            </a:r>
            <a:endParaRPr/>
          </a:p>
          <a:p>
            <a:pPr indent="-228600" lvl="1" marL="457200" rtl="0" algn="l">
              <a:lnSpc>
                <a:spcPct val="150000"/>
              </a:lnSpc>
              <a:spcBef>
                <a:spcPts val="0"/>
              </a:spcBef>
              <a:spcAft>
                <a:spcPts val="0"/>
              </a:spcAft>
              <a:buSzPts val="1800"/>
              <a:buFont typeface="Noto Sans Symbols"/>
              <a:buChar char="▪"/>
            </a:pPr>
            <a:r>
              <a:rPr lang="en-US" sz="1800"/>
              <a:t> Leave only one space after punctuation</a:t>
            </a:r>
            <a:endParaRPr/>
          </a:p>
          <a:p>
            <a:pPr indent="-228600" lvl="1" marL="457200" rtl="0" algn="l">
              <a:lnSpc>
                <a:spcPct val="150000"/>
              </a:lnSpc>
              <a:spcBef>
                <a:spcPts val="0"/>
              </a:spcBef>
              <a:spcAft>
                <a:spcPts val="0"/>
              </a:spcAft>
              <a:buSzPts val="1800"/>
              <a:buFont typeface="Noto Sans Symbols"/>
              <a:buChar char="▪"/>
            </a:pPr>
            <a:r>
              <a:rPr lang="en-US" sz="1800"/>
              <a:t> Set all margins to 1 inch on all sides</a:t>
            </a:r>
            <a:endParaRPr/>
          </a:p>
          <a:p>
            <a:pPr indent="-228600" lvl="1" marL="457200" rtl="0" algn="l">
              <a:lnSpc>
                <a:spcPct val="150000"/>
              </a:lnSpc>
              <a:spcBef>
                <a:spcPts val="0"/>
              </a:spcBef>
              <a:spcAft>
                <a:spcPts val="0"/>
              </a:spcAft>
              <a:buSzPts val="1800"/>
              <a:buFont typeface="Noto Sans Symbols"/>
              <a:buChar char="▪"/>
            </a:pPr>
            <a:r>
              <a:rPr lang="en-US" sz="1800"/>
              <a:t> Indent the first line of paragraphs one half-inch</a:t>
            </a:r>
            <a:endParaRPr/>
          </a:p>
        </p:txBody>
      </p:sp>
      <p:sp>
        <p:nvSpPr>
          <p:cNvPr id="177" name="Google Shape;177;p20"/>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178" name="Google Shape;178;p20"/>
          <p:cNvPicPr preferRelativeResize="0"/>
          <p:nvPr/>
        </p:nvPicPr>
        <p:blipFill rotWithShape="1">
          <a:blip r:embed="rId3">
            <a:alphaModFix/>
          </a:blip>
          <a:srcRect b="0" l="0" r="0" t="0"/>
          <a:stretch/>
        </p:blipFill>
        <p:spPr>
          <a:xfrm>
            <a:off x="462008" y="6072299"/>
            <a:ext cx="3370923" cy="365760"/>
          </a:xfrm>
          <a:prstGeom prst="rect">
            <a:avLst/>
          </a:prstGeom>
          <a:noFill/>
          <a:ln>
            <a:noFill/>
          </a:ln>
        </p:spPr>
      </p:pic>
      <p:pic>
        <p:nvPicPr>
          <p:cNvPr id="179" name="Google Shape;179;p20"/>
          <p:cNvPicPr preferRelativeResize="0"/>
          <p:nvPr/>
        </p:nvPicPr>
        <p:blipFill rotWithShape="1">
          <a:blip r:embed="rId4">
            <a:alphaModFix/>
          </a:blip>
          <a:srcRect b="0" l="0" r="0" t="0"/>
          <a:stretch/>
        </p:blipFill>
        <p:spPr>
          <a:xfrm>
            <a:off x="6073399" y="1386617"/>
            <a:ext cx="2339975" cy="23399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1"/>
          <p:cNvSpPr txBox="1"/>
          <p:nvPr>
            <p:ph type="ctrTitle"/>
          </p:nvPr>
        </p:nvSpPr>
        <p:spPr>
          <a:xfrm>
            <a:off x="104340" y="419941"/>
            <a:ext cx="6925732" cy="512448"/>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lt2"/>
              </a:buClr>
              <a:buSzPts val="3600"/>
              <a:buFont typeface="Arial"/>
              <a:buNone/>
            </a:pPr>
            <a:r>
              <a:rPr lang="en-US" sz="3600"/>
              <a:t>Format: General Guidelines (cont.)</a:t>
            </a:r>
            <a:endParaRPr/>
          </a:p>
        </p:txBody>
      </p:sp>
      <p:sp>
        <p:nvSpPr>
          <p:cNvPr id="186" name="Google Shape;186;p21"/>
          <p:cNvSpPr txBox="1"/>
          <p:nvPr>
            <p:ph idx="2" type="body"/>
          </p:nvPr>
        </p:nvSpPr>
        <p:spPr>
          <a:xfrm>
            <a:off x="364866" y="1386617"/>
            <a:ext cx="7407534" cy="4868562"/>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SzPts val="1800"/>
              <a:buNone/>
            </a:pPr>
            <a:r>
              <a:rPr b="1" lang="en-US" sz="1800">
                <a:latin typeface="Arial"/>
                <a:ea typeface="Arial"/>
                <a:cs typeface="Arial"/>
                <a:sym typeface="Arial"/>
              </a:rPr>
              <a:t>An MLA Style paper should:</a:t>
            </a:r>
            <a:endParaRPr sz="1800">
              <a:latin typeface="Arial"/>
              <a:ea typeface="Arial"/>
              <a:cs typeface="Arial"/>
              <a:sym typeface="Arial"/>
            </a:endParaRPr>
          </a:p>
          <a:p>
            <a:pPr indent="-274320" lvl="0" marL="274320" rtl="0" algn="l">
              <a:lnSpc>
                <a:spcPct val="150000"/>
              </a:lnSpc>
              <a:spcBef>
                <a:spcPts val="0"/>
              </a:spcBef>
              <a:spcAft>
                <a:spcPts val="0"/>
              </a:spcAft>
              <a:buSzPts val="1800"/>
              <a:buFont typeface="Noto Sans Symbols"/>
              <a:buChar char="▪"/>
            </a:pPr>
            <a:r>
              <a:rPr lang="en-US" sz="1800">
                <a:latin typeface="Arial"/>
                <a:ea typeface="Arial"/>
                <a:cs typeface="Arial"/>
                <a:sym typeface="Arial"/>
              </a:rPr>
              <a:t>Have a header with page numbers located in the upper right-hand corner</a:t>
            </a:r>
            <a:endParaRPr/>
          </a:p>
          <a:p>
            <a:pPr indent="-274320" lvl="0" marL="274320" rtl="0" algn="l">
              <a:lnSpc>
                <a:spcPct val="150000"/>
              </a:lnSpc>
              <a:spcBef>
                <a:spcPts val="0"/>
              </a:spcBef>
              <a:spcAft>
                <a:spcPts val="0"/>
              </a:spcAft>
              <a:buSzPts val="1800"/>
              <a:buFont typeface="Noto Sans Symbols"/>
              <a:buChar char="▪"/>
            </a:pPr>
            <a:r>
              <a:rPr lang="en-US" sz="1800">
                <a:latin typeface="Arial"/>
                <a:ea typeface="Arial"/>
                <a:cs typeface="Arial"/>
                <a:sym typeface="Arial"/>
              </a:rPr>
              <a:t>Use italics for titles of container works (e.g., books) and quotation marks for sources within containers (e.g., chapters within books)</a:t>
            </a:r>
            <a:endParaRPr sz="1800">
              <a:latin typeface="Arial"/>
              <a:ea typeface="Arial"/>
              <a:cs typeface="Arial"/>
              <a:sym typeface="Arial"/>
            </a:endParaRPr>
          </a:p>
          <a:p>
            <a:pPr indent="-274320" lvl="0" marL="274320" rtl="0" algn="l">
              <a:lnSpc>
                <a:spcPct val="150000"/>
              </a:lnSpc>
              <a:spcBef>
                <a:spcPts val="0"/>
              </a:spcBef>
              <a:spcAft>
                <a:spcPts val="0"/>
              </a:spcAft>
              <a:buSzPts val="1800"/>
              <a:buFont typeface="Noto Sans Symbols"/>
              <a:buChar char="▪"/>
            </a:pPr>
            <a:r>
              <a:rPr lang="en-US" sz="1800">
                <a:latin typeface="Arial"/>
                <a:ea typeface="Arial"/>
                <a:cs typeface="Arial"/>
                <a:sym typeface="Arial"/>
              </a:rPr>
              <a:t>Place endnotes on a separate page before the list of works cited</a:t>
            </a:r>
            <a:endParaRPr/>
          </a:p>
        </p:txBody>
      </p:sp>
      <p:sp>
        <p:nvSpPr>
          <p:cNvPr id="187" name="Google Shape;187;p21"/>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188" name="Google Shape;188;p21"/>
          <p:cNvPicPr preferRelativeResize="0"/>
          <p:nvPr/>
        </p:nvPicPr>
        <p:blipFill rotWithShape="1">
          <a:blip r:embed="rId3">
            <a:alphaModFix/>
          </a:blip>
          <a:srcRect b="0" l="0" r="0" t="0"/>
          <a:stretch/>
        </p:blipFill>
        <p:spPr>
          <a:xfrm>
            <a:off x="462008" y="6072299"/>
            <a:ext cx="3370923" cy="36576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2"/>
          <p:cNvSpPr txBox="1"/>
          <p:nvPr>
            <p:ph type="ctrTitle"/>
          </p:nvPr>
        </p:nvSpPr>
        <p:spPr>
          <a:xfrm>
            <a:off x="104341" y="442673"/>
            <a:ext cx="6925732" cy="498598"/>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lt2"/>
              </a:buClr>
              <a:buSzPts val="3600"/>
              <a:buFont typeface="Arial"/>
              <a:buNone/>
            </a:pPr>
            <a:r>
              <a:rPr lang="en-US" sz="3600"/>
              <a:t>Formatting the 1</a:t>
            </a:r>
            <a:r>
              <a:rPr baseline="30000" lang="en-US" sz="3600"/>
              <a:t>st</a:t>
            </a:r>
            <a:r>
              <a:rPr lang="en-US" sz="3600"/>
              <a:t> Page</a:t>
            </a:r>
            <a:endParaRPr/>
          </a:p>
        </p:txBody>
      </p:sp>
      <p:sp>
        <p:nvSpPr>
          <p:cNvPr id="195" name="Google Shape;195;p22"/>
          <p:cNvSpPr txBox="1"/>
          <p:nvPr>
            <p:ph idx="2" type="body"/>
          </p:nvPr>
        </p:nvSpPr>
        <p:spPr>
          <a:xfrm>
            <a:off x="364866" y="1072504"/>
            <a:ext cx="8414268" cy="4868562"/>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SzPts val="1800"/>
              <a:buNone/>
            </a:pPr>
            <a:r>
              <a:rPr b="1" lang="en-US">
                <a:solidFill>
                  <a:srgbClr val="0070C0"/>
                </a:solidFill>
                <a:latin typeface="Arial"/>
                <a:ea typeface="Arial"/>
                <a:cs typeface="Arial"/>
                <a:sym typeface="Arial"/>
              </a:rPr>
              <a:t>The first page of an individually-written MLA Style paper will:</a:t>
            </a:r>
            <a:endParaRPr/>
          </a:p>
          <a:p>
            <a:pPr indent="-274320" lvl="0" marL="274320" rtl="0" algn="l">
              <a:lnSpc>
                <a:spcPct val="150000"/>
              </a:lnSpc>
              <a:spcBef>
                <a:spcPts val="0"/>
              </a:spcBef>
              <a:spcAft>
                <a:spcPts val="0"/>
              </a:spcAft>
              <a:buSzPts val="1800"/>
              <a:buChar char="▪"/>
            </a:pPr>
            <a:r>
              <a:rPr lang="en-US">
                <a:latin typeface="Arial"/>
                <a:ea typeface="Arial"/>
                <a:cs typeface="Arial"/>
                <a:sym typeface="Arial"/>
              </a:rPr>
              <a:t>Have </a:t>
            </a:r>
            <a:r>
              <a:rPr b="1" lang="en-US">
                <a:latin typeface="Arial"/>
                <a:ea typeface="Arial"/>
                <a:cs typeface="Arial"/>
                <a:sym typeface="Arial"/>
              </a:rPr>
              <a:t>no title page unless it is a group project</a:t>
            </a:r>
            <a:endParaRPr/>
          </a:p>
          <a:p>
            <a:pPr indent="-228600" lvl="1" marL="457200" rtl="0" algn="l">
              <a:lnSpc>
                <a:spcPct val="150000"/>
              </a:lnSpc>
              <a:spcBef>
                <a:spcPts val="0"/>
              </a:spcBef>
              <a:spcAft>
                <a:spcPts val="0"/>
              </a:spcAft>
              <a:buSzPts val="1800"/>
              <a:buFont typeface="Arial"/>
              <a:buChar char="−"/>
            </a:pPr>
            <a:r>
              <a:rPr lang="en-US" sz="1800"/>
              <a:t>For a group project, list all names of contributors in their own line, followed by the remainder of the MLA 9 header described below</a:t>
            </a:r>
            <a:endParaRPr/>
          </a:p>
          <a:p>
            <a:pPr indent="-274320" lvl="0" marL="274320" rtl="0" algn="l">
              <a:lnSpc>
                <a:spcPct val="150000"/>
              </a:lnSpc>
              <a:spcBef>
                <a:spcPts val="0"/>
              </a:spcBef>
              <a:spcAft>
                <a:spcPts val="0"/>
              </a:spcAft>
              <a:buSzPts val="1800"/>
              <a:buChar char="▪"/>
            </a:pPr>
            <a:r>
              <a:rPr b="1" lang="en-US">
                <a:latin typeface="Arial"/>
                <a:ea typeface="Arial"/>
                <a:cs typeface="Arial"/>
                <a:sym typeface="Arial"/>
              </a:rPr>
              <a:t>Double space </a:t>
            </a:r>
            <a:r>
              <a:rPr lang="en-US">
                <a:latin typeface="Arial"/>
                <a:ea typeface="Arial"/>
                <a:cs typeface="Arial"/>
                <a:sym typeface="Arial"/>
              </a:rPr>
              <a:t>everything</a:t>
            </a:r>
            <a:endParaRPr/>
          </a:p>
          <a:p>
            <a:pPr indent="-274320" lvl="0" marL="274320" rtl="0" algn="l">
              <a:lnSpc>
                <a:spcPct val="150000"/>
              </a:lnSpc>
              <a:spcBef>
                <a:spcPts val="0"/>
              </a:spcBef>
              <a:spcAft>
                <a:spcPts val="0"/>
              </a:spcAft>
              <a:buSzPts val="1800"/>
              <a:buChar char="▪"/>
            </a:pPr>
            <a:r>
              <a:rPr b="1" lang="en-US">
                <a:latin typeface="Arial"/>
                <a:ea typeface="Arial"/>
                <a:cs typeface="Arial"/>
                <a:sym typeface="Arial"/>
              </a:rPr>
              <a:t>List your name, your instructor's name, the course, and date </a:t>
            </a:r>
            <a:r>
              <a:rPr lang="en-US">
                <a:latin typeface="Arial"/>
                <a:ea typeface="Arial"/>
                <a:cs typeface="Arial"/>
                <a:sym typeface="Arial"/>
              </a:rPr>
              <a:t>in the </a:t>
            </a:r>
            <a:r>
              <a:rPr b="1" lang="en-US">
                <a:latin typeface="Arial"/>
                <a:ea typeface="Arial"/>
                <a:cs typeface="Arial"/>
                <a:sym typeface="Arial"/>
              </a:rPr>
              <a:t>upper left-hand corner</a:t>
            </a:r>
            <a:endParaRPr/>
          </a:p>
          <a:p>
            <a:pPr indent="-274320" lvl="0" marL="274320" rtl="0" algn="l">
              <a:lnSpc>
                <a:spcPct val="150000"/>
              </a:lnSpc>
              <a:spcBef>
                <a:spcPts val="0"/>
              </a:spcBef>
              <a:spcAft>
                <a:spcPts val="0"/>
              </a:spcAft>
              <a:buSzPts val="1800"/>
              <a:buChar char="▪"/>
            </a:pPr>
            <a:r>
              <a:rPr b="1" lang="en-US">
                <a:latin typeface="Arial"/>
                <a:ea typeface="Arial"/>
                <a:cs typeface="Arial"/>
                <a:sym typeface="Arial"/>
              </a:rPr>
              <a:t>Center the paper title </a:t>
            </a:r>
            <a:r>
              <a:rPr lang="en-US">
                <a:latin typeface="Arial"/>
                <a:ea typeface="Arial"/>
                <a:cs typeface="Arial"/>
                <a:sym typeface="Arial"/>
              </a:rPr>
              <a:t>(use standard caps but no underlining, italics, quote marks, or bold typeface)</a:t>
            </a:r>
            <a:endParaRPr/>
          </a:p>
          <a:p>
            <a:pPr indent="-274320" lvl="0" marL="274320" rtl="0" algn="l">
              <a:lnSpc>
                <a:spcPct val="150000"/>
              </a:lnSpc>
              <a:spcBef>
                <a:spcPts val="0"/>
              </a:spcBef>
              <a:spcAft>
                <a:spcPts val="0"/>
              </a:spcAft>
              <a:buSzPts val="1800"/>
              <a:buChar char="▪"/>
            </a:pPr>
            <a:r>
              <a:rPr b="1" lang="en-US">
                <a:latin typeface="Arial"/>
                <a:ea typeface="Arial"/>
                <a:cs typeface="Arial"/>
                <a:sym typeface="Arial"/>
              </a:rPr>
              <a:t>Create a header </a:t>
            </a:r>
            <a:r>
              <a:rPr lang="en-US">
                <a:latin typeface="Arial"/>
                <a:ea typeface="Arial"/>
                <a:cs typeface="Arial"/>
                <a:sym typeface="Arial"/>
              </a:rPr>
              <a:t>in the upper right corner at half inch from the top and one inch from the right of the page (list </a:t>
            </a:r>
            <a:r>
              <a:rPr b="1" lang="en-US">
                <a:latin typeface="Arial"/>
                <a:ea typeface="Arial"/>
                <a:cs typeface="Arial"/>
                <a:sym typeface="Arial"/>
              </a:rPr>
              <a:t>your last name and page number </a:t>
            </a:r>
            <a:r>
              <a:rPr lang="en-US">
                <a:latin typeface="Arial"/>
                <a:ea typeface="Arial"/>
                <a:cs typeface="Arial"/>
                <a:sym typeface="Arial"/>
              </a:rPr>
              <a:t>here)</a:t>
            </a:r>
            <a:endParaRPr/>
          </a:p>
        </p:txBody>
      </p:sp>
      <p:sp>
        <p:nvSpPr>
          <p:cNvPr id="196" name="Google Shape;196;p22"/>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197" name="Google Shape;197;p22"/>
          <p:cNvPicPr preferRelativeResize="0"/>
          <p:nvPr/>
        </p:nvPicPr>
        <p:blipFill rotWithShape="1">
          <a:blip r:embed="rId3">
            <a:alphaModFix/>
          </a:blip>
          <a:srcRect b="0" l="0" r="0" t="0"/>
          <a:stretch/>
        </p:blipFill>
        <p:spPr>
          <a:xfrm>
            <a:off x="462008" y="6072299"/>
            <a:ext cx="3370923" cy="36576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3"/>
          <p:cNvSpPr txBox="1"/>
          <p:nvPr>
            <p:ph type="ctrTitle"/>
          </p:nvPr>
        </p:nvSpPr>
        <p:spPr>
          <a:xfrm>
            <a:off x="118407" y="427419"/>
            <a:ext cx="6925732" cy="498598"/>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lt2"/>
              </a:buClr>
              <a:buSzPts val="3600"/>
              <a:buFont typeface="Arial"/>
              <a:buNone/>
            </a:pPr>
            <a:r>
              <a:rPr lang="en-US" sz="3600"/>
              <a:t>Sample 1</a:t>
            </a:r>
            <a:r>
              <a:rPr baseline="30000" lang="en-US" sz="3600"/>
              <a:t>st</a:t>
            </a:r>
            <a:r>
              <a:rPr lang="en-US" sz="3600"/>
              <a:t> Page</a:t>
            </a:r>
            <a:endParaRPr/>
          </a:p>
        </p:txBody>
      </p:sp>
      <p:sp>
        <p:nvSpPr>
          <p:cNvPr id="204" name="Google Shape;204;p23"/>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205" name="Google Shape;205;p23"/>
          <p:cNvPicPr preferRelativeResize="0"/>
          <p:nvPr/>
        </p:nvPicPr>
        <p:blipFill rotWithShape="1">
          <a:blip r:embed="rId3">
            <a:alphaModFix/>
          </a:blip>
          <a:srcRect b="0" l="0" r="0" t="0"/>
          <a:stretch/>
        </p:blipFill>
        <p:spPr>
          <a:xfrm>
            <a:off x="462008" y="6072299"/>
            <a:ext cx="3370923" cy="365760"/>
          </a:xfrm>
          <a:prstGeom prst="rect">
            <a:avLst/>
          </a:prstGeom>
          <a:noFill/>
          <a:ln>
            <a:noFill/>
          </a:ln>
        </p:spPr>
      </p:pic>
      <p:pic>
        <p:nvPicPr>
          <p:cNvPr id="206" name="Google Shape;206;p23"/>
          <p:cNvPicPr preferRelativeResize="0"/>
          <p:nvPr/>
        </p:nvPicPr>
        <p:blipFill rotWithShape="1">
          <a:blip r:embed="rId4">
            <a:alphaModFix/>
          </a:blip>
          <a:srcRect b="24097" l="19223" r="18858" t="18040"/>
          <a:stretch/>
        </p:blipFill>
        <p:spPr>
          <a:xfrm>
            <a:off x="324109" y="1294606"/>
            <a:ext cx="8455025" cy="4268787"/>
          </a:xfrm>
          <a:prstGeom prst="rect">
            <a:avLst/>
          </a:prstGeom>
          <a:noFill/>
          <a:ln cap="flat" cmpd="sng" w="38100">
            <a:solidFill>
              <a:schemeClr val="accent1"/>
            </a:solidFill>
            <a:prstDash val="solid"/>
            <a:miter lim="800000"/>
            <a:headEnd len="sm" w="sm" type="none"/>
            <a:tailEnd len="sm" w="sm" type="none"/>
          </a:ln>
          <a:effectLst>
            <a:outerShdw blurRad="50800" rotWithShape="0" algn="tl" dir="2700000" dist="38100">
              <a:srgbClr val="808080">
                <a:alpha val="39608"/>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4"/>
          <p:cNvSpPr txBox="1"/>
          <p:nvPr>
            <p:ph type="ctrTitle"/>
          </p:nvPr>
        </p:nvSpPr>
        <p:spPr>
          <a:xfrm>
            <a:off x="118408" y="445791"/>
            <a:ext cx="6925732" cy="498598"/>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lt2"/>
              </a:buClr>
              <a:buSzPts val="3600"/>
              <a:buFont typeface="Arial"/>
              <a:buNone/>
            </a:pPr>
            <a:r>
              <a:rPr lang="en-US" sz="3600"/>
              <a:t>Formatting Section Headings</a:t>
            </a:r>
            <a:endParaRPr/>
          </a:p>
        </p:txBody>
      </p:sp>
      <p:sp>
        <p:nvSpPr>
          <p:cNvPr id="213" name="Google Shape;213;p24"/>
          <p:cNvSpPr txBox="1"/>
          <p:nvPr>
            <p:ph idx="2" type="body"/>
          </p:nvPr>
        </p:nvSpPr>
        <p:spPr>
          <a:xfrm>
            <a:off x="326837" y="1240452"/>
            <a:ext cx="7775834" cy="1496283"/>
          </a:xfrm>
          <a:prstGeom prst="rect">
            <a:avLst/>
          </a:prstGeom>
          <a:noFill/>
          <a:ln>
            <a:noFill/>
          </a:ln>
        </p:spPr>
        <p:txBody>
          <a:bodyPr anchorCtr="0" anchor="t" bIns="0" lIns="0" spcFirstLastPara="1" rIns="0" wrap="square" tIns="0">
            <a:noAutofit/>
          </a:bodyPr>
          <a:lstStyle/>
          <a:p>
            <a:pPr indent="-274320" lvl="0" marL="274320" rtl="0" algn="l">
              <a:lnSpc>
                <a:spcPct val="100000"/>
              </a:lnSpc>
              <a:spcBef>
                <a:spcPts val="0"/>
              </a:spcBef>
              <a:spcAft>
                <a:spcPts val="0"/>
              </a:spcAft>
              <a:buSzPts val="1800"/>
              <a:buFont typeface="Arial"/>
              <a:buNone/>
            </a:pPr>
            <a:r>
              <a:rPr b="1" lang="en-US">
                <a:latin typeface="Arial"/>
                <a:ea typeface="Arial"/>
                <a:cs typeface="Arial"/>
                <a:sym typeface="Arial"/>
              </a:rPr>
              <a:t>Section Headings are generally optional:</a:t>
            </a:r>
            <a:endParaRPr/>
          </a:p>
          <a:p>
            <a:pPr indent="-274320" lvl="0" marL="274320" rtl="0" algn="l">
              <a:lnSpc>
                <a:spcPct val="100000"/>
              </a:lnSpc>
              <a:spcBef>
                <a:spcPts val="0"/>
              </a:spcBef>
              <a:spcAft>
                <a:spcPts val="0"/>
              </a:spcAft>
              <a:buSzPts val="1800"/>
              <a:buFont typeface="Arial"/>
              <a:buNone/>
            </a:pPr>
            <a:r>
              <a:t/>
            </a:r>
            <a:endParaRPr b="1">
              <a:latin typeface="Arial"/>
              <a:ea typeface="Arial"/>
              <a:cs typeface="Arial"/>
              <a:sym typeface="Arial"/>
            </a:endParaRPr>
          </a:p>
          <a:p>
            <a:pPr indent="-228600" lvl="1" marL="457200" rtl="0" algn="l">
              <a:lnSpc>
                <a:spcPct val="100000"/>
              </a:lnSpc>
              <a:spcBef>
                <a:spcPts val="0"/>
              </a:spcBef>
              <a:spcAft>
                <a:spcPts val="0"/>
              </a:spcAft>
              <a:buSzPts val="1800"/>
              <a:buFont typeface="Noto Sans Symbols"/>
              <a:buChar char="▪"/>
            </a:pPr>
            <a:r>
              <a:rPr lang="en-US" sz="1800"/>
              <a:t>Headings in an essay should usually be numbered</a:t>
            </a:r>
            <a:endParaRPr/>
          </a:p>
          <a:p>
            <a:pPr indent="-228600" lvl="1" marL="457200" rtl="0" algn="l">
              <a:lnSpc>
                <a:spcPct val="100000"/>
              </a:lnSpc>
              <a:spcBef>
                <a:spcPts val="0"/>
              </a:spcBef>
              <a:spcAft>
                <a:spcPts val="0"/>
              </a:spcAft>
              <a:buSzPts val="1800"/>
              <a:buFont typeface="Noto Sans Symbols"/>
              <a:buChar char="▪"/>
            </a:pPr>
            <a:r>
              <a:rPr lang="en-US" sz="1800"/>
              <a:t>Headings should be consistent in grammar and formatting but, otherwise, are up to you</a:t>
            </a:r>
            <a:endParaRPr/>
          </a:p>
        </p:txBody>
      </p:sp>
      <p:sp>
        <p:nvSpPr>
          <p:cNvPr id="214" name="Google Shape;214;p24"/>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215" name="Google Shape;215;p24"/>
          <p:cNvPicPr preferRelativeResize="0"/>
          <p:nvPr/>
        </p:nvPicPr>
        <p:blipFill rotWithShape="1">
          <a:blip r:embed="rId3">
            <a:alphaModFix/>
          </a:blip>
          <a:srcRect b="0" l="0" r="0" t="0"/>
          <a:stretch/>
        </p:blipFill>
        <p:spPr>
          <a:xfrm>
            <a:off x="462008" y="6072299"/>
            <a:ext cx="3370923" cy="365760"/>
          </a:xfrm>
          <a:prstGeom prst="rect">
            <a:avLst/>
          </a:prstGeom>
          <a:noFill/>
          <a:ln>
            <a:noFill/>
          </a:ln>
        </p:spPr>
      </p:pic>
      <p:grpSp>
        <p:nvGrpSpPr>
          <p:cNvPr id="216" name="Google Shape;216;p24"/>
          <p:cNvGrpSpPr/>
          <p:nvPr/>
        </p:nvGrpSpPr>
        <p:grpSpPr>
          <a:xfrm>
            <a:off x="364866" y="2857500"/>
            <a:ext cx="6130925" cy="1331913"/>
            <a:chOff x="116374" y="3855691"/>
            <a:chExt cx="6130269" cy="1331448"/>
          </a:xfrm>
        </p:grpSpPr>
        <p:pic>
          <p:nvPicPr>
            <p:cNvPr id="217" name="Google Shape;217;p24"/>
            <p:cNvPicPr preferRelativeResize="0"/>
            <p:nvPr/>
          </p:nvPicPr>
          <p:blipFill rotWithShape="1">
            <a:blip r:embed="rId4">
              <a:alphaModFix/>
            </a:blip>
            <a:srcRect b="28905" l="26706" r="26656" t="52345"/>
            <a:stretch/>
          </p:blipFill>
          <p:spPr>
            <a:xfrm>
              <a:off x="116374" y="3855691"/>
              <a:ext cx="6130269" cy="1331448"/>
            </a:xfrm>
            <a:prstGeom prst="rect">
              <a:avLst/>
            </a:prstGeom>
            <a:noFill/>
            <a:ln>
              <a:noFill/>
            </a:ln>
            <a:effectLst>
              <a:outerShdw blurRad="50800" rotWithShape="0" algn="tl" dir="2700000" dist="38100">
                <a:srgbClr val="808080">
                  <a:alpha val="39608"/>
                </a:srgbClr>
              </a:outerShdw>
            </a:effectLst>
          </p:spPr>
        </p:pic>
        <p:sp>
          <p:nvSpPr>
            <p:cNvPr id="218" name="Google Shape;218;p24"/>
            <p:cNvSpPr/>
            <p:nvPr/>
          </p:nvSpPr>
          <p:spPr>
            <a:xfrm>
              <a:off x="116374" y="4139755"/>
              <a:ext cx="2011148" cy="364998"/>
            </a:xfrm>
            <a:prstGeom prst="ellipse">
              <a:avLst/>
            </a:prstGeom>
            <a:noFill/>
            <a:ln cap="flat" cmpd="sng" w="28575">
              <a:solidFill>
                <a:schemeClr val="accent1"/>
              </a:solidFill>
              <a:prstDash val="solid"/>
              <a:round/>
              <a:headEnd len="sm" w="sm" type="none"/>
              <a:tailEnd len="sm" w="sm" type="none"/>
            </a:ln>
            <a:effectLst>
              <a:outerShdw blurRad="50800" rotWithShape="0" algn="tl" dir="2700000" dist="38100">
                <a:srgbClr val="808080">
                  <a:alpha val="39608"/>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lt1"/>
                </a:buClr>
                <a:buSzPts val="1800"/>
                <a:buFont typeface="Arial"/>
                <a:buNone/>
              </a:pPr>
              <a:r>
                <a:t/>
              </a:r>
              <a:endParaRPr b="0" i="0" sz="1800" u="none" cap="none" strike="noStrike">
                <a:solidFill>
                  <a:srgbClr val="FFFFFF"/>
                </a:solidFill>
                <a:latin typeface="Book Antiqua"/>
                <a:ea typeface="Book Antiqua"/>
                <a:cs typeface="Book Antiqua"/>
                <a:sym typeface="Book Antiqua"/>
              </a:endParaRPr>
            </a:p>
          </p:txBody>
        </p:sp>
      </p:grpSp>
      <p:grpSp>
        <p:nvGrpSpPr>
          <p:cNvPr id="219" name="Google Shape;219;p24"/>
          <p:cNvGrpSpPr/>
          <p:nvPr/>
        </p:nvGrpSpPr>
        <p:grpSpPr>
          <a:xfrm>
            <a:off x="2203391" y="4353783"/>
            <a:ext cx="6392863" cy="1497012"/>
            <a:chOff x="2625087" y="5278724"/>
            <a:chExt cx="6393608" cy="1496151"/>
          </a:xfrm>
        </p:grpSpPr>
        <p:pic>
          <p:nvPicPr>
            <p:cNvPr id="220" name="Google Shape;220;p24"/>
            <p:cNvPicPr preferRelativeResize="0"/>
            <p:nvPr/>
          </p:nvPicPr>
          <p:blipFill rotWithShape="1">
            <a:blip r:embed="rId5">
              <a:alphaModFix/>
            </a:blip>
            <a:srcRect b="28537" l="26872" r="26361" t="50940"/>
            <a:stretch/>
          </p:blipFill>
          <p:spPr>
            <a:xfrm>
              <a:off x="2707647" y="5278724"/>
              <a:ext cx="6311048" cy="1496151"/>
            </a:xfrm>
            <a:prstGeom prst="rect">
              <a:avLst/>
            </a:prstGeom>
            <a:noFill/>
            <a:ln>
              <a:noFill/>
            </a:ln>
            <a:effectLst>
              <a:outerShdw blurRad="50800" rotWithShape="0" algn="tl" dir="2700000" dist="38100">
                <a:srgbClr val="808080">
                  <a:alpha val="39608"/>
                </a:srgbClr>
              </a:outerShdw>
            </a:effectLst>
          </p:spPr>
        </p:pic>
        <p:sp>
          <p:nvSpPr>
            <p:cNvPr id="221" name="Google Shape;221;p24"/>
            <p:cNvSpPr/>
            <p:nvPr/>
          </p:nvSpPr>
          <p:spPr>
            <a:xfrm>
              <a:off x="2625087" y="5688063"/>
              <a:ext cx="2011597" cy="366501"/>
            </a:xfrm>
            <a:prstGeom prst="ellipse">
              <a:avLst/>
            </a:prstGeom>
            <a:noFill/>
            <a:ln cap="flat" cmpd="sng" w="28575">
              <a:solidFill>
                <a:schemeClr val="accent1"/>
              </a:solidFill>
              <a:prstDash val="solid"/>
              <a:round/>
              <a:headEnd len="sm" w="sm" type="none"/>
              <a:tailEnd len="sm" w="sm" type="none"/>
            </a:ln>
            <a:effectLst>
              <a:outerShdw blurRad="50800" rotWithShape="0" algn="tl" dir="2700000" dist="38100">
                <a:srgbClr val="808080">
                  <a:alpha val="39608"/>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lt1"/>
                </a:buClr>
                <a:buSzPts val="1800"/>
                <a:buFont typeface="Arial"/>
                <a:buNone/>
              </a:pPr>
              <a:r>
                <a:t/>
              </a:r>
              <a:endParaRPr b="0" i="0" sz="1800" u="none" cap="none" strike="noStrike">
                <a:solidFill>
                  <a:srgbClr val="FFFFFF"/>
                </a:solidFill>
                <a:latin typeface="Book Antiqua"/>
                <a:ea typeface="Book Antiqua"/>
                <a:cs typeface="Book Antiqua"/>
                <a:sym typeface="Book Antiqua"/>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5"/>
          <p:cNvSpPr txBox="1"/>
          <p:nvPr>
            <p:ph type="ctrTitle"/>
          </p:nvPr>
        </p:nvSpPr>
        <p:spPr>
          <a:xfrm>
            <a:off x="118408" y="419941"/>
            <a:ext cx="6925732" cy="498598"/>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lt2"/>
              </a:buClr>
              <a:buSzPts val="3600"/>
              <a:buFont typeface="Arial"/>
              <a:buNone/>
            </a:pPr>
            <a:r>
              <a:rPr lang="en-US" sz="3600"/>
              <a:t>Sample Section Headings</a:t>
            </a:r>
            <a:endParaRPr/>
          </a:p>
        </p:txBody>
      </p:sp>
      <p:sp>
        <p:nvSpPr>
          <p:cNvPr id="228" name="Google Shape;228;p25"/>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229" name="Google Shape;229;p25"/>
          <p:cNvPicPr preferRelativeResize="0"/>
          <p:nvPr/>
        </p:nvPicPr>
        <p:blipFill rotWithShape="1">
          <a:blip r:embed="rId3">
            <a:alphaModFix/>
          </a:blip>
          <a:srcRect b="0" l="0" r="0" t="0"/>
          <a:stretch/>
        </p:blipFill>
        <p:spPr>
          <a:xfrm>
            <a:off x="462008" y="6072299"/>
            <a:ext cx="3370923" cy="365760"/>
          </a:xfrm>
          <a:prstGeom prst="rect">
            <a:avLst/>
          </a:prstGeom>
          <a:noFill/>
          <a:ln>
            <a:noFill/>
          </a:ln>
        </p:spPr>
      </p:pic>
      <p:sp>
        <p:nvSpPr>
          <p:cNvPr id="230" name="Google Shape;230;p25"/>
          <p:cNvSpPr txBox="1"/>
          <p:nvPr/>
        </p:nvSpPr>
        <p:spPr>
          <a:xfrm>
            <a:off x="462008" y="1495425"/>
            <a:ext cx="4051300" cy="322960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lt1"/>
              </a:buClr>
              <a:buSzPts val="1800"/>
              <a:buFont typeface="Arial"/>
              <a:buNone/>
            </a:pPr>
            <a:r>
              <a:rPr b="1" i="0" lang="en-US" sz="1800" u="none" cap="none" strike="noStrike">
                <a:solidFill>
                  <a:schemeClr val="lt1"/>
                </a:solidFill>
                <a:latin typeface="Arial"/>
                <a:ea typeface="Arial"/>
                <a:cs typeface="Arial"/>
                <a:sym typeface="Arial"/>
              </a:rPr>
              <a:t>Numbered (all flush left with no underlining, bold, or italics):</a:t>
            </a:r>
            <a:endParaRPr/>
          </a:p>
          <a:p>
            <a:pPr indent="0" lvl="0" marL="0" marR="0" rtl="0" algn="l">
              <a:spcBef>
                <a:spcPts val="0"/>
              </a:spcBef>
              <a:spcAft>
                <a:spcPts val="0"/>
              </a:spcAft>
              <a:buClr>
                <a:schemeClr val="lt1"/>
              </a:buClr>
              <a:buSzPts val="1800"/>
              <a:buFont typeface="Arial"/>
              <a:buNone/>
            </a:pPr>
            <a:r>
              <a:rPr b="1" i="0" lang="en-US" sz="1800" u="none" cap="none" strike="noStrike">
                <a:solidFill>
                  <a:schemeClr val="lt1"/>
                </a:solidFill>
                <a:latin typeface="Arial"/>
                <a:ea typeface="Arial"/>
                <a:cs typeface="Arial"/>
                <a:sym typeface="Arial"/>
              </a:rPr>
              <a:t>	</a:t>
            </a:r>
            <a:r>
              <a:rPr b="0" i="0" lang="en-US" sz="1800" u="none" cap="none" strike="noStrike">
                <a:solidFill>
                  <a:schemeClr val="lt1"/>
                </a:solidFill>
                <a:latin typeface="Arial"/>
                <a:ea typeface="Arial"/>
                <a:cs typeface="Arial"/>
                <a:sym typeface="Arial"/>
              </a:rPr>
              <a:t>Example:</a:t>
            </a:r>
            <a:endParaRPr/>
          </a:p>
          <a:p>
            <a:pPr indent="0" lvl="0" marL="0" marR="0" rtl="0" algn="l">
              <a:spcBef>
                <a:spcPts val="0"/>
              </a:spcBef>
              <a:spcAft>
                <a:spcPts val="0"/>
              </a:spcAft>
              <a:buClr>
                <a:schemeClr val="lt1"/>
              </a:buClr>
              <a:buSzPts val="1800"/>
              <a:buFont typeface="Arial"/>
              <a:buNone/>
            </a:pPr>
            <a:r>
              <a:t/>
            </a:r>
            <a:endParaRPr b="1" i="0" sz="1800" u="none" cap="none" strike="noStrike">
              <a:solidFill>
                <a:schemeClr val="lt1"/>
              </a:solidFill>
              <a:latin typeface="Arial"/>
              <a:ea typeface="Arial"/>
              <a:cs typeface="Arial"/>
              <a:sym typeface="Arial"/>
            </a:endParaRPr>
          </a:p>
          <a:p>
            <a:pPr indent="0" lvl="0" marL="0" marR="0" rtl="0" algn="l">
              <a:lnSpc>
                <a:spcPct val="150000"/>
              </a:lnSpc>
              <a:spcBef>
                <a:spcPts val="0"/>
              </a:spcBef>
              <a:spcAft>
                <a:spcPts val="0"/>
              </a:spcAft>
              <a:buClr>
                <a:srgbClr val="0070C0"/>
              </a:buClr>
              <a:buSzPts val="1800"/>
              <a:buFont typeface="Arial"/>
              <a:buNone/>
            </a:pPr>
            <a:r>
              <a:rPr b="0" i="0" lang="en-US" sz="1800" u="none" cap="none" strike="noStrike">
                <a:solidFill>
                  <a:srgbClr val="0070C0"/>
                </a:solidFill>
                <a:latin typeface="Arial"/>
                <a:ea typeface="Arial"/>
                <a:cs typeface="Arial"/>
                <a:sym typeface="Arial"/>
              </a:rPr>
              <a:t>1. Soil Conservation</a:t>
            </a:r>
            <a:endParaRPr/>
          </a:p>
          <a:p>
            <a:pPr indent="0" lvl="0" marL="0" marR="0" rtl="0" algn="l">
              <a:lnSpc>
                <a:spcPct val="150000"/>
              </a:lnSpc>
              <a:spcBef>
                <a:spcPts val="0"/>
              </a:spcBef>
              <a:spcAft>
                <a:spcPts val="0"/>
              </a:spcAft>
              <a:buClr>
                <a:srgbClr val="0070C0"/>
              </a:buClr>
              <a:buSzPts val="1800"/>
              <a:buFont typeface="Arial"/>
              <a:buNone/>
            </a:pPr>
            <a:r>
              <a:rPr b="0" i="0" lang="en-US" sz="1800" u="none" cap="none" strike="noStrike">
                <a:solidFill>
                  <a:srgbClr val="0070C0"/>
                </a:solidFill>
                <a:latin typeface="Arial"/>
                <a:ea typeface="Arial"/>
                <a:cs typeface="Arial"/>
                <a:sym typeface="Arial"/>
              </a:rPr>
              <a:t>1.1 Erosion</a:t>
            </a:r>
            <a:endParaRPr/>
          </a:p>
          <a:p>
            <a:pPr indent="0" lvl="0" marL="0" marR="0" rtl="0" algn="l">
              <a:lnSpc>
                <a:spcPct val="150000"/>
              </a:lnSpc>
              <a:spcBef>
                <a:spcPts val="0"/>
              </a:spcBef>
              <a:spcAft>
                <a:spcPts val="0"/>
              </a:spcAft>
              <a:buClr>
                <a:srgbClr val="0070C0"/>
              </a:buClr>
              <a:buSzPts val="1800"/>
              <a:buFont typeface="Arial"/>
              <a:buNone/>
            </a:pPr>
            <a:r>
              <a:rPr b="0" i="0" lang="en-US" sz="1800" u="none" cap="none" strike="noStrike">
                <a:solidFill>
                  <a:srgbClr val="0070C0"/>
                </a:solidFill>
                <a:latin typeface="Arial"/>
                <a:ea typeface="Arial"/>
                <a:cs typeface="Arial"/>
                <a:sym typeface="Arial"/>
              </a:rPr>
              <a:t>1.2 Terracing</a:t>
            </a:r>
            <a:endParaRPr/>
          </a:p>
          <a:p>
            <a:pPr indent="0" lvl="0" marL="0" marR="0" rtl="0" algn="l">
              <a:lnSpc>
                <a:spcPct val="150000"/>
              </a:lnSpc>
              <a:spcBef>
                <a:spcPts val="0"/>
              </a:spcBef>
              <a:spcAft>
                <a:spcPts val="0"/>
              </a:spcAft>
              <a:buClr>
                <a:srgbClr val="0070C0"/>
              </a:buClr>
              <a:buSzPts val="1800"/>
              <a:buFont typeface="Arial"/>
              <a:buNone/>
            </a:pPr>
            <a:r>
              <a:rPr b="0" i="0" lang="en-US" sz="1800" u="none" cap="none" strike="noStrike">
                <a:solidFill>
                  <a:srgbClr val="0070C0"/>
                </a:solidFill>
                <a:latin typeface="Arial"/>
                <a:ea typeface="Arial"/>
                <a:cs typeface="Arial"/>
                <a:sym typeface="Arial"/>
              </a:rPr>
              <a:t>2. Water Conservation</a:t>
            </a:r>
            <a:endParaRPr/>
          </a:p>
          <a:p>
            <a:pPr indent="0" lvl="0" marL="0" marR="0" rtl="0" algn="l">
              <a:lnSpc>
                <a:spcPct val="150000"/>
              </a:lnSpc>
              <a:spcBef>
                <a:spcPts val="0"/>
              </a:spcBef>
              <a:spcAft>
                <a:spcPts val="0"/>
              </a:spcAft>
              <a:buClr>
                <a:srgbClr val="0070C0"/>
              </a:buClr>
              <a:buSzPts val="1800"/>
              <a:buFont typeface="Arial"/>
              <a:buNone/>
            </a:pPr>
            <a:r>
              <a:rPr b="0" i="0" lang="en-US" sz="1800" u="none" cap="none" strike="noStrike">
                <a:solidFill>
                  <a:srgbClr val="0070C0"/>
                </a:solidFill>
                <a:latin typeface="Arial"/>
                <a:ea typeface="Arial"/>
                <a:cs typeface="Arial"/>
                <a:sym typeface="Arial"/>
              </a:rPr>
              <a:t>3. Energy Conservation</a:t>
            </a:r>
            <a:endParaRPr/>
          </a:p>
        </p:txBody>
      </p:sp>
      <p:sp>
        <p:nvSpPr>
          <p:cNvPr id="231" name="Google Shape;231;p25"/>
          <p:cNvSpPr txBox="1"/>
          <p:nvPr/>
        </p:nvSpPr>
        <p:spPr>
          <a:xfrm>
            <a:off x="4976858" y="1495425"/>
            <a:ext cx="3571875" cy="322960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lt1"/>
              </a:buClr>
              <a:buSzPts val="1800"/>
              <a:buFont typeface="Arial"/>
              <a:buNone/>
            </a:pPr>
            <a:r>
              <a:rPr b="1" i="0" lang="en-US" sz="1800" u="none" cap="none" strike="noStrike">
                <a:solidFill>
                  <a:schemeClr val="lt1"/>
                </a:solidFill>
                <a:latin typeface="Arial"/>
                <a:ea typeface="Arial"/>
                <a:cs typeface="Arial"/>
                <a:sym typeface="Arial"/>
              </a:rPr>
              <a:t>Unnumbered (by level):</a:t>
            </a:r>
            <a:endParaRPr/>
          </a:p>
          <a:p>
            <a:pPr indent="0" lvl="0" marL="0" marR="0" rtl="0" algn="l">
              <a:spcBef>
                <a:spcPts val="0"/>
              </a:spcBef>
              <a:spcAft>
                <a:spcPts val="0"/>
              </a:spcAft>
              <a:buClr>
                <a:schemeClr val="lt1"/>
              </a:buClr>
              <a:buSzPts val="1800"/>
              <a:buFont typeface="Arial"/>
              <a:buNone/>
            </a:pPr>
            <a:r>
              <a:rPr b="0" i="0" lang="en-US" sz="1800" u="none" cap="none" strike="noStrike">
                <a:solidFill>
                  <a:schemeClr val="lt1"/>
                </a:solidFill>
                <a:latin typeface="Arial"/>
                <a:ea typeface="Arial"/>
                <a:cs typeface="Arial"/>
                <a:sym typeface="Arial"/>
              </a:rPr>
              <a:t>	</a:t>
            </a:r>
            <a:endParaRPr/>
          </a:p>
          <a:p>
            <a:pPr indent="0" lvl="0" marL="0" marR="0" rtl="0" algn="l">
              <a:spcBef>
                <a:spcPts val="0"/>
              </a:spcBef>
              <a:spcAft>
                <a:spcPts val="0"/>
              </a:spcAft>
              <a:buClr>
                <a:schemeClr val="lt1"/>
              </a:buClr>
              <a:buSzPts val="1800"/>
              <a:buFont typeface="Arial"/>
              <a:buNone/>
            </a:pPr>
            <a:r>
              <a:rPr b="0" i="0" lang="en-US" sz="1800" u="none" cap="none" strike="noStrike">
                <a:solidFill>
                  <a:schemeClr val="lt1"/>
                </a:solidFill>
                <a:latin typeface="Arial"/>
                <a:ea typeface="Arial"/>
                <a:cs typeface="Arial"/>
                <a:sym typeface="Arial"/>
              </a:rPr>
              <a:t>	Example:</a:t>
            </a:r>
            <a:endParaRPr/>
          </a:p>
          <a:p>
            <a:pPr indent="0" lvl="0" marL="0" marR="0" rtl="0" algn="l">
              <a:spcBef>
                <a:spcPts val="0"/>
              </a:spcBef>
              <a:spcAft>
                <a:spcPts val="0"/>
              </a:spcAft>
              <a:buClr>
                <a:schemeClr val="lt1"/>
              </a:buClr>
              <a:buSzPts val="1800"/>
              <a:buFont typeface="Arial"/>
              <a:buNone/>
            </a:pPr>
            <a:r>
              <a:t/>
            </a:r>
            <a:endParaRPr b="0" i="0" sz="1800" u="none" cap="none" strike="noStrike">
              <a:solidFill>
                <a:schemeClr val="accent2"/>
              </a:solidFill>
              <a:latin typeface="Arial"/>
              <a:ea typeface="Arial"/>
              <a:cs typeface="Arial"/>
              <a:sym typeface="Arial"/>
            </a:endParaRPr>
          </a:p>
          <a:p>
            <a:pPr indent="0" lvl="0" marL="0" marR="0" rtl="0" algn="l">
              <a:lnSpc>
                <a:spcPct val="150000"/>
              </a:lnSpc>
              <a:spcBef>
                <a:spcPts val="0"/>
              </a:spcBef>
              <a:spcAft>
                <a:spcPts val="0"/>
              </a:spcAft>
              <a:buClr>
                <a:srgbClr val="0070C0"/>
              </a:buClr>
              <a:buSzPts val="1800"/>
              <a:buFont typeface="Arial"/>
              <a:buNone/>
            </a:pPr>
            <a:r>
              <a:rPr b="1" i="0" lang="en-US" sz="1800" u="none" cap="none" strike="noStrike">
                <a:solidFill>
                  <a:srgbClr val="0070C0"/>
                </a:solidFill>
                <a:latin typeface="Arial"/>
                <a:ea typeface="Arial"/>
                <a:cs typeface="Arial"/>
                <a:sym typeface="Arial"/>
              </a:rPr>
              <a:t>Level 1: bold, flush left</a:t>
            </a:r>
            <a:endParaRPr/>
          </a:p>
          <a:p>
            <a:pPr indent="0" lvl="0" marL="0" marR="0" rtl="0" algn="l">
              <a:lnSpc>
                <a:spcPct val="150000"/>
              </a:lnSpc>
              <a:spcBef>
                <a:spcPts val="0"/>
              </a:spcBef>
              <a:spcAft>
                <a:spcPts val="0"/>
              </a:spcAft>
              <a:buClr>
                <a:srgbClr val="0070C0"/>
              </a:buClr>
              <a:buSzPts val="1800"/>
              <a:buFont typeface="Arial"/>
              <a:buNone/>
            </a:pPr>
            <a:r>
              <a:rPr b="0" i="1" lang="en-US" sz="1800" u="none" cap="none" strike="noStrike">
                <a:solidFill>
                  <a:srgbClr val="0070C0"/>
                </a:solidFill>
                <a:latin typeface="Arial"/>
                <a:ea typeface="Arial"/>
                <a:cs typeface="Arial"/>
                <a:sym typeface="Arial"/>
              </a:rPr>
              <a:t>Level 2: italics, flush left</a:t>
            </a:r>
            <a:endParaRPr b="0" i="0" sz="1800" u="none" cap="none" strike="noStrike">
              <a:solidFill>
                <a:srgbClr val="0070C0"/>
              </a:solidFill>
              <a:latin typeface="Arial"/>
              <a:ea typeface="Arial"/>
              <a:cs typeface="Arial"/>
              <a:sym typeface="Arial"/>
            </a:endParaRPr>
          </a:p>
          <a:p>
            <a:pPr indent="0" lvl="0" marL="0" marR="0" rtl="0" algn="ctr">
              <a:lnSpc>
                <a:spcPct val="150000"/>
              </a:lnSpc>
              <a:spcBef>
                <a:spcPts val="0"/>
              </a:spcBef>
              <a:spcAft>
                <a:spcPts val="0"/>
              </a:spcAft>
              <a:buClr>
                <a:srgbClr val="0070C0"/>
              </a:buClr>
              <a:buSzPts val="1800"/>
              <a:buFont typeface="Arial"/>
              <a:buNone/>
            </a:pPr>
            <a:r>
              <a:rPr b="1" i="0" lang="en-US" sz="1800" u="none" cap="none" strike="noStrike">
                <a:solidFill>
                  <a:srgbClr val="0070C0"/>
                </a:solidFill>
                <a:latin typeface="Arial"/>
                <a:ea typeface="Arial"/>
                <a:cs typeface="Arial"/>
                <a:sym typeface="Arial"/>
              </a:rPr>
              <a:t>Level 3: centered, bold</a:t>
            </a:r>
            <a:endParaRPr b="1" i="1" sz="1800" u="none" cap="none" strike="noStrike">
              <a:solidFill>
                <a:srgbClr val="0070C0"/>
              </a:solidFill>
              <a:latin typeface="Arial"/>
              <a:ea typeface="Arial"/>
              <a:cs typeface="Arial"/>
              <a:sym typeface="Arial"/>
            </a:endParaRPr>
          </a:p>
          <a:p>
            <a:pPr indent="0" lvl="0" marL="0" marR="0" rtl="0" algn="ctr">
              <a:lnSpc>
                <a:spcPct val="150000"/>
              </a:lnSpc>
              <a:spcBef>
                <a:spcPts val="0"/>
              </a:spcBef>
              <a:spcAft>
                <a:spcPts val="0"/>
              </a:spcAft>
              <a:buClr>
                <a:srgbClr val="0070C0"/>
              </a:buClr>
              <a:buSzPts val="1800"/>
              <a:buFont typeface="Arial"/>
              <a:buNone/>
            </a:pPr>
            <a:r>
              <a:rPr b="0" i="1" lang="en-US" sz="1800" u="none" cap="none" strike="noStrike">
                <a:solidFill>
                  <a:srgbClr val="0070C0"/>
                </a:solidFill>
                <a:latin typeface="Arial"/>
                <a:ea typeface="Arial"/>
                <a:cs typeface="Arial"/>
                <a:sym typeface="Arial"/>
              </a:rPr>
              <a:t>Level 4: centered, italics</a:t>
            </a:r>
            <a:endParaRPr/>
          </a:p>
          <a:p>
            <a:pPr indent="0" lvl="0" marL="0" marR="0" rtl="0" algn="l">
              <a:lnSpc>
                <a:spcPct val="150000"/>
              </a:lnSpc>
              <a:spcBef>
                <a:spcPts val="0"/>
              </a:spcBef>
              <a:spcAft>
                <a:spcPts val="0"/>
              </a:spcAft>
              <a:buClr>
                <a:srgbClr val="0070C0"/>
              </a:buClr>
              <a:buSzPts val="1800"/>
              <a:buFont typeface="Arial"/>
              <a:buNone/>
            </a:pPr>
            <a:r>
              <a:rPr b="0" i="0" lang="en-US" sz="1800" u="sng" cap="none" strike="noStrike">
                <a:solidFill>
                  <a:srgbClr val="0070C0"/>
                </a:solidFill>
                <a:latin typeface="Arial"/>
                <a:ea typeface="Arial"/>
                <a:cs typeface="Arial"/>
                <a:sym typeface="Arial"/>
              </a:rPr>
              <a:t>Level 5: underlined, flush left</a:t>
            </a:r>
            <a:endParaRPr/>
          </a:p>
        </p:txBody>
      </p:sp>
      <p:cxnSp>
        <p:nvCxnSpPr>
          <p:cNvPr id="232" name="Google Shape;232;p25"/>
          <p:cNvCxnSpPr/>
          <p:nvPr/>
        </p:nvCxnSpPr>
        <p:spPr>
          <a:xfrm>
            <a:off x="4608558" y="1179513"/>
            <a:ext cx="0" cy="4348162"/>
          </a:xfrm>
          <a:prstGeom prst="straightConnector1">
            <a:avLst/>
          </a:prstGeom>
          <a:noFill/>
          <a:ln cap="flat" cmpd="sng" w="28575">
            <a:solidFill>
              <a:schemeClr val="accent1"/>
            </a:solidFill>
            <a:prstDash val="solid"/>
            <a:round/>
            <a:headEnd len="med" w="med" type="none"/>
            <a:tailEnd len="med" w="med" type="none"/>
          </a:ln>
          <a:effectLst>
            <a:outerShdw blurRad="50800" rotWithShape="0" algn="tl" dir="2700000" dist="38100">
              <a:srgbClr val="808080">
                <a:alpha val="39608"/>
              </a:srgbClr>
            </a:outerShdw>
          </a:effectLst>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6"/>
          <p:cNvSpPr txBox="1"/>
          <p:nvPr>
            <p:ph type="ctrTitle"/>
          </p:nvPr>
        </p:nvSpPr>
        <p:spPr>
          <a:xfrm>
            <a:off x="146543" y="419941"/>
            <a:ext cx="6925732" cy="512448"/>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lt2"/>
              </a:buClr>
              <a:buSzPts val="3600"/>
              <a:buFont typeface="Arial"/>
              <a:buNone/>
            </a:pPr>
            <a:r>
              <a:rPr lang="en-US" sz="3600"/>
              <a:t>In-Text Citations: the Basics</a:t>
            </a:r>
            <a:endParaRPr/>
          </a:p>
        </p:txBody>
      </p:sp>
      <p:sp>
        <p:nvSpPr>
          <p:cNvPr id="239" name="Google Shape;239;p26"/>
          <p:cNvSpPr txBox="1"/>
          <p:nvPr>
            <p:ph idx="2" type="body"/>
          </p:nvPr>
        </p:nvSpPr>
        <p:spPr>
          <a:xfrm>
            <a:off x="1021450" y="1676089"/>
            <a:ext cx="7101099" cy="3289612"/>
          </a:xfrm>
          <a:prstGeom prst="rect">
            <a:avLst/>
          </a:prstGeom>
          <a:noFill/>
          <a:ln>
            <a:noFill/>
          </a:ln>
        </p:spPr>
        <p:txBody>
          <a:bodyPr anchorCtr="0" anchor="t" bIns="0" lIns="0" spcFirstLastPara="1" rIns="0" wrap="square" tIns="0">
            <a:normAutofit lnSpcReduction="10000"/>
          </a:bodyPr>
          <a:lstStyle/>
          <a:p>
            <a:pPr indent="-274320" lvl="0" marL="274320" rtl="0" algn="l">
              <a:lnSpc>
                <a:spcPct val="150000"/>
              </a:lnSpc>
              <a:spcBef>
                <a:spcPts val="0"/>
              </a:spcBef>
              <a:spcAft>
                <a:spcPts val="0"/>
              </a:spcAft>
              <a:buClr>
                <a:schemeClr val="lt1"/>
              </a:buClr>
              <a:buSzPts val="1800"/>
              <a:buFont typeface="Arial"/>
              <a:buNone/>
            </a:pPr>
            <a:r>
              <a:rPr lang="en-US" sz="1800">
                <a:latin typeface="Arial"/>
                <a:ea typeface="Arial"/>
                <a:cs typeface="Arial"/>
                <a:sym typeface="Arial"/>
              </a:rPr>
              <a:t>An </a:t>
            </a:r>
            <a:r>
              <a:rPr b="1" lang="en-US" sz="1800">
                <a:solidFill>
                  <a:srgbClr val="000090"/>
                </a:solidFill>
                <a:latin typeface="Arial"/>
                <a:ea typeface="Arial"/>
                <a:cs typeface="Arial"/>
                <a:sym typeface="Arial"/>
              </a:rPr>
              <a:t>in-text citation </a:t>
            </a:r>
            <a:r>
              <a:rPr lang="en-US" sz="1800">
                <a:latin typeface="Arial"/>
                <a:ea typeface="Arial"/>
                <a:cs typeface="Arial"/>
                <a:sym typeface="Arial"/>
              </a:rPr>
              <a:t>is a brief reference in your text that indicates the source you consulted. </a:t>
            </a:r>
            <a:endParaRPr/>
          </a:p>
          <a:p>
            <a:pPr indent="-274320" lvl="0" marL="274320" rtl="0" algn="l">
              <a:lnSpc>
                <a:spcPct val="150000"/>
              </a:lnSpc>
              <a:spcBef>
                <a:spcPts val="0"/>
              </a:spcBef>
              <a:spcAft>
                <a:spcPts val="0"/>
              </a:spcAft>
              <a:buClr>
                <a:schemeClr val="lt1"/>
              </a:buClr>
              <a:buSzPts val="1800"/>
              <a:buChar char="▪"/>
            </a:pPr>
            <a:r>
              <a:rPr lang="en-US" sz="1800">
                <a:latin typeface="Arial"/>
                <a:ea typeface="Arial"/>
                <a:cs typeface="Arial"/>
                <a:sym typeface="Arial"/>
              </a:rPr>
              <a:t>It should direct readers to the entry in your works-cited list for that source.</a:t>
            </a:r>
            <a:endParaRPr/>
          </a:p>
          <a:p>
            <a:pPr indent="-274320" lvl="0" marL="274320" rtl="0" algn="l">
              <a:lnSpc>
                <a:spcPct val="150000"/>
              </a:lnSpc>
              <a:spcBef>
                <a:spcPts val="0"/>
              </a:spcBef>
              <a:spcAft>
                <a:spcPts val="0"/>
              </a:spcAft>
              <a:buClr>
                <a:schemeClr val="lt1"/>
              </a:buClr>
              <a:buSzPts val="1800"/>
              <a:buChar char="▪"/>
            </a:pPr>
            <a:r>
              <a:rPr lang="en-US" sz="1800">
                <a:latin typeface="Arial"/>
                <a:ea typeface="Arial"/>
                <a:cs typeface="Arial"/>
                <a:sym typeface="Arial"/>
              </a:rPr>
              <a:t>It should be unobtrusive: provide the citation information without interrupting your own text.</a:t>
            </a:r>
            <a:endParaRPr/>
          </a:p>
          <a:p>
            <a:pPr indent="-274320" lvl="0" marL="274320" rtl="0" algn="l">
              <a:lnSpc>
                <a:spcPct val="150000"/>
              </a:lnSpc>
              <a:spcBef>
                <a:spcPts val="0"/>
              </a:spcBef>
              <a:spcAft>
                <a:spcPts val="0"/>
              </a:spcAft>
              <a:buClr>
                <a:schemeClr val="lt1"/>
              </a:buClr>
              <a:buSzPts val="1800"/>
              <a:buChar char="▪"/>
            </a:pPr>
            <a:r>
              <a:rPr lang="en-US" sz="1800">
                <a:latin typeface="Arial"/>
                <a:ea typeface="Arial"/>
                <a:cs typeface="Arial"/>
                <a:sym typeface="Arial"/>
              </a:rPr>
              <a:t>In general, the in-text citation will be the author’s last name (or abbreviated title) with a page number, enclosed in parentheses.</a:t>
            </a:r>
            <a:endParaRPr/>
          </a:p>
          <a:p>
            <a:pPr indent="0" lvl="0" marL="0" rtl="0" algn="l">
              <a:lnSpc>
                <a:spcPct val="100000"/>
              </a:lnSpc>
              <a:spcBef>
                <a:spcPts val="0"/>
              </a:spcBef>
              <a:spcAft>
                <a:spcPts val="0"/>
              </a:spcAft>
              <a:buSzPts val="1800"/>
              <a:buNone/>
            </a:pPr>
            <a:r>
              <a:t/>
            </a:r>
            <a:endParaRPr>
              <a:latin typeface="Arial"/>
              <a:ea typeface="Arial"/>
              <a:cs typeface="Arial"/>
              <a:sym typeface="Arial"/>
            </a:endParaRPr>
          </a:p>
        </p:txBody>
      </p:sp>
      <p:sp>
        <p:nvSpPr>
          <p:cNvPr id="240" name="Google Shape;240;p26"/>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241" name="Google Shape;241;p26"/>
          <p:cNvPicPr preferRelativeResize="0"/>
          <p:nvPr/>
        </p:nvPicPr>
        <p:blipFill rotWithShape="1">
          <a:blip r:embed="rId3">
            <a:alphaModFix/>
          </a:blip>
          <a:srcRect b="0" l="0" r="0" t="0"/>
          <a:stretch/>
        </p:blipFill>
        <p:spPr>
          <a:xfrm>
            <a:off x="462008" y="6072299"/>
            <a:ext cx="3370923" cy="36576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7"/>
          <p:cNvSpPr txBox="1"/>
          <p:nvPr>
            <p:ph type="ctrTitle"/>
          </p:nvPr>
        </p:nvSpPr>
        <p:spPr>
          <a:xfrm>
            <a:off x="173568" y="442673"/>
            <a:ext cx="6925732" cy="498598"/>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lt2"/>
              </a:buClr>
              <a:buSzPts val="3600"/>
              <a:buFont typeface="Arial"/>
              <a:buNone/>
            </a:pPr>
            <a:r>
              <a:rPr lang="en-US" sz="3600"/>
              <a:t>Author-Page Style</a:t>
            </a:r>
            <a:endParaRPr/>
          </a:p>
        </p:txBody>
      </p:sp>
      <p:sp>
        <p:nvSpPr>
          <p:cNvPr id="248" name="Google Shape;248;p27"/>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249" name="Google Shape;249;p27"/>
          <p:cNvPicPr preferRelativeResize="0"/>
          <p:nvPr/>
        </p:nvPicPr>
        <p:blipFill rotWithShape="1">
          <a:blip r:embed="rId3">
            <a:alphaModFix/>
          </a:blip>
          <a:srcRect b="0" l="0" r="0" t="0"/>
          <a:stretch/>
        </p:blipFill>
        <p:spPr>
          <a:xfrm>
            <a:off x="462008" y="6072299"/>
            <a:ext cx="3370923" cy="365760"/>
          </a:xfrm>
          <a:prstGeom prst="rect">
            <a:avLst/>
          </a:prstGeom>
          <a:noFill/>
          <a:ln>
            <a:noFill/>
          </a:ln>
        </p:spPr>
      </p:pic>
      <p:pic>
        <p:nvPicPr>
          <p:cNvPr id="250" name="Google Shape;250;p27"/>
          <p:cNvPicPr preferRelativeResize="0"/>
          <p:nvPr/>
        </p:nvPicPr>
        <p:blipFill rotWithShape="1">
          <a:blip r:embed="rId4">
            <a:alphaModFix/>
          </a:blip>
          <a:srcRect b="0" l="0" r="0" t="0"/>
          <a:stretch/>
        </p:blipFill>
        <p:spPr>
          <a:xfrm>
            <a:off x="201554" y="2116135"/>
            <a:ext cx="8394700" cy="2781300"/>
          </a:xfrm>
          <a:prstGeom prst="rect">
            <a:avLst/>
          </a:prstGeom>
          <a:noFill/>
          <a:ln>
            <a:noFill/>
          </a:ln>
        </p:spPr>
      </p:pic>
      <p:sp>
        <p:nvSpPr>
          <p:cNvPr id="251" name="Google Shape;251;p27"/>
          <p:cNvSpPr txBox="1"/>
          <p:nvPr/>
        </p:nvSpPr>
        <p:spPr>
          <a:xfrm>
            <a:off x="723900" y="4928501"/>
            <a:ext cx="63754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lt1"/>
              </a:buClr>
              <a:buSzPts val="1800"/>
              <a:buFont typeface="Arial"/>
              <a:buNone/>
            </a:pPr>
            <a:r>
              <a:rPr b="0" i="0" lang="en-US" sz="1800" u="none" cap="none" strike="noStrike">
                <a:solidFill>
                  <a:schemeClr val="lt1"/>
                </a:solidFill>
                <a:latin typeface="Arial"/>
                <a:ea typeface="Arial"/>
                <a:cs typeface="Arial"/>
                <a:sym typeface="Arial"/>
              </a:rPr>
              <a:t>Wordsworth, William. </a:t>
            </a:r>
            <a:r>
              <a:rPr b="0" i="1" lang="en-US" sz="1800" u="none" cap="none" strike="noStrike">
                <a:solidFill>
                  <a:schemeClr val="lt1"/>
                </a:solidFill>
                <a:latin typeface="Arial"/>
                <a:ea typeface="Arial"/>
                <a:cs typeface="Arial"/>
                <a:sym typeface="Arial"/>
              </a:rPr>
              <a:t>Lyrical Ballads</a:t>
            </a:r>
            <a:r>
              <a:rPr b="0" i="0" lang="en-US" sz="1800" u="none" cap="none" strike="noStrike">
                <a:solidFill>
                  <a:schemeClr val="lt1"/>
                </a:solidFill>
                <a:latin typeface="Arial"/>
                <a:ea typeface="Arial"/>
                <a:cs typeface="Arial"/>
                <a:sym typeface="Arial"/>
              </a:rPr>
              <a:t>. Oxford UP, 1967.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8"/>
          <p:cNvSpPr txBox="1"/>
          <p:nvPr>
            <p:ph type="ctrTitle"/>
          </p:nvPr>
        </p:nvSpPr>
        <p:spPr>
          <a:xfrm>
            <a:off x="104340" y="445987"/>
            <a:ext cx="6925732" cy="498598"/>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lt2"/>
              </a:buClr>
              <a:buSzPts val="3600"/>
              <a:buFont typeface="Arial"/>
              <a:buNone/>
            </a:pPr>
            <a:r>
              <a:rPr lang="en-US" sz="3600"/>
              <a:t>Print Source with Author</a:t>
            </a:r>
            <a:endParaRPr/>
          </a:p>
        </p:txBody>
      </p:sp>
      <p:sp>
        <p:nvSpPr>
          <p:cNvPr id="258" name="Google Shape;258;p28"/>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259" name="Google Shape;259;p28"/>
          <p:cNvPicPr preferRelativeResize="0"/>
          <p:nvPr/>
        </p:nvPicPr>
        <p:blipFill rotWithShape="1">
          <a:blip r:embed="rId3">
            <a:alphaModFix/>
          </a:blip>
          <a:srcRect b="0" l="0" r="0" t="0"/>
          <a:stretch/>
        </p:blipFill>
        <p:spPr>
          <a:xfrm>
            <a:off x="462008" y="6072299"/>
            <a:ext cx="3370923" cy="365760"/>
          </a:xfrm>
          <a:prstGeom prst="rect">
            <a:avLst/>
          </a:prstGeom>
          <a:noFill/>
          <a:ln>
            <a:noFill/>
          </a:ln>
        </p:spPr>
      </p:pic>
      <p:sp>
        <p:nvSpPr>
          <p:cNvPr id="260" name="Google Shape;260;p28"/>
          <p:cNvSpPr txBox="1"/>
          <p:nvPr/>
        </p:nvSpPr>
        <p:spPr>
          <a:xfrm>
            <a:off x="306388" y="1274552"/>
            <a:ext cx="8324850"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lt1"/>
              </a:buClr>
              <a:buSzPts val="1800"/>
              <a:buFont typeface="Arial"/>
              <a:buNone/>
            </a:pPr>
            <a:r>
              <a:rPr b="1" i="0" lang="en-US" sz="1800" u="none" cap="none" strike="noStrike">
                <a:solidFill>
                  <a:schemeClr val="lt1"/>
                </a:solidFill>
                <a:latin typeface="Arial"/>
                <a:ea typeface="Arial"/>
                <a:cs typeface="Arial"/>
                <a:sym typeface="Arial"/>
              </a:rPr>
              <a:t>For the following print source</a:t>
            </a:r>
            <a:endParaRPr/>
          </a:p>
          <a:p>
            <a:pPr indent="0" lvl="0" marL="0" marR="0" rtl="0" algn="l">
              <a:spcBef>
                <a:spcPts val="0"/>
              </a:spcBef>
              <a:spcAft>
                <a:spcPts val="0"/>
              </a:spcAft>
              <a:buClr>
                <a:schemeClr val="lt1"/>
              </a:buClr>
              <a:buSzPts val="1800"/>
              <a:buFont typeface="Arial"/>
              <a:buNone/>
            </a:pPr>
            <a:r>
              <a:t/>
            </a:r>
            <a:endParaRPr b="1" i="0" sz="1800" u="none" cap="none" strike="noStrike">
              <a:solidFill>
                <a:schemeClr val="lt1"/>
              </a:solidFill>
              <a:latin typeface="Arial"/>
              <a:ea typeface="Arial"/>
              <a:cs typeface="Arial"/>
              <a:sym typeface="Arial"/>
            </a:endParaRPr>
          </a:p>
          <a:p>
            <a:pPr indent="0" lvl="0" marL="0" marR="0" rtl="0" algn="l">
              <a:spcBef>
                <a:spcPts val="0"/>
              </a:spcBef>
              <a:spcAft>
                <a:spcPts val="0"/>
              </a:spcAft>
              <a:buClr>
                <a:srgbClr val="0070C0"/>
              </a:buClr>
              <a:buSzPts val="1800"/>
              <a:buFont typeface="Arial"/>
              <a:buNone/>
            </a:pPr>
            <a:r>
              <a:rPr b="0" i="0" lang="en-US" sz="1800" u="none" cap="none" strike="noStrike">
                <a:solidFill>
                  <a:srgbClr val="0070C0"/>
                </a:solidFill>
                <a:latin typeface="Arial"/>
                <a:ea typeface="Arial"/>
                <a:cs typeface="Arial"/>
                <a:sym typeface="Arial"/>
              </a:rPr>
              <a:t>Burke, Kenneth. </a:t>
            </a:r>
            <a:r>
              <a:rPr b="0" i="1" lang="en-US" sz="1800" u="none" cap="none" strike="noStrike">
                <a:solidFill>
                  <a:srgbClr val="0070C0"/>
                </a:solidFill>
                <a:latin typeface="Arial"/>
                <a:ea typeface="Arial"/>
                <a:cs typeface="Arial"/>
                <a:sym typeface="Arial"/>
              </a:rPr>
              <a:t>Language as Symbolic Action: Essays on Life, Literature,   </a:t>
            </a:r>
            <a:endParaRPr/>
          </a:p>
          <a:p>
            <a:pPr indent="0" lvl="0" marL="0" marR="0" rtl="0" algn="l">
              <a:spcBef>
                <a:spcPts val="0"/>
              </a:spcBef>
              <a:spcAft>
                <a:spcPts val="0"/>
              </a:spcAft>
              <a:buClr>
                <a:srgbClr val="0070C0"/>
              </a:buClr>
              <a:buSzPts val="1800"/>
              <a:buFont typeface="Arial"/>
              <a:buNone/>
            </a:pPr>
            <a:r>
              <a:rPr b="0" i="1" lang="en-US" sz="1800" u="none" cap="none" strike="noStrike">
                <a:solidFill>
                  <a:srgbClr val="0070C0"/>
                </a:solidFill>
                <a:latin typeface="Arial"/>
                <a:ea typeface="Arial"/>
                <a:cs typeface="Arial"/>
                <a:sym typeface="Arial"/>
              </a:rPr>
              <a:t>     and Method</a:t>
            </a:r>
            <a:r>
              <a:rPr b="0" i="0" lang="en-US" sz="1800" u="none" cap="none" strike="noStrike">
                <a:solidFill>
                  <a:srgbClr val="0070C0"/>
                </a:solidFill>
                <a:latin typeface="Arial"/>
                <a:ea typeface="Arial"/>
                <a:cs typeface="Arial"/>
                <a:sym typeface="Arial"/>
              </a:rPr>
              <a:t>. U of California P, 1966.</a:t>
            </a:r>
            <a:endParaRPr/>
          </a:p>
          <a:p>
            <a:pPr indent="0" lvl="0" marL="0" marR="0" rtl="0" algn="l">
              <a:spcBef>
                <a:spcPts val="0"/>
              </a:spcBef>
              <a:spcAft>
                <a:spcPts val="0"/>
              </a:spcAft>
              <a:buClr>
                <a:schemeClr val="lt1"/>
              </a:buClr>
              <a:buSzPts val="1800"/>
              <a:buFont typeface="Arial"/>
              <a:buNone/>
            </a:pPr>
            <a:r>
              <a:t/>
            </a:r>
            <a:endParaRPr b="1" i="0" sz="1800" u="none" cap="none" strike="noStrike">
              <a:solidFill>
                <a:schemeClr val="lt1"/>
              </a:solidFill>
              <a:latin typeface="Arial"/>
              <a:ea typeface="Arial"/>
              <a:cs typeface="Arial"/>
              <a:sym typeface="Arial"/>
            </a:endParaRPr>
          </a:p>
          <a:p>
            <a:pPr indent="0" lvl="0" marL="0" marR="0" rtl="0" algn="l">
              <a:spcBef>
                <a:spcPts val="0"/>
              </a:spcBef>
              <a:spcAft>
                <a:spcPts val="0"/>
              </a:spcAft>
              <a:buClr>
                <a:schemeClr val="lt1"/>
              </a:buClr>
              <a:buSzPts val="1800"/>
              <a:buFont typeface="Arial"/>
              <a:buNone/>
            </a:pPr>
            <a:r>
              <a:rPr b="0" i="0" lang="en-US" sz="1800" u="none" cap="none" strike="noStrike">
                <a:solidFill>
                  <a:schemeClr val="lt1"/>
                </a:solidFill>
                <a:latin typeface="Arial"/>
                <a:ea typeface="Arial"/>
                <a:cs typeface="Arial"/>
                <a:sym typeface="Arial"/>
              </a:rPr>
              <a:t>If the essay provides a signal word or phrase—usually the author’s last name—the citation does not need to also include that information.</a:t>
            </a:r>
            <a:endParaRPr/>
          </a:p>
          <a:p>
            <a:pPr indent="0" lvl="0" marL="0" marR="0" rtl="0" algn="l">
              <a:spcBef>
                <a:spcPts val="0"/>
              </a:spcBef>
              <a:spcAft>
                <a:spcPts val="0"/>
              </a:spcAft>
              <a:buClr>
                <a:schemeClr val="lt1"/>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261" name="Google Shape;261;p28"/>
          <p:cNvPicPr preferRelativeResize="0"/>
          <p:nvPr/>
        </p:nvPicPr>
        <p:blipFill rotWithShape="1">
          <a:blip r:embed="rId4">
            <a:alphaModFix/>
          </a:blip>
          <a:srcRect b="0" l="0" r="0" t="0"/>
          <a:stretch/>
        </p:blipFill>
        <p:spPr>
          <a:xfrm>
            <a:off x="306388" y="3526048"/>
            <a:ext cx="7364412" cy="190580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9"/>
          <p:cNvSpPr txBox="1"/>
          <p:nvPr>
            <p:ph type="ctrTitle"/>
          </p:nvPr>
        </p:nvSpPr>
        <p:spPr>
          <a:xfrm>
            <a:off x="104339" y="445987"/>
            <a:ext cx="6925732" cy="512448"/>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lt2"/>
              </a:buClr>
              <a:buSzPts val="3600"/>
              <a:buFont typeface="Arial"/>
              <a:buNone/>
            </a:pPr>
            <a:r>
              <a:rPr lang="en-US" sz="3600"/>
              <a:t>With Unknown Author</a:t>
            </a:r>
            <a:endParaRPr/>
          </a:p>
        </p:txBody>
      </p:sp>
      <p:sp>
        <p:nvSpPr>
          <p:cNvPr id="268" name="Google Shape;268;p29"/>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269" name="Google Shape;269;p29"/>
          <p:cNvPicPr preferRelativeResize="0"/>
          <p:nvPr/>
        </p:nvPicPr>
        <p:blipFill rotWithShape="1">
          <a:blip r:embed="rId3">
            <a:alphaModFix/>
          </a:blip>
          <a:srcRect b="0" l="0" r="0" t="0"/>
          <a:stretch/>
        </p:blipFill>
        <p:spPr>
          <a:xfrm>
            <a:off x="462008" y="6072299"/>
            <a:ext cx="3370923" cy="365760"/>
          </a:xfrm>
          <a:prstGeom prst="rect">
            <a:avLst/>
          </a:prstGeom>
          <a:noFill/>
          <a:ln>
            <a:noFill/>
          </a:ln>
        </p:spPr>
      </p:pic>
      <p:sp>
        <p:nvSpPr>
          <p:cNvPr id="270" name="Google Shape;270;p29"/>
          <p:cNvSpPr txBox="1"/>
          <p:nvPr/>
        </p:nvSpPr>
        <p:spPr>
          <a:xfrm>
            <a:off x="462008" y="1854200"/>
            <a:ext cx="7848600" cy="2121606"/>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lt1"/>
              </a:buClr>
              <a:buSzPts val="1800"/>
              <a:buFont typeface="Arial"/>
              <a:buNone/>
            </a:pPr>
            <a:r>
              <a:rPr b="1" i="0" lang="en-US" sz="1800" u="none" cap="none" strike="noStrike">
                <a:solidFill>
                  <a:schemeClr val="lt1"/>
                </a:solidFill>
                <a:latin typeface="Arial"/>
                <a:ea typeface="Arial"/>
                <a:cs typeface="Arial"/>
                <a:sym typeface="Arial"/>
              </a:rPr>
              <a:t>How to cite a work with no known author</a:t>
            </a:r>
            <a:r>
              <a:rPr b="0" i="0" lang="en-US" sz="1800" u="none" cap="none" strike="noStrike">
                <a:solidFill>
                  <a:schemeClr val="lt1"/>
                </a:solidFill>
                <a:latin typeface="Arial"/>
                <a:ea typeface="Arial"/>
                <a:cs typeface="Arial"/>
                <a:sym typeface="Arial"/>
              </a:rPr>
              <a:t>:</a:t>
            </a:r>
            <a:endParaRPr/>
          </a:p>
          <a:p>
            <a:pPr indent="0" lvl="0" marL="0" marR="0" rtl="0" algn="l">
              <a:lnSpc>
                <a:spcPct val="150000"/>
              </a:lnSpc>
              <a:spcBef>
                <a:spcPts val="0"/>
              </a:spcBef>
              <a:spcAft>
                <a:spcPts val="0"/>
              </a:spcAft>
              <a:buClr>
                <a:srgbClr val="0070C0"/>
              </a:buClr>
              <a:buSzPts val="1800"/>
              <a:buFont typeface="Arial"/>
              <a:buNone/>
            </a:pPr>
            <a:r>
              <a:rPr b="0" i="0" lang="en-US" sz="1800" u="none" cap="none" strike="noStrike">
                <a:solidFill>
                  <a:srgbClr val="0070C0"/>
                </a:solidFill>
                <a:latin typeface="Arial"/>
                <a:ea typeface="Arial"/>
                <a:cs typeface="Arial"/>
                <a:sym typeface="Arial"/>
              </a:rPr>
              <a:t>We see so many global warming hotspots in North America likely because this region has “more readily accessible climatic data and more comprehensive programs to monitor and study environmental change…” (“Impact of Global Warming” 6).</a:t>
            </a:r>
            <a:endParaRPr b="0" i="0" sz="1800" u="none" cap="none" strike="noStrike">
              <a:solidFill>
                <a:srgbClr val="0070C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0"/>
          <p:cNvSpPr txBox="1"/>
          <p:nvPr>
            <p:ph type="ctrTitle"/>
          </p:nvPr>
        </p:nvSpPr>
        <p:spPr>
          <a:xfrm>
            <a:off x="132475" y="431919"/>
            <a:ext cx="6925732" cy="498598"/>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lt2"/>
              </a:buClr>
              <a:buSzPts val="3600"/>
              <a:buFont typeface="Arial"/>
              <a:buNone/>
            </a:pPr>
            <a:r>
              <a:rPr lang="en-US" sz="3600"/>
              <a:t>With Unknown Author </a:t>
            </a:r>
            <a:endParaRPr/>
          </a:p>
        </p:txBody>
      </p:sp>
      <p:sp>
        <p:nvSpPr>
          <p:cNvPr id="277" name="Google Shape;277;p30"/>
          <p:cNvSpPr txBox="1"/>
          <p:nvPr>
            <p:ph idx="2" type="body"/>
          </p:nvPr>
        </p:nvSpPr>
        <p:spPr>
          <a:xfrm>
            <a:off x="364866" y="1386617"/>
            <a:ext cx="7547234" cy="3413983"/>
          </a:xfrm>
          <a:prstGeom prst="rect">
            <a:avLst/>
          </a:prstGeom>
          <a:noFill/>
          <a:ln>
            <a:noFill/>
          </a:ln>
        </p:spPr>
        <p:txBody>
          <a:bodyPr anchorCtr="0" anchor="t" bIns="0" lIns="0" spcFirstLastPara="1" rIns="0" wrap="square" tIns="0">
            <a:noAutofit/>
          </a:bodyPr>
          <a:lstStyle/>
          <a:p>
            <a:pPr indent="-274320" lvl="0" marL="274320" rtl="0" algn="l">
              <a:lnSpc>
                <a:spcPct val="150000"/>
              </a:lnSpc>
              <a:spcBef>
                <a:spcPts val="0"/>
              </a:spcBef>
              <a:spcAft>
                <a:spcPts val="0"/>
              </a:spcAft>
              <a:buSzPts val="1800"/>
              <a:buFont typeface="Arial"/>
              <a:buNone/>
            </a:pPr>
            <a:r>
              <a:rPr b="1" lang="en-US" sz="1800">
                <a:latin typeface="Arial"/>
                <a:ea typeface="Arial"/>
                <a:cs typeface="Arial"/>
                <a:sym typeface="Arial"/>
              </a:rPr>
              <a:t>When author and title are not enough:</a:t>
            </a:r>
            <a:endParaRPr sz="1800">
              <a:latin typeface="Arial"/>
              <a:ea typeface="Arial"/>
              <a:cs typeface="Arial"/>
              <a:sym typeface="Arial"/>
            </a:endParaRPr>
          </a:p>
          <a:p>
            <a:pPr indent="-274320" lvl="0" marL="274320" rtl="0" algn="l">
              <a:lnSpc>
                <a:spcPct val="150000"/>
              </a:lnSpc>
              <a:spcBef>
                <a:spcPts val="0"/>
              </a:spcBef>
              <a:spcAft>
                <a:spcPts val="0"/>
              </a:spcAft>
              <a:buSzPts val="1800"/>
              <a:buFont typeface="Arial"/>
              <a:buNone/>
            </a:pPr>
            <a:r>
              <a:rPr lang="en-US" sz="1800">
                <a:solidFill>
                  <a:srgbClr val="0070C0"/>
                </a:solidFill>
                <a:latin typeface="Arial"/>
                <a:ea typeface="Arial"/>
                <a:cs typeface="Arial"/>
                <a:sym typeface="Arial"/>
              </a:rPr>
              <a:t>If two or more works by the same author have the same title, more information is needed to clearly references a specific item on your works  cited in square brackets after the title. </a:t>
            </a:r>
            <a:endParaRPr/>
          </a:p>
          <a:p>
            <a:pPr indent="-274320" lvl="0" marL="274320" rtl="0" algn="l">
              <a:lnSpc>
                <a:spcPct val="150000"/>
              </a:lnSpc>
              <a:spcBef>
                <a:spcPts val="0"/>
              </a:spcBef>
              <a:spcAft>
                <a:spcPts val="0"/>
              </a:spcAft>
              <a:buSzPts val="1800"/>
              <a:buFont typeface="Arial"/>
              <a:buNone/>
            </a:pPr>
            <a:r>
              <a:t/>
            </a:r>
            <a:endParaRPr sz="1800">
              <a:solidFill>
                <a:srgbClr val="0070C0"/>
              </a:solidFill>
              <a:latin typeface="Arial"/>
              <a:ea typeface="Arial"/>
              <a:cs typeface="Arial"/>
              <a:sym typeface="Arial"/>
            </a:endParaRPr>
          </a:p>
          <a:p>
            <a:pPr indent="-274320" lvl="0" marL="274320" rtl="0" algn="l">
              <a:lnSpc>
                <a:spcPct val="150000"/>
              </a:lnSpc>
              <a:spcBef>
                <a:spcPts val="0"/>
              </a:spcBef>
              <a:spcAft>
                <a:spcPts val="0"/>
              </a:spcAft>
              <a:buSzPts val="1800"/>
              <a:buFont typeface="Arial"/>
              <a:buNone/>
            </a:pPr>
            <a:r>
              <a:rPr lang="en-US" sz="1800">
                <a:solidFill>
                  <a:srgbClr val="0070C0"/>
                </a:solidFill>
                <a:latin typeface="Arial"/>
                <a:ea typeface="Arial"/>
                <a:cs typeface="Arial"/>
                <a:sym typeface="Arial"/>
              </a:rPr>
              <a:t>Example:  The first illustrated version (Milton, </a:t>
            </a:r>
            <a:r>
              <a:rPr i="1" lang="en-US" sz="1800">
                <a:solidFill>
                  <a:srgbClr val="0070C0"/>
                </a:solidFill>
                <a:latin typeface="Arial"/>
                <a:ea typeface="Arial"/>
                <a:cs typeface="Arial"/>
                <a:sym typeface="Arial"/>
              </a:rPr>
              <a:t>Paradise Lost </a:t>
            </a:r>
            <a:r>
              <a:rPr lang="en-US" sz="1800">
                <a:solidFill>
                  <a:srgbClr val="0070C0"/>
                </a:solidFill>
                <a:latin typeface="Arial"/>
                <a:ea typeface="Arial"/>
                <a:cs typeface="Arial"/>
                <a:sym typeface="Arial"/>
              </a:rPr>
              <a:t>[Tonson]) does not name the suspected four illustrators that contributed. </a:t>
            </a:r>
            <a:endParaRPr/>
          </a:p>
        </p:txBody>
      </p:sp>
      <p:sp>
        <p:nvSpPr>
          <p:cNvPr id="278" name="Google Shape;278;p30"/>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279" name="Google Shape;279;p30"/>
          <p:cNvPicPr preferRelativeResize="0"/>
          <p:nvPr/>
        </p:nvPicPr>
        <p:blipFill rotWithShape="1">
          <a:blip r:embed="rId3">
            <a:alphaModFix/>
          </a:blip>
          <a:srcRect b="0" l="0" r="0" t="0"/>
          <a:stretch/>
        </p:blipFill>
        <p:spPr>
          <a:xfrm>
            <a:off x="462008" y="6072299"/>
            <a:ext cx="3370923" cy="36576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1"/>
          <p:cNvSpPr txBox="1"/>
          <p:nvPr>
            <p:ph type="ctrTitle"/>
          </p:nvPr>
        </p:nvSpPr>
        <p:spPr>
          <a:xfrm>
            <a:off x="104340" y="447515"/>
            <a:ext cx="6925732" cy="498598"/>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lt2"/>
              </a:buClr>
              <a:buSzPts val="3600"/>
              <a:buFont typeface="Arial"/>
              <a:buNone/>
            </a:pPr>
            <a:r>
              <a:rPr lang="en-US" sz="3600"/>
              <a:t>With Unknown Author  </a:t>
            </a:r>
            <a:endParaRPr/>
          </a:p>
        </p:txBody>
      </p:sp>
      <p:sp>
        <p:nvSpPr>
          <p:cNvPr id="286" name="Google Shape;286;p31"/>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287" name="Google Shape;287;p31"/>
          <p:cNvPicPr preferRelativeResize="0"/>
          <p:nvPr/>
        </p:nvPicPr>
        <p:blipFill rotWithShape="1">
          <a:blip r:embed="rId3">
            <a:alphaModFix/>
          </a:blip>
          <a:srcRect b="0" l="0" r="0" t="0"/>
          <a:stretch/>
        </p:blipFill>
        <p:spPr>
          <a:xfrm>
            <a:off x="462008" y="6072299"/>
            <a:ext cx="3370923" cy="365760"/>
          </a:xfrm>
          <a:prstGeom prst="rect">
            <a:avLst/>
          </a:prstGeom>
          <a:noFill/>
          <a:ln>
            <a:noFill/>
          </a:ln>
        </p:spPr>
      </p:pic>
      <p:sp>
        <p:nvSpPr>
          <p:cNvPr id="288" name="Google Shape;288;p31"/>
          <p:cNvSpPr txBox="1"/>
          <p:nvPr/>
        </p:nvSpPr>
        <p:spPr>
          <a:xfrm>
            <a:off x="598488" y="2547938"/>
            <a:ext cx="7947025" cy="153292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lt1"/>
              </a:buClr>
              <a:buSzPts val="1800"/>
              <a:buFont typeface="Arial"/>
              <a:buNone/>
            </a:pPr>
            <a:r>
              <a:rPr b="1" i="0" lang="en-US" sz="1800" u="none" cap="none" strike="noStrike">
                <a:solidFill>
                  <a:schemeClr val="lt1"/>
                </a:solidFill>
                <a:latin typeface="Arial"/>
                <a:ea typeface="Arial"/>
                <a:cs typeface="Arial"/>
                <a:sym typeface="Arial"/>
              </a:rPr>
              <a:t>Corresponding Entry in the List of Works Cited:</a:t>
            </a:r>
            <a:endParaRPr/>
          </a:p>
          <a:p>
            <a:pPr indent="0" lvl="0" marL="0" marR="0" rtl="0" algn="l">
              <a:lnSpc>
                <a:spcPct val="200000"/>
              </a:lnSpc>
              <a:spcBef>
                <a:spcPts val="0"/>
              </a:spcBef>
              <a:spcAft>
                <a:spcPts val="0"/>
              </a:spcAft>
              <a:buClr>
                <a:srgbClr val="0070C0"/>
              </a:buClr>
              <a:buSzPts val="1800"/>
              <a:buFont typeface="Arial"/>
              <a:buNone/>
            </a:pPr>
            <a:r>
              <a:rPr b="0" i="0" lang="en-US" sz="1800" u="none" cap="none" strike="noStrike">
                <a:solidFill>
                  <a:srgbClr val="0070C0"/>
                </a:solidFill>
                <a:latin typeface="Arial"/>
                <a:ea typeface="Arial"/>
                <a:cs typeface="Arial"/>
                <a:sym typeface="Arial"/>
              </a:rPr>
              <a:t>“The Impact of Global Warming in North America.” </a:t>
            </a:r>
            <a:r>
              <a:rPr b="0" i="1" lang="en-US" sz="1800" u="none" cap="none" strike="noStrike">
                <a:solidFill>
                  <a:srgbClr val="0070C0"/>
                </a:solidFill>
                <a:latin typeface="Arial"/>
                <a:ea typeface="Arial"/>
                <a:cs typeface="Arial"/>
                <a:sym typeface="Arial"/>
              </a:rPr>
              <a:t>Global 	Warming: Early Signs</a:t>
            </a:r>
            <a:r>
              <a:rPr b="0" i="0" lang="en-US" sz="1800" u="none" cap="none" strike="noStrike">
                <a:solidFill>
                  <a:srgbClr val="0070C0"/>
                </a:solidFill>
                <a:latin typeface="Arial"/>
                <a:ea typeface="Arial"/>
                <a:cs typeface="Arial"/>
                <a:sym typeface="Arial"/>
              </a:rPr>
              <a:t>. 1999. Accessed 23 Mar. 2009.</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2"/>
          <p:cNvSpPr txBox="1"/>
          <p:nvPr>
            <p:ph type="ctrTitle"/>
          </p:nvPr>
        </p:nvSpPr>
        <p:spPr>
          <a:xfrm>
            <a:off x="104340" y="474122"/>
            <a:ext cx="6925732" cy="498598"/>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lt2"/>
              </a:buClr>
              <a:buSzPts val="3600"/>
              <a:buFont typeface="Arial"/>
              <a:buNone/>
            </a:pPr>
            <a:r>
              <a:rPr lang="en-US" sz="3600"/>
              <a:t>Other In-Text Citations 1</a:t>
            </a:r>
            <a:endParaRPr/>
          </a:p>
        </p:txBody>
      </p:sp>
      <p:sp>
        <p:nvSpPr>
          <p:cNvPr id="295" name="Google Shape;295;p32"/>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296" name="Google Shape;296;p32"/>
          <p:cNvPicPr preferRelativeResize="0"/>
          <p:nvPr/>
        </p:nvPicPr>
        <p:blipFill rotWithShape="1">
          <a:blip r:embed="rId3">
            <a:alphaModFix/>
          </a:blip>
          <a:srcRect b="0" l="0" r="0" t="0"/>
          <a:stretch/>
        </p:blipFill>
        <p:spPr>
          <a:xfrm>
            <a:off x="462008" y="6072299"/>
            <a:ext cx="3370923" cy="365760"/>
          </a:xfrm>
          <a:prstGeom prst="rect">
            <a:avLst/>
          </a:prstGeom>
          <a:noFill/>
          <a:ln>
            <a:noFill/>
          </a:ln>
        </p:spPr>
      </p:pic>
      <p:sp>
        <p:nvSpPr>
          <p:cNvPr id="297" name="Google Shape;297;p32"/>
          <p:cNvSpPr txBox="1"/>
          <p:nvPr/>
        </p:nvSpPr>
        <p:spPr>
          <a:xfrm>
            <a:off x="481013" y="1995488"/>
            <a:ext cx="8181975" cy="2253181"/>
          </a:xfrm>
          <a:prstGeom prst="rect">
            <a:avLst/>
          </a:prstGeom>
          <a:noFill/>
          <a:ln>
            <a:noFill/>
          </a:ln>
        </p:spPr>
        <p:txBody>
          <a:bodyPr anchorCtr="0" anchor="t" bIns="45700" lIns="91425" spcFirstLastPara="1" rIns="91425" wrap="square" tIns="45700">
            <a:spAutoFit/>
          </a:bodyPr>
          <a:lstStyle/>
          <a:p>
            <a:pPr indent="0" lvl="0" marL="0" marR="0" rtl="0" algn="l">
              <a:lnSpc>
                <a:spcPct val="160000"/>
              </a:lnSpc>
              <a:spcBef>
                <a:spcPts val="0"/>
              </a:spcBef>
              <a:spcAft>
                <a:spcPts val="0"/>
              </a:spcAft>
              <a:buClr>
                <a:schemeClr val="lt1"/>
              </a:buClr>
              <a:buSzPts val="1800"/>
              <a:buFont typeface="Arial"/>
              <a:buNone/>
            </a:pPr>
            <a:r>
              <a:rPr b="1" i="0" lang="en-US" sz="1800" u="none" cap="none" strike="noStrike">
                <a:solidFill>
                  <a:schemeClr val="lt1"/>
                </a:solidFill>
                <a:latin typeface="Arial"/>
                <a:ea typeface="Arial"/>
                <a:cs typeface="Arial"/>
                <a:sym typeface="Arial"/>
              </a:rPr>
              <a:t>Authors with Same Last Names</a:t>
            </a:r>
            <a:endParaRPr/>
          </a:p>
          <a:p>
            <a:pPr indent="0" lvl="0" marL="0" marR="0" rtl="0" algn="l">
              <a:lnSpc>
                <a:spcPct val="160000"/>
              </a:lnSpc>
              <a:spcBef>
                <a:spcPts val="0"/>
              </a:spcBef>
              <a:spcAft>
                <a:spcPts val="0"/>
              </a:spcAft>
              <a:buClr>
                <a:schemeClr val="lt1"/>
              </a:buClr>
              <a:buSzPts val="1800"/>
              <a:buFont typeface="Arial"/>
              <a:buNone/>
            </a:pPr>
            <a:r>
              <a:rPr b="0" i="1" lang="en-US" sz="1800" u="none" cap="none" strike="noStrike">
                <a:solidFill>
                  <a:schemeClr val="lt1"/>
                </a:solidFill>
                <a:latin typeface="Arial"/>
                <a:ea typeface="Arial"/>
                <a:cs typeface="Arial"/>
                <a:sym typeface="Arial"/>
              </a:rPr>
              <a:t>In-text example:</a:t>
            </a:r>
            <a:endParaRPr/>
          </a:p>
          <a:p>
            <a:pPr indent="0" lvl="0" marL="0" marR="0" rtl="0" algn="l">
              <a:lnSpc>
                <a:spcPct val="160000"/>
              </a:lnSpc>
              <a:spcBef>
                <a:spcPts val="0"/>
              </a:spcBef>
              <a:spcAft>
                <a:spcPts val="0"/>
              </a:spcAft>
              <a:buClr>
                <a:srgbClr val="0070C0"/>
              </a:buClr>
              <a:buSzPts val="1800"/>
              <a:buFont typeface="Arial"/>
              <a:buNone/>
            </a:pPr>
            <a:r>
              <a:rPr b="0" i="0" lang="en-US" sz="1800" u="none" cap="none" strike="noStrike">
                <a:solidFill>
                  <a:srgbClr val="0070C0"/>
                </a:solidFill>
                <a:latin typeface="Arial"/>
                <a:ea typeface="Arial"/>
                <a:cs typeface="Arial"/>
                <a:sym typeface="Arial"/>
              </a:rPr>
              <a:t>Although some medical ethicists claim that cloning will lead to designer</a:t>
            </a:r>
            <a:endParaRPr/>
          </a:p>
          <a:p>
            <a:pPr indent="0" lvl="0" marL="0" marR="0" rtl="0" algn="l">
              <a:lnSpc>
                <a:spcPct val="160000"/>
              </a:lnSpc>
              <a:spcBef>
                <a:spcPts val="0"/>
              </a:spcBef>
              <a:spcAft>
                <a:spcPts val="0"/>
              </a:spcAft>
              <a:buClr>
                <a:srgbClr val="0070C0"/>
              </a:buClr>
              <a:buSzPts val="1800"/>
              <a:buFont typeface="Arial"/>
              <a:buNone/>
            </a:pPr>
            <a:r>
              <a:rPr b="0" i="0" lang="en-US" sz="1800" u="none" cap="none" strike="noStrike">
                <a:solidFill>
                  <a:srgbClr val="0070C0"/>
                </a:solidFill>
                <a:latin typeface="Arial"/>
                <a:ea typeface="Arial"/>
                <a:cs typeface="Arial"/>
                <a:sym typeface="Arial"/>
              </a:rPr>
              <a:t>children (R. Miller 12), others note that the advantages for medical research outweigh this consideration (A. Miller 46).</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3"/>
          <p:cNvSpPr txBox="1"/>
          <p:nvPr>
            <p:ph type="ctrTitle"/>
          </p:nvPr>
        </p:nvSpPr>
        <p:spPr>
          <a:xfrm>
            <a:off x="118408" y="460043"/>
            <a:ext cx="6925732" cy="498598"/>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lt2"/>
              </a:buClr>
              <a:buSzPts val="3600"/>
              <a:buFont typeface="Arial"/>
              <a:buNone/>
            </a:pPr>
            <a:r>
              <a:rPr lang="en-US" sz="3600"/>
              <a:t>Other In-Text Citations 2</a:t>
            </a:r>
            <a:endParaRPr/>
          </a:p>
        </p:txBody>
      </p:sp>
      <p:sp>
        <p:nvSpPr>
          <p:cNvPr id="304" name="Google Shape;304;p33"/>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305" name="Google Shape;305;p33"/>
          <p:cNvPicPr preferRelativeResize="0"/>
          <p:nvPr/>
        </p:nvPicPr>
        <p:blipFill rotWithShape="1">
          <a:blip r:embed="rId3">
            <a:alphaModFix/>
          </a:blip>
          <a:srcRect b="0" l="0" r="0" t="0"/>
          <a:stretch/>
        </p:blipFill>
        <p:spPr>
          <a:xfrm>
            <a:off x="462008" y="6072299"/>
            <a:ext cx="3370923" cy="365760"/>
          </a:xfrm>
          <a:prstGeom prst="rect">
            <a:avLst/>
          </a:prstGeom>
          <a:noFill/>
          <a:ln>
            <a:noFill/>
          </a:ln>
        </p:spPr>
      </p:pic>
      <p:sp>
        <p:nvSpPr>
          <p:cNvPr id="306" name="Google Shape;306;p33"/>
          <p:cNvSpPr txBox="1"/>
          <p:nvPr/>
        </p:nvSpPr>
        <p:spPr>
          <a:xfrm>
            <a:off x="462008" y="1422512"/>
            <a:ext cx="7962900" cy="4220643"/>
          </a:xfrm>
          <a:prstGeom prst="rect">
            <a:avLst/>
          </a:prstGeom>
          <a:noFill/>
          <a:ln>
            <a:noFill/>
          </a:ln>
        </p:spPr>
        <p:txBody>
          <a:bodyPr anchorCtr="0" anchor="t" bIns="45700" lIns="91425" spcFirstLastPara="1" rIns="91425" wrap="square" tIns="45700">
            <a:spAutoFit/>
          </a:bodyPr>
          <a:lstStyle/>
          <a:p>
            <a:pPr indent="0" lvl="0" marL="0" marR="0" rtl="0" algn="l">
              <a:lnSpc>
                <a:spcPct val="160000"/>
              </a:lnSpc>
              <a:spcBef>
                <a:spcPts val="0"/>
              </a:spcBef>
              <a:spcAft>
                <a:spcPts val="0"/>
              </a:spcAft>
              <a:buClr>
                <a:schemeClr val="lt1"/>
              </a:buClr>
              <a:buSzPts val="1800"/>
              <a:buFont typeface="Arial"/>
              <a:buNone/>
            </a:pPr>
            <a:r>
              <a:rPr b="1" i="0" lang="en-US" sz="1800" u="none" cap="none" strike="noStrike">
                <a:solidFill>
                  <a:schemeClr val="lt1"/>
                </a:solidFill>
                <a:latin typeface="Arial"/>
                <a:ea typeface="Arial"/>
                <a:cs typeface="Arial"/>
                <a:sym typeface="Arial"/>
              </a:rPr>
              <a:t>Work by Multiple Authors</a:t>
            </a:r>
            <a:endParaRPr/>
          </a:p>
          <a:p>
            <a:pPr indent="0" lvl="0" marL="0" marR="0" rtl="0" algn="l">
              <a:lnSpc>
                <a:spcPct val="160000"/>
              </a:lnSpc>
              <a:spcBef>
                <a:spcPts val="0"/>
              </a:spcBef>
              <a:spcAft>
                <a:spcPts val="0"/>
              </a:spcAft>
              <a:buClr>
                <a:schemeClr val="lt1"/>
              </a:buClr>
              <a:buSzPts val="1800"/>
              <a:buFont typeface="Arial"/>
              <a:buNone/>
            </a:pPr>
            <a:r>
              <a:rPr b="0" i="1" lang="en-US" sz="1800" u="none" cap="none" strike="noStrike">
                <a:solidFill>
                  <a:schemeClr val="lt1"/>
                </a:solidFill>
                <a:latin typeface="Arial"/>
                <a:ea typeface="Arial"/>
                <a:cs typeface="Arial"/>
                <a:sym typeface="Arial"/>
              </a:rPr>
              <a:t>In-text Examples:</a:t>
            </a:r>
            <a:endParaRPr/>
          </a:p>
          <a:p>
            <a:pPr indent="0" lvl="0" marL="0" marR="0" rtl="0" algn="l">
              <a:spcBef>
                <a:spcPts val="0"/>
              </a:spcBef>
              <a:spcAft>
                <a:spcPts val="0"/>
              </a:spcAft>
              <a:buClr>
                <a:srgbClr val="0070C0"/>
              </a:buClr>
              <a:buSzPts val="1800"/>
              <a:buFont typeface="Arial"/>
              <a:buNone/>
            </a:pPr>
            <a:r>
              <a:rPr b="0" i="0" lang="en-US" sz="1800" u="none" cap="none" strike="noStrike">
                <a:solidFill>
                  <a:srgbClr val="0070C0"/>
                </a:solidFill>
                <a:latin typeface="Arial"/>
                <a:ea typeface="Arial"/>
                <a:cs typeface="Arial"/>
                <a:sym typeface="Arial"/>
              </a:rPr>
              <a:t>Smith et al. argues that tougher gun control is not needed in the United States (76).</a:t>
            </a:r>
            <a:endParaRPr/>
          </a:p>
          <a:p>
            <a:pPr indent="0" lvl="0" marL="0" marR="0" rtl="0" algn="l">
              <a:spcBef>
                <a:spcPts val="0"/>
              </a:spcBef>
              <a:spcAft>
                <a:spcPts val="0"/>
              </a:spcAft>
              <a:buClr>
                <a:schemeClr val="lt1"/>
              </a:buClr>
              <a:buSzPts val="1800"/>
              <a:buFont typeface="Arial"/>
              <a:buNone/>
            </a:pPr>
            <a:r>
              <a:t/>
            </a:r>
            <a:endParaRPr b="0" i="0" sz="1800" u="none" cap="none" strike="noStrike">
              <a:solidFill>
                <a:srgbClr val="0070C0"/>
              </a:solidFill>
              <a:latin typeface="Arial"/>
              <a:ea typeface="Arial"/>
              <a:cs typeface="Arial"/>
              <a:sym typeface="Arial"/>
            </a:endParaRPr>
          </a:p>
          <a:p>
            <a:pPr indent="0" lvl="0" marL="0" marR="0" rtl="0" algn="l">
              <a:spcBef>
                <a:spcPts val="0"/>
              </a:spcBef>
              <a:spcAft>
                <a:spcPts val="0"/>
              </a:spcAft>
              <a:buClr>
                <a:srgbClr val="0070C0"/>
              </a:buClr>
              <a:buSzPts val="1800"/>
              <a:buFont typeface="Arial"/>
              <a:buNone/>
            </a:pPr>
            <a:r>
              <a:rPr b="0" i="0" lang="en-US" sz="1800" u="none" cap="none" strike="noStrike">
                <a:solidFill>
                  <a:srgbClr val="0070C0"/>
                </a:solidFill>
                <a:latin typeface="Arial"/>
                <a:ea typeface="Arial"/>
                <a:cs typeface="Arial"/>
                <a:sym typeface="Arial"/>
              </a:rPr>
              <a:t>The authors state: “Tighter gun control in the United States erodes Second Amendment rights” (Smith et al. 76).</a:t>
            </a:r>
            <a:endParaRPr/>
          </a:p>
          <a:p>
            <a:pPr indent="0" lvl="0" marL="0" marR="0" rtl="0" algn="l">
              <a:spcBef>
                <a:spcPts val="4000"/>
              </a:spcBef>
              <a:spcAft>
                <a:spcPts val="0"/>
              </a:spcAft>
              <a:buClr>
                <a:srgbClr val="0070C0"/>
              </a:buClr>
              <a:buSzPts val="1800"/>
              <a:buFont typeface="Arial"/>
              <a:buNone/>
            </a:pPr>
            <a:r>
              <a:rPr b="0" i="0" lang="en-US" sz="1800" u="none" cap="none" strike="noStrike">
                <a:solidFill>
                  <a:srgbClr val="0070C0"/>
                </a:solidFill>
                <a:latin typeface="Arial"/>
                <a:ea typeface="Arial"/>
                <a:cs typeface="Arial"/>
                <a:sym typeface="Arial"/>
              </a:rPr>
              <a:t>A 2016 study suggests that stricter gun control in the United States will significantly prevent accidental shootings (Strong and Ellis 23).  </a:t>
            </a:r>
            <a:endParaRPr/>
          </a:p>
          <a:p>
            <a:pPr indent="0" lvl="0" marL="0" marR="0" rtl="0" algn="l">
              <a:spcBef>
                <a:spcPts val="4000"/>
              </a:spcBef>
              <a:spcAft>
                <a:spcPts val="0"/>
              </a:spcAft>
              <a:buClr>
                <a:schemeClr val="lt1"/>
              </a:buClr>
              <a:buSzPts val="1800"/>
              <a:buFont typeface="Arial"/>
              <a:buNone/>
            </a:pPr>
            <a:r>
              <a:t/>
            </a:r>
            <a:endParaRPr b="0" i="0" sz="1800" u="none" cap="none" strike="noStrike">
              <a:solidFill>
                <a:srgbClr val="0070C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4"/>
          <p:cNvSpPr txBox="1"/>
          <p:nvPr>
            <p:ph type="ctrTitle"/>
          </p:nvPr>
        </p:nvSpPr>
        <p:spPr>
          <a:xfrm>
            <a:off x="118407" y="442673"/>
            <a:ext cx="6925732" cy="498598"/>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lt2"/>
              </a:buClr>
              <a:buSzPts val="3600"/>
              <a:buFont typeface="Arial"/>
              <a:buNone/>
            </a:pPr>
            <a:r>
              <a:rPr lang="en-US" sz="3600"/>
              <a:t>Other In-Text Citations 3</a:t>
            </a:r>
            <a:endParaRPr/>
          </a:p>
        </p:txBody>
      </p:sp>
      <p:sp>
        <p:nvSpPr>
          <p:cNvPr id="313" name="Google Shape;313;p34"/>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314" name="Google Shape;314;p34"/>
          <p:cNvPicPr preferRelativeResize="0"/>
          <p:nvPr/>
        </p:nvPicPr>
        <p:blipFill rotWithShape="1">
          <a:blip r:embed="rId3">
            <a:alphaModFix/>
          </a:blip>
          <a:srcRect b="0" l="0" r="0" t="0"/>
          <a:stretch/>
        </p:blipFill>
        <p:spPr>
          <a:xfrm>
            <a:off x="462008" y="6072299"/>
            <a:ext cx="3370923" cy="365760"/>
          </a:xfrm>
          <a:prstGeom prst="rect">
            <a:avLst/>
          </a:prstGeom>
          <a:noFill/>
          <a:ln>
            <a:noFill/>
          </a:ln>
        </p:spPr>
      </p:pic>
      <p:sp>
        <p:nvSpPr>
          <p:cNvPr id="315" name="Google Shape;315;p34"/>
          <p:cNvSpPr txBox="1"/>
          <p:nvPr/>
        </p:nvSpPr>
        <p:spPr>
          <a:xfrm>
            <a:off x="462008" y="1749894"/>
            <a:ext cx="8181975" cy="3513782"/>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lt1"/>
              </a:buClr>
              <a:buSzPts val="1800"/>
              <a:buFont typeface="Arial"/>
              <a:buNone/>
            </a:pPr>
            <a:r>
              <a:rPr b="1" i="0" lang="en-US" sz="1800" u="none" cap="none" strike="noStrike">
                <a:solidFill>
                  <a:schemeClr val="lt1"/>
                </a:solidFill>
                <a:latin typeface="Arial"/>
                <a:ea typeface="Arial"/>
                <a:cs typeface="Arial"/>
                <a:sym typeface="Arial"/>
              </a:rPr>
              <a:t>Multiple Works by the Same Author</a:t>
            </a:r>
            <a:endParaRPr/>
          </a:p>
          <a:p>
            <a:pPr indent="0" lvl="0" marL="0" marR="0" rtl="0" algn="l">
              <a:lnSpc>
                <a:spcPct val="150000"/>
              </a:lnSpc>
              <a:spcBef>
                <a:spcPts val="0"/>
              </a:spcBef>
              <a:spcAft>
                <a:spcPts val="0"/>
              </a:spcAft>
              <a:buClr>
                <a:schemeClr val="lt1"/>
              </a:buClr>
              <a:buSzPts val="1800"/>
              <a:buFont typeface="Arial"/>
              <a:buNone/>
            </a:pPr>
            <a:r>
              <a:rPr b="0" i="1" lang="en-US" sz="1800" u="none" cap="none" strike="noStrike">
                <a:solidFill>
                  <a:schemeClr val="lt1"/>
                </a:solidFill>
                <a:latin typeface="Arial"/>
                <a:ea typeface="Arial"/>
                <a:cs typeface="Arial"/>
                <a:sym typeface="Arial"/>
              </a:rPr>
              <a:t>In-text examples:</a:t>
            </a:r>
            <a:endParaRPr/>
          </a:p>
          <a:p>
            <a:pPr indent="0" lvl="0" marL="0" marR="0" rtl="0" algn="l">
              <a:lnSpc>
                <a:spcPct val="150000"/>
              </a:lnSpc>
              <a:spcBef>
                <a:spcPts val="0"/>
              </a:spcBef>
              <a:spcAft>
                <a:spcPts val="0"/>
              </a:spcAft>
              <a:buClr>
                <a:schemeClr val="lt1"/>
              </a:buClr>
              <a:buSzPts val="1800"/>
              <a:buFont typeface="Arial"/>
              <a:buNone/>
            </a:pPr>
            <a:r>
              <a:t/>
            </a:r>
            <a:endParaRPr b="0" i="1" sz="1800" u="none" cap="none" strike="noStrike">
              <a:solidFill>
                <a:schemeClr val="lt1"/>
              </a:solidFill>
              <a:latin typeface="Arial"/>
              <a:ea typeface="Arial"/>
              <a:cs typeface="Arial"/>
              <a:sym typeface="Arial"/>
            </a:endParaRPr>
          </a:p>
          <a:p>
            <a:pPr indent="0" lvl="0" marL="0" marR="0" rtl="0" algn="l">
              <a:spcBef>
                <a:spcPts val="0"/>
              </a:spcBef>
              <a:spcAft>
                <a:spcPts val="0"/>
              </a:spcAft>
              <a:buClr>
                <a:srgbClr val="0070C0"/>
              </a:buClr>
              <a:buSzPts val="1800"/>
              <a:buFont typeface="Arial"/>
              <a:buNone/>
            </a:pPr>
            <a:r>
              <a:rPr b="0" i="0" lang="en-US" sz="1800" u="none" cap="none" strike="noStrike">
                <a:solidFill>
                  <a:srgbClr val="0070C0"/>
                </a:solidFill>
                <a:latin typeface="Arial"/>
                <a:ea typeface="Arial"/>
                <a:cs typeface="Arial"/>
                <a:sym typeface="Arial"/>
              </a:rPr>
              <a:t>Lightenor has argued that computers are not useful tools for small children (“Too Soon” 38), though he has acknowledged elsewhere that early exposure to computer games does lead to better small motor skill development in a child's second and third year (“Hand-Eye Development” 17).</a:t>
            </a:r>
            <a:endParaRPr/>
          </a:p>
          <a:p>
            <a:pPr indent="0" lvl="0" marL="0" marR="0" rtl="0" algn="l">
              <a:spcBef>
                <a:spcPts val="4000"/>
              </a:spcBef>
              <a:spcAft>
                <a:spcPts val="0"/>
              </a:spcAft>
              <a:buClr>
                <a:srgbClr val="0070C0"/>
              </a:buClr>
              <a:buSzPts val="1800"/>
              <a:buFont typeface="Arial"/>
              <a:buNone/>
            </a:pPr>
            <a:r>
              <a:rPr b="0" i="0" lang="en-US" sz="1800" u="none" cap="none" strike="noStrike">
                <a:solidFill>
                  <a:srgbClr val="0070C0"/>
                </a:solidFill>
                <a:latin typeface="Arial"/>
                <a:ea typeface="Arial"/>
                <a:cs typeface="Arial"/>
                <a:sym typeface="Arial"/>
              </a:rPr>
              <a:t>Visual studies, because it is such a new discipline, may be “too easy” (Elkins, “Visual Studies” 63).</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5"/>
          <p:cNvSpPr txBox="1"/>
          <p:nvPr>
            <p:ph type="ctrTitle"/>
          </p:nvPr>
        </p:nvSpPr>
        <p:spPr>
          <a:xfrm>
            <a:off x="132475" y="492457"/>
            <a:ext cx="6925732" cy="498598"/>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lt2"/>
              </a:buClr>
              <a:buSzPts val="3600"/>
              <a:buFont typeface="Arial"/>
              <a:buNone/>
            </a:pPr>
            <a:r>
              <a:rPr lang="en-US" sz="3600"/>
              <a:t>Other In-Text Citations 4</a:t>
            </a:r>
            <a:endParaRPr/>
          </a:p>
        </p:txBody>
      </p:sp>
      <p:sp>
        <p:nvSpPr>
          <p:cNvPr id="322" name="Google Shape;322;p35"/>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323" name="Google Shape;323;p35"/>
          <p:cNvPicPr preferRelativeResize="0"/>
          <p:nvPr/>
        </p:nvPicPr>
        <p:blipFill rotWithShape="1">
          <a:blip r:embed="rId3">
            <a:alphaModFix/>
          </a:blip>
          <a:srcRect b="0" l="0" r="0" t="0"/>
          <a:stretch/>
        </p:blipFill>
        <p:spPr>
          <a:xfrm>
            <a:off x="462008" y="6072299"/>
            <a:ext cx="3370923" cy="365760"/>
          </a:xfrm>
          <a:prstGeom prst="rect">
            <a:avLst/>
          </a:prstGeom>
          <a:noFill/>
          <a:ln>
            <a:noFill/>
          </a:ln>
        </p:spPr>
      </p:pic>
      <p:sp>
        <p:nvSpPr>
          <p:cNvPr id="324" name="Google Shape;324;p35"/>
          <p:cNvSpPr txBox="1"/>
          <p:nvPr/>
        </p:nvSpPr>
        <p:spPr>
          <a:xfrm>
            <a:off x="473075" y="1735929"/>
            <a:ext cx="8197850" cy="3554819"/>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lt1"/>
              </a:buClr>
              <a:buSzPts val="1800"/>
              <a:buFont typeface="Arial"/>
              <a:buNone/>
            </a:pPr>
            <a:r>
              <a:rPr b="1" i="0" lang="en-US" sz="1800" u="none" cap="none" strike="noStrike">
                <a:solidFill>
                  <a:schemeClr val="lt1"/>
                </a:solidFill>
                <a:latin typeface="Arial"/>
                <a:ea typeface="Arial"/>
                <a:cs typeface="Arial"/>
                <a:sym typeface="Arial"/>
              </a:rPr>
              <a:t>Citing Multivolume Works</a:t>
            </a:r>
            <a:endParaRPr/>
          </a:p>
          <a:p>
            <a:pPr indent="0" lvl="0" marL="0" marR="0" rtl="0" algn="l">
              <a:lnSpc>
                <a:spcPct val="150000"/>
              </a:lnSpc>
              <a:spcBef>
                <a:spcPts val="0"/>
              </a:spcBef>
              <a:spcAft>
                <a:spcPts val="0"/>
              </a:spcAft>
              <a:buClr>
                <a:schemeClr val="lt1"/>
              </a:buClr>
              <a:buSzPts val="1800"/>
              <a:buFont typeface="Arial"/>
              <a:buNone/>
            </a:pPr>
            <a:r>
              <a:rPr b="0" i="1" lang="en-US" sz="1800" u="none" cap="none" strike="noStrike">
                <a:solidFill>
                  <a:schemeClr val="lt1"/>
                </a:solidFill>
                <a:latin typeface="Arial"/>
                <a:ea typeface="Arial"/>
                <a:cs typeface="Arial"/>
                <a:sym typeface="Arial"/>
              </a:rPr>
              <a:t>In-text example:</a:t>
            </a:r>
            <a:endParaRPr/>
          </a:p>
          <a:p>
            <a:pPr indent="0" lvl="0" marL="0" marR="0" rtl="0" algn="l">
              <a:lnSpc>
                <a:spcPct val="150000"/>
              </a:lnSpc>
              <a:spcBef>
                <a:spcPts val="0"/>
              </a:spcBef>
              <a:spcAft>
                <a:spcPts val="0"/>
              </a:spcAft>
              <a:buClr>
                <a:srgbClr val="0070C0"/>
              </a:buClr>
              <a:buSzPts val="1800"/>
              <a:buFont typeface="Arial"/>
              <a:buNone/>
            </a:pPr>
            <a:r>
              <a:rPr b="0" i="0" lang="en-US" sz="1800" u="none" cap="none" strike="noStrike">
                <a:solidFill>
                  <a:srgbClr val="0070C0"/>
                </a:solidFill>
                <a:latin typeface="Arial"/>
                <a:ea typeface="Arial"/>
                <a:cs typeface="Arial"/>
                <a:sym typeface="Arial"/>
              </a:rPr>
              <a:t>… as Quintilian wrote in </a:t>
            </a:r>
            <a:r>
              <a:rPr b="0" i="1" lang="en-US" sz="1800" u="none" cap="none" strike="noStrike">
                <a:solidFill>
                  <a:srgbClr val="0070C0"/>
                </a:solidFill>
                <a:latin typeface="Arial"/>
                <a:ea typeface="Arial"/>
                <a:cs typeface="Arial"/>
                <a:sym typeface="Arial"/>
              </a:rPr>
              <a:t>Institutio Oratoria</a:t>
            </a:r>
            <a:r>
              <a:rPr b="0" i="0" lang="en-US" sz="1800" u="none" cap="none" strike="noStrike">
                <a:solidFill>
                  <a:srgbClr val="0070C0"/>
                </a:solidFill>
                <a:latin typeface="Arial"/>
                <a:ea typeface="Arial"/>
                <a:cs typeface="Arial"/>
                <a:sym typeface="Arial"/>
              </a:rPr>
              <a:t> (1: 14-17).</a:t>
            </a:r>
            <a:endParaRPr/>
          </a:p>
          <a:p>
            <a:pPr indent="0" lvl="0" marL="0" marR="0" rtl="0" algn="l">
              <a:lnSpc>
                <a:spcPct val="150000"/>
              </a:lnSpc>
              <a:spcBef>
                <a:spcPts val="0"/>
              </a:spcBef>
              <a:spcAft>
                <a:spcPts val="0"/>
              </a:spcAft>
              <a:buClr>
                <a:schemeClr val="lt1"/>
              </a:buClr>
              <a:buSzPts val="1800"/>
              <a:buFont typeface="Arial"/>
              <a:buNone/>
            </a:pPr>
            <a:r>
              <a:t/>
            </a:r>
            <a:endParaRPr b="0" i="0" sz="1800" u="none" cap="none" strike="noStrike">
              <a:solidFill>
                <a:schemeClr val="lt1"/>
              </a:solidFill>
              <a:latin typeface="Arial"/>
              <a:ea typeface="Arial"/>
              <a:cs typeface="Arial"/>
              <a:sym typeface="Arial"/>
            </a:endParaRPr>
          </a:p>
          <a:p>
            <a:pPr indent="0" lvl="0" marL="0" marR="0" rtl="0" algn="l">
              <a:lnSpc>
                <a:spcPct val="150000"/>
              </a:lnSpc>
              <a:spcBef>
                <a:spcPts val="0"/>
              </a:spcBef>
              <a:spcAft>
                <a:spcPts val="0"/>
              </a:spcAft>
              <a:buClr>
                <a:schemeClr val="lt1"/>
              </a:buClr>
              <a:buSzPts val="1800"/>
              <a:buFont typeface="Arial"/>
              <a:buNone/>
            </a:pPr>
            <a:r>
              <a:rPr b="1" i="0" lang="en-US" sz="1800" u="none" cap="none" strike="noStrike">
                <a:solidFill>
                  <a:schemeClr val="lt1"/>
                </a:solidFill>
                <a:latin typeface="Arial"/>
                <a:ea typeface="Arial"/>
                <a:cs typeface="Arial"/>
                <a:sym typeface="Arial"/>
              </a:rPr>
              <a:t>Citing the Bible</a:t>
            </a:r>
            <a:endParaRPr/>
          </a:p>
          <a:p>
            <a:pPr indent="0" lvl="0" marL="0" marR="0" rtl="0" algn="l">
              <a:lnSpc>
                <a:spcPct val="150000"/>
              </a:lnSpc>
              <a:spcBef>
                <a:spcPts val="0"/>
              </a:spcBef>
              <a:spcAft>
                <a:spcPts val="0"/>
              </a:spcAft>
              <a:buClr>
                <a:schemeClr val="lt1"/>
              </a:buClr>
              <a:buSzPts val="1800"/>
              <a:buFont typeface="Arial"/>
              <a:buNone/>
            </a:pPr>
            <a:r>
              <a:rPr b="0" i="1" lang="en-US" sz="1800" u="none" cap="none" strike="noStrike">
                <a:solidFill>
                  <a:schemeClr val="lt1"/>
                </a:solidFill>
                <a:latin typeface="Arial"/>
                <a:ea typeface="Arial"/>
                <a:cs typeface="Arial"/>
                <a:sym typeface="Arial"/>
              </a:rPr>
              <a:t>In-text example:</a:t>
            </a:r>
            <a:endParaRPr/>
          </a:p>
          <a:p>
            <a:pPr indent="0" lvl="0" marL="0" marR="0" rtl="0" algn="l">
              <a:lnSpc>
                <a:spcPct val="150000"/>
              </a:lnSpc>
              <a:spcBef>
                <a:spcPts val="0"/>
              </a:spcBef>
              <a:spcAft>
                <a:spcPts val="0"/>
              </a:spcAft>
              <a:buClr>
                <a:schemeClr val="lt1"/>
              </a:buClr>
              <a:buSzPts val="1800"/>
              <a:buFont typeface="Arial"/>
              <a:buNone/>
            </a:pPr>
            <a:r>
              <a:t/>
            </a:r>
            <a:endParaRPr b="0" i="1" sz="1800" u="none" cap="none" strike="noStrike">
              <a:solidFill>
                <a:schemeClr val="lt1"/>
              </a:solidFill>
              <a:latin typeface="Arial"/>
              <a:ea typeface="Arial"/>
              <a:cs typeface="Arial"/>
              <a:sym typeface="Arial"/>
            </a:endParaRPr>
          </a:p>
          <a:p>
            <a:pPr indent="0" lvl="0" marL="0" marR="0" rtl="0" algn="l">
              <a:spcBef>
                <a:spcPts val="0"/>
              </a:spcBef>
              <a:spcAft>
                <a:spcPts val="0"/>
              </a:spcAft>
              <a:buClr>
                <a:srgbClr val="0070C0"/>
              </a:buClr>
              <a:buSzPts val="1800"/>
              <a:buFont typeface="Arial"/>
              <a:buNone/>
            </a:pPr>
            <a:r>
              <a:rPr b="0" i="0" lang="en-US" sz="1800" u="none" cap="none" strike="noStrike">
                <a:solidFill>
                  <a:srgbClr val="0070C0"/>
                </a:solidFill>
                <a:latin typeface="Arial"/>
                <a:ea typeface="Arial"/>
                <a:cs typeface="Arial"/>
                <a:sym typeface="Arial"/>
              </a:rPr>
              <a:t>Ezekiel saw “what seemed to be four living creatures,” each with the faces of a man, a lion, an ox, and an eagle (</a:t>
            </a:r>
            <a:r>
              <a:rPr b="0" i="1" lang="en-US" sz="1800" u="none" cap="none" strike="noStrike">
                <a:solidFill>
                  <a:srgbClr val="0070C0"/>
                </a:solidFill>
                <a:latin typeface="Arial"/>
                <a:ea typeface="Arial"/>
                <a:cs typeface="Arial"/>
                <a:sym typeface="Arial"/>
              </a:rPr>
              <a:t>New Jerusalem Bible</a:t>
            </a:r>
            <a:r>
              <a:rPr b="0" i="0" lang="en-US" sz="1800" u="none" cap="none" strike="noStrike">
                <a:solidFill>
                  <a:srgbClr val="0070C0"/>
                </a:solidFill>
                <a:latin typeface="Arial"/>
                <a:ea typeface="Arial"/>
                <a:cs typeface="Arial"/>
                <a:sym typeface="Arial"/>
              </a:rPr>
              <a:t>, Ezek. 1:5-10).</a:t>
            </a:r>
            <a:endParaRPr/>
          </a:p>
        </p:txBody>
      </p:sp>
      <p:pic>
        <p:nvPicPr>
          <p:cNvPr id="325" name="Google Shape;325;p35"/>
          <p:cNvPicPr preferRelativeResize="0"/>
          <p:nvPr/>
        </p:nvPicPr>
        <p:blipFill rotWithShape="1">
          <a:blip r:embed="rId4">
            <a:alphaModFix/>
          </a:blip>
          <a:srcRect b="10371" l="0" r="0" t="8791"/>
          <a:stretch/>
        </p:blipFill>
        <p:spPr>
          <a:xfrm>
            <a:off x="4748213" y="1073147"/>
            <a:ext cx="1090612" cy="132556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6"/>
          <p:cNvSpPr txBox="1"/>
          <p:nvPr>
            <p:ph type="ctrTitle"/>
          </p:nvPr>
        </p:nvSpPr>
        <p:spPr>
          <a:xfrm>
            <a:off x="124383" y="451304"/>
            <a:ext cx="6925732" cy="498598"/>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lt2"/>
              </a:buClr>
              <a:buSzPts val="3600"/>
              <a:buFont typeface="Arial"/>
              <a:buNone/>
            </a:pPr>
            <a:r>
              <a:rPr lang="en-US" sz="3600"/>
              <a:t>Other In-Text Citations 5</a:t>
            </a:r>
            <a:endParaRPr/>
          </a:p>
        </p:txBody>
      </p:sp>
      <p:sp>
        <p:nvSpPr>
          <p:cNvPr id="332" name="Google Shape;332;p36"/>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333" name="Google Shape;333;p36"/>
          <p:cNvPicPr preferRelativeResize="0"/>
          <p:nvPr/>
        </p:nvPicPr>
        <p:blipFill rotWithShape="1">
          <a:blip r:embed="rId3">
            <a:alphaModFix/>
          </a:blip>
          <a:srcRect b="0" l="0" r="0" t="0"/>
          <a:stretch/>
        </p:blipFill>
        <p:spPr>
          <a:xfrm>
            <a:off x="462008" y="6072299"/>
            <a:ext cx="3370923" cy="365760"/>
          </a:xfrm>
          <a:prstGeom prst="rect">
            <a:avLst/>
          </a:prstGeom>
          <a:noFill/>
          <a:ln>
            <a:noFill/>
          </a:ln>
        </p:spPr>
      </p:pic>
      <p:sp>
        <p:nvSpPr>
          <p:cNvPr id="334" name="Google Shape;334;p36"/>
          <p:cNvSpPr txBox="1"/>
          <p:nvPr/>
        </p:nvSpPr>
        <p:spPr>
          <a:xfrm>
            <a:off x="547629" y="1429542"/>
            <a:ext cx="8048625" cy="35548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lt1"/>
              </a:buClr>
              <a:buSzPts val="1800"/>
              <a:buFont typeface="Arial"/>
              <a:buNone/>
            </a:pPr>
            <a:r>
              <a:rPr b="1" i="0" lang="en-US" sz="1800" u="none" cap="none" strike="noStrike">
                <a:solidFill>
                  <a:schemeClr val="lt1"/>
                </a:solidFill>
                <a:latin typeface="Arial"/>
                <a:ea typeface="Arial"/>
                <a:cs typeface="Arial"/>
                <a:sym typeface="Arial"/>
              </a:rPr>
              <a:t>Citing Indirect Sources</a:t>
            </a:r>
            <a:endParaRPr/>
          </a:p>
          <a:p>
            <a:pPr indent="0" lvl="0" marL="0" marR="0" rtl="0" algn="l">
              <a:spcBef>
                <a:spcPts val="0"/>
              </a:spcBef>
              <a:spcAft>
                <a:spcPts val="0"/>
              </a:spcAft>
              <a:buClr>
                <a:schemeClr val="lt1"/>
              </a:buClr>
              <a:buSzPts val="1800"/>
              <a:buFont typeface="Arial"/>
              <a:buNone/>
            </a:pPr>
            <a:r>
              <a:rPr b="0" i="1" lang="en-US" sz="1800" u="none" cap="none" strike="noStrike">
                <a:solidFill>
                  <a:schemeClr val="lt1"/>
                </a:solidFill>
                <a:latin typeface="Arial"/>
                <a:ea typeface="Arial"/>
                <a:cs typeface="Arial"/>
                <a:sym typeface="Arial"/>
              </a:rPr>
              <a:t>In-text example:</a:t>
            </a:r>
            <a:endParaRPr/>
          </a:p>
          <a:p>
            <a:pPr indent="0" lvl="0" marL="0" marR="0" rtl="0" algn="l">
              <a:spcBef>
                <a:spcPts val="0"/>
              </a:spcBef>
              <a:spcAft>
                <a:spcPts val="0"/>
              </a:spcAft>
              <a:buClr>
                <a:schemeClr val="lt1"/>
              </a:buClr>
              <a:buSzPts val="1800"/>
              <a:buFont typeface="Arial"/>
              <a:buNone/>
            </a:pPr>
            <a:r>
              <a:t/>
            </a:r>
            <a:endParaRPr b="0" i="0" sz="1800" u="none" cap="none" strike="noStrike">
              <a:solidFill>
                <a:schemeClr val="accent2"/>
              </a:solidFill>
              <a:latin typeface="Arial"/>
              <a:ea typeface="Arial"/>
              <a:cs typeface="Arial"/>
              <a:sym typeface="Arial"/>
            </a:endParaRPr>
          </a:p>
          <a:p>
            <a:pPr indent="0" lvl="0" marL="0" marR="0" rtl="0" algn="l">
              <a:spcBef>
                <a:spcPts val="0"/>
              </a:spcBef>
              <a:spcAft>
                <a:spcPts val="0"/>
              </a:spcAft>
              <a:buClr>
                <a:srgbClr val="0070C0"/>
              </a:buClr>
              <a:buSzPts val="1800"/>
              <a:buFont typeface="Arial"/>
              <a:buNone/>
            </a:pPr>
            <a:r>
              <a:rPr b="0" i="0" lang="en-US" sz="1800" u="none" cap="none" strike="noStrike">
                <a:solidFill>
                  <a:srgbClr val="0070C0"/>
                </a:solidFill>
                <a:latin typeface="Arial"/>
                <a:ea typeface="Arial"/>
                <a:cs typeface="Arial"/>
                <a:sym typeface="Arial"/>
              </a:rPr>
              <a:t>Ravitch argues that high schools are pressured to act as “social service centers, and they don't do that well” (qtd. in Weisman 259).</a:t>
            </a:r>
            <a:endParaRPr/>
          </a:p>
          <a:p>
            <a:pPr indent="0" lvl="0" marL="0" marR="0" rtl="0" algn="l">
              <a:spcBef>
                <a:spcPts val="0"/>
              </a:spcBef>
              <a:spcAft>
                <a:spcPts val="0"/>
              </a:spcAft>
              <a:buClr>
                <a:schemeClr val="lt1"/>
              </a:buClr>
              <a:buSzPts val="1800"/>
              <a:buFont typeface="Arial"/>
              <a:buNone/>
            </a:pPr>
            <a:r>
              <a:t/>
            </a:r>
            <a:endParaRPr b="0" i="0" sz="1800" u="none" cap="none" strike="noStrike">
              <a:solidFill>
                <a:schemeClr val="lt1"/>
              </a:solidFill>
              <a:latin typeface="Arial"/>
              <a:ea typeface="Arial"/>
              <a:cs typeface="Arial"/>
              <a:sym typeface="Arial"/>
            </a:endParaRPr>
          </a:p>
          <a:p>
            <a:pPr indent="0" lvl="0" marL="0" marR="0" rtl="0" algn="l">
              <a:lnSpc>
                <a:spcPct val="150000"/>
              </a:lnSpc>
              <a:spcBef>
                <a:spcPts val="0"/>
              </a:spcBef>
              <a:spcAft>
                <a:spcPts val="0"/>
              </a:spcAft>
              <a:buClr>
                <a:schemeClr val="lt1"/>
              </a:buClr>
              <a:buSzPts val="1800"/>
              <a:buFont typeface="Arial"/>
              <a:buNone/>
            </a:pPr>
            <a:r>
              <a:rPr b="1" i="0" lang="en-US" sz="1800" u="none" cap="none" strike="noStrike">
                <a:solidFill>
                  <a:schemeClr val="lt1"/>
                </a:solidFill>
                <a:latin typeface="Arial"/>
                <a:ea typeface="Arial"/>
                <a:cs typeface="Arial"/>
                <a:sym typeface="Arial"/>
              </a:rPr>
              <a:t>Multiple Citations</a:t>
            </a:r>
            <a:endParaRPr/>
          </a:p>
          <a:p>
            <a:pPr indent="0" lvl="0" marL="0" marR="0" rtl="0" algn="l">
              <a:spcBef>
                <a:spcPts val="0"/>
              </a:spcBef>
              <a:spcAft>
                <a:spcPts val="0"/>
              </a:spcAft>
              <a:buClr>
                <a:schemeClr val="lt1"/>
              </a:buClr>
              <a:buSzPts val="1800"/>
              <a:buFont typeface="Arial"/>
              <a:buNone/>
            </a:pPr>
            <a:r>
              <a:rPr b="0" i="1" lang="en-US" sz="1800" u="none" cap="none" strike="noStrike">
                <a:solidFill>
                  <a:schemeClr val="lt1"/>
                </a:solidFill>
                <a:latin typeface="Arial"/>
                <a:ea typeface="Arial"/>
                <a:cs typeface="Arial"/>
                <a:sym typeface="Arial"/>
              </a:rPr>
              <a:t>In-text example:</a:t>
            </a:r>
            <a:endParaRPr/>
          </a:p>
          <a:p>
            <a:pPr indent="0" lvl="0" marL="0" marR="0" rtl="0" algn="l">
              <a:spcBef>
                <a:spcPts val="0"/>
              </a:spcBef>
              <a:spcAft>
                <a:spcPts val="0"/>
              </a:spcAft>
              <a:buClr>
                <a:srgbClr val="0070C0"/>
              </a:buClr>
              <a:buSzPts val="1800"/>
              <a:buFont typeface="Arial"/>
              <a:buNone/>
            </a:pPr>
            <a:r>
              <a:rPr b="0" i="1" lang="en-US" sz="1800" u="none" cap="none" strike="noStrike">
                <a:solidFill>
                  <a:srgbClr val="0070C0"/>
                </a:solidFill>
                <a:latin typeface="Arial"/>
                <a:ea typeface="Arial"/>
                <a:cs typeface="Arial"/>
                <a:sym typeface="Arial"/>
              </a:rPr>
              <a:t>Romeo and Juliet </a:t>
            </a:r>
            <a:r>
              <a:rPr b="0" i="0" lang="en-US" sz="1800" u="none" cap="none" strike="noStrike">
                <a:solidFill>
                  <a:srgbClr val="0070C0"/>
                </a:solidFill>
                <a:latin typeface="Arial"/>
                <a:ea typeface="Arial"/>
                <a:cs typeface="Arial"/>
                <a:sym typeface="Arial"/>
              </a:rPr>
              <a:t>presents an opposition between two worlds: “the world of the everyday… and the world of romance.” Although the two lovers are part of the world of romance, their language of love nevertheless becomes “fully responsive to the tang of actuality” (Zender 138, 141).</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7"/>
          <p:cNvSpPr txBox="1"/>
          <p:nvPr>
            <p:ph type="ctrTitle"/>
          </p:nvPr>
        </p:nvSpPr>
        <p:spPr>
          <a:xfrm>
            <a:off x="118407" y="463208"/>
            <a:ext cx="10643377" cy="412065"/>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lt2"/>
              </a:buClr>
              <a:buSzPts val="3600"/>
              <a:buFont typeface="Arial"/>
              <a:buNone/>
            </a:pPr>
            <a:r>
              <a:rPr lang="en-US" sz="3600"/>
              <a:t>Other In-Text Citations 6</a:t>
            </a:r>
            <a:endParaRPr/>
          </a:p>
        </p:txBody>
      </p:sp>
      <p:sp>
        <p:nvSpPr>
          <p:cNvPr id="341" name="Google Shape;341;p37"/>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342" name="Google Shape;342;p37"/>
          <p:cNvPicPr preferRelativeResize="0"/>
          <p:nvPr/>
        </p:nvPicPr>
        <p:blipFill rotWithShape="1">
          <a:blip r:embed="rId3">
            <a:alphaModFix/>
          </a:blip>
          <a:srcRect b="0" l="0" r="0" t="0"/>
          <a:stretch/>
        </p:blipFill>
        <p:spPr>
          <a:xfrm>
            <a:off x="462008" y="6072299"/>
            <a:ext cx="3370923" cy="365760"/>
          </a:xfrm>
          <a:prstGeom prst="rect">
            <a:avLst/>
          </a:prstGeom>
          <a:noFill/>
          <a:ln>
            <a:noFill/>
          </a:ln>
        </p:spPr>
      </p:pic>
      <p:sp>
        <p:nvSpPr>
          <p:cNvPr id="343" name="Google Shape;343;p37"/>
          <p:cNvSpPr txBox="1"/>
          <p:nvPr/>
        </p:nvSpPr>
        <p:spPr>
          <a:xfrm>
            <a:off x="374274" y="1309688"/>
            <a:ext cx="8039100" cy="3831818"/>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lt1"/>
              </a:buClr>
              <a:buSzPts val="1800"/>
              <a:buFont typeface="Arial"/>
              <a:buNone/>
            </a:pPr>
            <a:r>
              <a:rPr b="1" i="0" lang="en-US" sz="1800" u="none" cap="none" strike="noStrike">
                <a:solidFill>
                  <a:schemeClr val="lt1"/>
                </a:solidFill>
                <a:latin typeface="Arial"/>
                <a:ea typeface="Arial"/>
                <a:cs typeface="Arial"/>
                <a:sym typeface="Arial"/>
              </a:rPr>
              <a:t>Works in time-based media</a:t>
            </a:r>
            <a:endParaRPr/>
          </a:p>
          <a:p>
            <a:pPr indent="0" lvl="0" marL="0" marR="0" rtl="0" algn="l">
              <a:lnSpc>
                <a:spcPct val="150000"/>
              </a:lnSpc>
              <a:spcBef>
                <a:spcPts val="0"/>
              </a:spcBef>
              <a:spcAft>
                <a:spcPts val="0"/>
              </a:spcAft>
              <a:buClr>
                <a:schemeClr val="lt1"/>
              </a:buClr>
              <a:buSzPts val="1800"/>
              <a:buFont typeface="Arial"/>
              <a:buNone/>
            </a:pPr>
            <a:r>
              <a:rPr b="0" i="1" lang="en-US" sz="1800" u="none" cap="none" strike="noStrike">
                <a:solidFill>
                  <a:schemeClr val="lt1"/>
                </a:solidFill>
                <a:latin typeface="Arial"/>
                <a:ea typeface="Arial"/>
                <a:cs typeface="Arial"/>
                <a:sym typeface="Arial"/>
              </a:rPr>
              <a:t>In-text example:</a:t>
            </a:r>
            <a:endParaRPr/>
          </a:p>
          <a:p>
            <a:pPr indent="0" lvl="0" marL="0" marR="0" rtl="0" algn="l">
              <a:lnSpc>
                <a:spcPct val="150000"/>
              </a:lnSpc>
              <a:spcBef>
                <a:spcPts val="0"/>
              </a:spcBef>
              <a:spcAft>
                <a:spcPts val="0"/>
              </a:spcAft>
              <a:buClr>
                <a:schemeClr val="lt1"/>
              </a:buClr>
              <a:buSzPts val="1800"/>
              <a:buFont typeface="Arial"/>
              <a:buNone/>
            </a:pPr>
            <a:r>
              <a:t/>
            </a:r>
            <a:endParaRPr b="0" i="1" sz="1800" u="none" cap="none" strike="noStrike">
              <a:solidFill>
                <a:schemeClr val="lt1"/>
              </a:solidFill>
              <a:latin typeface="Arial"/>
              <a:ea typeface="Arial"/>
              <a:cs typeface="Arial"/>
              <a:sym typeface="Arial"/>
            </a:endParaRPr>
          </a:p>
          <a:p>
            <a:pPr indent="0" lvl="0" marL="0" marR="0" rtl="0" algn="l">
              <a:spcBef>
                <a:spcPts val="0"/>
              </a:spcBef>
              <a:spcAft>
                <a:spcPts val="0"/>
              </a:spcAft>
              <a:buClr>
                <a:srgbClr val="0070C0"/>
              </a:buClr>
              <a:buSzPts val="1800"/>
              <a:buFont typeface="Arial"/>
              <a:buNone/>
            </a:pPr>
            <a:r>
              <a:rPr b="0" i="0" lang="en-US" sz="1800" u="none" cap="none" strike="noStrike">
                <a:solidFill>
                  <a:srgbClr val="0070C0"/>
                </a:solidFill>
                <a:latin typeface="Arial"/>
                <a:ea typeface="Arial"/>
                <a:cs typeface="Arial"/>
                <a:sym typeface="Arial"/>
              </a:rPr>
              <a:t>Buffy’s promise that “there’s not going to be any incidents like at my old school” is obviously not one on which she can follow through (“Hush” 00:03:16-17).</a:t>
            </a:r>
            <a:endParaRPr/>
          </a:p>
          <a:p>
            <a:pPr indent="0" lvl="0" marL="0" marR="0" rtl="0" algn="r">
              <a:spcBef>
                <a:spcPts val="0"/>
              </a:spcBef>
              <a:spcAft>
                <a:spcPts val="0"/>
              </a:spcAft>
              <a:buClr>
                <a:schemeClr val="lt1"/>
              </a:buClr>
              <a:buSzPts val="1800"/>
              <a:buFont typeface="Arial"/>
              <a:buNone/>
            </a:pPr>
            <a:r>
              <a:t/>
            </a:r>
            <a:endParaRPr b="0" i="0" sz="1800" u="none" cap="none" strike="noStrike">
              <a:solidFill>
                <a:srgbClr val="0070C0"/>
              </a:solidFill>
              <a:latin typeface="Arial"/>
              <a:ea typeface="Arial"/>
              <a:cs typeface="Arial"/>
              <a:sym typeface="Arial"/>
            </a:endParaRPr>
          </a:p>
          <a:p>
            <a:pPr indent="0" lvl="0" marL="0" marR="0" rtl="0" algn="l">
              <a:lnSpc>
                <a:spcPct val="150000"/>
              </a:lnSpc>
              <a:spcBef>
                <a:spcPts val="0"/>
              </a:spcBef>
              <a:spcAft>
                <a:spcPts val="0"/>
              </a:spcAft>
              <a:buClr>
                <a:schemeClr val="lt1"/>
              </a:buClr>
              <a:buSzPts val="1800"/>
              <a:buFont typeface="Arial"/>
              <a:buNone/>
            </a:pPr>
            <a:r>
              <a:rPr b="0" i="1" lang="en-US" sz="1800" u="none" cap="none" strike="noStrike">
                <a:solidFill>
                  <a:schemeClr val="lt1"/>
                </a:solidFill>
                <a:latin typeface="Arial"/>
                <a:ea typeface="Arial"/>
                <a:cs typeface="Arial"/>
                <a:sym typeface="Arial"/>
              </a:rPr>
              <a:t>Works-cited entry:</a:t>
            </a:r>
            <a:endParaRPr/>
          </a:p>
          <a:p>
            <a:pPr indent="0" lvl="0" marL="0" marR="0" rtl="0" algn="l">
              <a:lnSpc>
                <a:spcPct val="150000"/>
              </a:lnSpc>
              <a:spcBef>
                <a:spcPts val="0"/>
              </a:spcBef>
              <a:spcAft>
                <a:spcPts val="0"/>
              </a:spcAft>
              <a:buClr>
                <a:schemeClr val="lt1"/>
              </a:buClr>
              <a:buSzPts val="1800"/>
              <a:buFont typeface="Arial"/>
              <a:buNone/>
            </a:pPr>
            <a:r>
              <a:t/>
            </a:r>
            <a:endParaRPr b="0" i="1" sz="1800" u="none" cap="none" strike="noStrike">
              <a:solidFill>
                <a:schemeClr val="lt1"/>
              </a:solidFill>
              <a:latin typeface="Arial"/>
              <a:ea typeface="Arial"/>
              <a:cs typeface="Arial"/>
              <a:sym typeface="Arial"/>
            </a:endParaRPr>
          </a:p>
          <a:p>
            <a:pPr indent="0" lvl="0" marL="0" marR="0" rtl="0" algn="l">
              <a:spcBef>
                <a:spcPts val="0"/>
              </a:spcBef>
              <a:spcAft>
                <a:spcPts val="0"/>
              </a:spcAft>
              <a:buClr>
                <a:srgbClr val="0070C0"/>
              </a:buClr>
              <a:buSzPts val="1800"/>
              <a:buFont typeface="Arial"/>
              <a:buNone/>
            </a:pPr>
            <a:r>
              <a:rPr b="0" i="0" lang="en-US" sz="1800" u="none" cap="none" strike="noStrike">
                <a:solidFill>
                  <a:srgbClr val="0070C0"/>
                </a:solidFill>
                <a:latin typeface="Arial"/>
                <a:ea typeface="Arial"/>
                <a:cs typeface="Arial"/>
                <a:sym typeface="Arial"/>
              </a:rPr>
              <a:t>“Hush.” </a:t>
            </a:r>
            <a:r>
              <a:rPr b="0" i="1" lang="en-US" sz="1800" u="none" cap="none" strike="noStrike">
                <a:solidFill>
                  <a:srgbClr val="0070C0"/>
                </a:solidFill>
                <a:latin typeface="Arial"/>
                <a:ea typeface="Arial"/>
                <a:cs typeface="Arial"/>
                <a:sym typeface="Arial"/>
              </a:rPr>
              <a:t>Buffy the Vampire Slayer</a:t>
            </a:r>
            <a:r>
              <a:rPr b="0" i="0" lang="en-US" sz="1800" u="none" cap="none" strike="noStrike">
                <a:solidFill>
                  <a:srgbClr val="0070C0"/>
                </a:solidFill>
                <a:latin typeface="Arial"/>
                <a:ea typeface="Arial"/>
                <a:cs typeface="Arial"/>
                <a:sym typeface="Arial"/>
              </a:rPr>
              <a:t>, created by Joss Whedon, performance </a:t>
            </a:r>
            <a:endParaRPr b="0" i="0" sz="1800" u="none" cap="none" strike="noStrike">
              <a:solidFill>
                <a:srgbClr val="0070C0"/>
              </a:solidFill>
              <a:latin typeface="Arial"/>
              <a:ea typeface="Arial"/>
              <a:cs typeface="Arial"/>
              <a:sym typeface="Arial"/>
            </a:endParaRPr>
          </a:p>
          <a:p>
            <a:pPr indent="0" lvl="0" marL="0" marR="0" rtl="0" algn="l">
              <a:spcBef>
                <a:spcPts val="0"/>
              </a:spcBef>
              <a:spcAft>
                <a:spcPts val="0"/>
              </a:spcAft>
              <a:buClr>
                <a:srgbClr val="0070C0"/>
              </a:buClr>
              <a:buSzPts val="1800"/>
              <a:buFont typeface="Arial"/>
              <a:buNone/>
            </a:pPr>
            <a:r>
              <a:rPr b="0" i="0" lang="en-US" sz="1800" u="none" cap="none" strike="noStrike">
                <a:solidFill>
                  <a:srgbClr val="0070C0"/>
                </a:solidFill>
                <a:latin typeface="Arial"/>
                <a:ea typeface="Arial"/>
                <a:cs typeface="Arial"/>
                <a:sym typeface="Arial"/>
              </a:rPr>
              <a:t>	by Sarah Michelle Gellar, season 4, episode 10, Mutant Enemy,	1999.</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38"/>
          <p:cNvSpPr txBox="1"/>
          <p:nvPr>
            <p:ph type="ctrTitle"/>
          </p:nvPr>
        </p:nvSpPr>
        <p:spPr>
          <a:xfrm>
            <a:off x="131710" y="447054"/>
            <a:ext cx="7953375" cy="94975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lt2"/>
              </a:buClr>
              <a:buSzPts val="3600"/>
              <a:buFont typeface="Arial"/>
              <a:buNone/>
            </a:pPr>
            <a:r>
              <a:rPr lang="en-US" sz="3600"/>
              <a:t>Other In-Text Citations 7</a:t>
            </a:r>
            <a:endParaRPr/>
          </a:p>
        </p:txBody>
      </p:sp>
      <p:sp>
        <p:nvSpPr>
          <p:cNvPr id="350" name="Google Shape;350;p38"/>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351" name="Google Shape;351;p38"/>
          <p:cNvPicPr preferRelativeResize="0"/>
          <p:nvPr/>
        </p:nvPicPr>
        <p:blipFill rotWithShape="1">
          <a:blip r:embed="rId3">
            <a:alphaModFix/>
          </a:blip>
          <a:srcRect b="0" l="0" r="0" t="0"/>
          <a:stretch/>
        </p:blipFill>
        <p:spPr>
          <a:xfrm>
            <a:off x="462008" y="6072299"/>
            <a:ext cx="3370923" cy="365760"/>
          </a:xfrm>
          <a:prstGeom prst="rect">
            <a:avLst/>
          </a:prstGeom>
          <a:noFill/>
          <a:ln>
            <a:noFill/>
          </a:ln>
        </p:spPr>
      </p:pic>
      <p:sp>
        <p:nvSpPr>
          <p:cNvPr id="352" name="Google Shape;352;p38"/>
          <p:cNvSpPr txBox="1"/>
          <p:nvPr/>
        </p:nvSpPr>
        <p:spPr>
          <a:xfrm>
            <a:off x="462008" y="1342229"/>
            <a:ext cx="7953375" cy="4060599"/>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lt1"/>
              </a:buClr>
              <a:buSzPts val="1800"/>
              <a:buFont typeface="Arial"/>
              <a:buNone/>
            </a:pPr>
            <a:r>
              <a:rPr b="1" i="0" lang="en-US" sz="1800" u="none" cap="none" strike="noStrike">
                <a:solidFill>
                  <a:schemeClr val="lt1"/>
                </a:solidFill>
                <a:latin typeface="Arial"/>
                <a:ea typeface="Arial"/>
                <a:cs typeface="Arial"/>
                <a:sym typeface="Arial"/>
              </a:rPr>
              <a:t>Sources without page numbers</a:t>
            </a:r>
            <a:endParaRPr/>
          </a:p>
          <a:p>
            <a:pPr indent="0" lvl="0" marL="0" marR="0" rtl="0" algn="l">
              <a:lnSpc>
                <a:spcPct val="150000"/>
              </a:lnSpc>
              <a:spcBef>
                <a:spcPts val="0"/>
              </a:spcBef>
              <a:spcAft>
                <a:spcPts val="0"/>
              </a:spcAft>
              <a:buClr>
                <a:schemeClr val="lt1"/>
              </a:buClr>
              <a:buSzPts val="1800"/>
              <a:buFont typeface="Arial"/>
              <a:buNone/>
            </a:pPr>
            <a:r>
              <a:rPr b="0" i="1" lang="en-US" sz="1800" u="none" cap="none" strike="noStrike">
                <a:solidFill>
                  <a:schemeClr val="lt1"/>
                </a:solidFill>
                <a:latin typeface="Arial"/>
                <a:ea typeface="Arial"/>
                <a:cs typeface="Arial"/>
                <a:sym typeface="Arial"/>
              </a:rPr>
              <a:t>In-text example:</a:t>
            </a:r>
            <a:endParaRPr/>
          </a:p>
          <a:p>
            <a:pPr indent="0" lvl="0" marL="0" marR="0" rtl="0" algn="l">
              <a:lnSpc>
                <a:spcPct val="150000"/>
              </a:lnSpc>
              <a:spcBef>
                <a:spcPts val="0"/>
              </a:spcBef>
              <a:spcAft>
                <a:spcPts val="0"/>
              </a:spcAft>
              <a:buClr>
                <a:srgbClr val="0070C0"/>
              </a:buClr>
              <a:buSzPts val="1800"/>
              <a:buFont typeface="Arial"/>
              <a:buNone/>
            </a:pPr>
            <a:r>
              <a:rPr b="0" i="0" lang="en-US" sz="1800" u="none" cap="none" strike="noStrike">
                <a:solidFill>
                  <a:srgbClr val="0070C0"/>
                </a:solidFill>
                <a:latin typeface="Arial"/>
                <a:ea typeface="Arial"/>
                <a:cs typeface="Arial"/>
                <a:sym typeface="Arial"/>
              </a:rPr>
              <a:t>Disability activism should work toward “creating a habitable space for all beings” (Garland-Thomson).</a:t>
            </a:r>
            <a:endParaRPr/>
          </a:p>
          <a:p>
            <a:pPr indent="0" lvl="0" marL="0" marR="0" rtl="0" algn="l">
              <a:lnSpc>
                <a:spcPct val="150000"/>
              </a:lnSpc>
              <a:spcBef>
                <a:spcPts val="0"/>
              </a:spcBef>
              <a:spcAft>
                <a:spcPts val="0"/>
              </a:spcAft>
              <a:buClr>
                <a:schemeClr val="lt1"/>
              </a:buClr>
              <a:buSzPts val="1800"/>
              <a:buFont typeface="Arial"/>
              <a:buNone/>
            </a:pPr>
            <a:r>
              <a:t/>
            </a:r>
            <a:endParaRPr b="0" i="1" sz="1800" u="none" cap="none" strike="noStrike">
              <a:solidFill>
                <a:schemeClr val="lt1"/>
              </a:solidFill>
              <a:latin typeface="Arial"/>
              <a:ea typeface="Arial"/>
              <a:cs typeface="Arial"/>
              <a:sym typeface="Arial"/>
            </a:endParaRPr>
          </a:p>
          <a:p>
            <a:pPr indent="0" lvl="0" marL="0" marR="0" rtl="0" algn="l">
              <a:lnSpc>
                <a:spcPct val="150000"/>
              </a:lnSpc>
              <a:spcBef>
                <a:spcPts val="0"/>
              </a:spcBef>
              <a:spcAft>
                <a:spcPts val="0"/>
              </a:spcAft>
              <a:buClr>
                <a:schemeClr val="lt1"/>
              </a:buClr>
              <a:buSzPts val="1800"/>
              <a:buFont typeface="Arial"/>
              <a:buNone/>
            </a:pPr>
            <a:r>
              <a:rPr b="0" i="1" lang="en-US" sz="1800" u="none" cap="none" strike="noStrike">
                <a:solidFill>
                  <a:schemeClr val="lt1"/>
                </a:solidFill>
                <a:latin typeface="Arial"/>
                <a:ea typeface="Arial"/>
                <a:cs typeface="Arial"/>
                <a:sym typeface="Arial"/>
              </a:rPr>
              <a:t>Corresponding works-cited entry:</a:t>
            </a:r>
            <a:endParaRPr/>
          </a:p>
          <a:p>
            <a:pPr indent="0" lvl="0" marL="0" marR="0" rtl="0" algn="l">
              <a:spcBef>
                <a:spcPts val="0"/>
              </a:spcBef>
              <a:spcAft>
                <a:spcPts val="0"/>
              </a:spcAft>
              <a:buClr>
                <a:schemeClr val="lt1"/>
              </a:buClr>
              <a:buSzPts val="1800"/>
              <a:buFont typeface="Arial"/>
              <a:buNone/>
            </a:pPr>
            <a:r>
              <a:t/>
            </a:r>
            <a:endParaRPr b="0" i="0" sz="1800" u="none" cap="none" strike="noStrike">
              <a:solidFill>
                <a:srgbClr val="0070C0"/>
              </a:solidFill>
              <a:latin typeface="Arial"/>
              <a:ea typeface="Arial"/>
              <a:cs typeface="Arial"/>
              <a:sym typeface="Arial"/>
            </a:endParaRPr>
          </a:p>
          <a:p>
            <a:pPr indent="0" lvl="0" marL="0" marR="0" rtl="0" algn="l">
              <a:lnSpc>
                <a:spcPct val="150000"/>
              </a:lnSpc>
              <a:spcBef>
                <a:spcPts val="0"/>
              </a:spcBef>
              <a:spcAft>
                <a:spcPts val="0"/>
              </a:spcAft>
              <a:buClr>
                <a:srgbClr val="0070C0"/>
              </a:buClr>
              <a:buSzPts val="1800"/>
              <a:buFont typeface="Arial"/>
              <a:buNone/>
            </a:pPr>
            <a:r>
              <a:rPr b="0" i="0" lang="en-US" sz="1800" u="none" cap="none" strike="noStrike">
                <a:solidFill>
                  <a:srgbClr val="0070C0"/>
                </a:solidFill>
                <a:latin typeface="Arial"/>
                <a:ea typeface="Arial"/>
                <a:cs typeface="Arial"/>
                <a:sym typeface="Arial"/>
              </a:rPr>
              <a:t>Garland-Thomson, Rosemarie. “Habitable Worlds.” Critical Disability </a:t>
            </a:r>
            <a:endParaRPr/>
          </a:p>
          <a:p>
            <a:pPr indent="0" lvl="0" marL="0" marR="0" rtl="0" algn="l">
              <a:lnSpc>
                <a:spcPct val="150000"/>
              </a:lnSpc>
              <a:spcBef>
                <a:spcPts val="0"/>
              </a:spcBef>
              <a:spcAft>
                <a:spcPts val="0"/>
              </a:spcAft>
              <a:buClr>
                <a:srgbClr val="0070C0"/>
              </a:buClr>
              <a:buSzPts val="1800"/>
              <a:buFont typeface="Arial"/>
              <a:buNone/>
            </a:pPr>
            <a:r>
              <a:rPr b="0" i="0" lang="en-US" sz="1800" u="none" cap="none" strike="noStrike">
                <a:solidFill>
                  <a:srgbClr val="0070C0"/>
                </a:solidFill>
                <a:latin typeface="Arial"/>
                <a:ea typeface="Arial"/>
                <a:cs typeface="Arial"/>
                <a:sym typeface="Arial"/>
              </a:rPr>
              <a:t>     Studies Symposium. Feb. 2016, Purdue University, Indiana.  </a:t>
            </a:r>
            <a:endParaRPr/>
          </a:p>
          <a:p>
            <a:pPr indent="0" lvl="0" marL="0" marR="0" rtl="0" algn="l">
              <a:lnSpc>
                <a:spcPct val="150000"/>
              </a:lnSpc>
              <a:spcBef>
                <a:spcPts val="0"/>
              </a:spcBef>
              <a:spcAft>
                <a:spcPts val="0"/>
              </a:spcAft>
              <a:buClr>
                <a:srgbClr val="0070C0"/>
              </a:buClr>
              <a:buSzPts val="1800"/>
              <a:buFont typeface="Arial"/>
              <a:buNone/>
            </a:pPr>
            <a:r>
              <a:rPr b="0" i="0" lang="en-US" sz="1800" u="none" cap="none" strike="noStrike">
                <a:solidFill>
                  <a:srgbClr val="0070C0"/>
                </a:solidFill>
                <a:latin typeface="Arial"/>
                <a:ea typeface="Arial"/>
                <a:cs typeface="Arial"/>
                <a:sym typeface="Arial"/>
              </a:rPr>
              <a:t>     Address.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39"/>
          <p:cNvSpPr txBox="1"/>
          <p:nvPr>
            <p:ph type="ctrTitle"/>
          </p:nvPr>
        </p:nvSpPr>
        <p:spPr>
          <a:xfrm>
            <a:off x="118408" y="427419"/>
            <a:ext cx="6925732" cy="498598"/>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lt2"/>
              </a:buClr>
              <a:buSzPts val="3600"/>
              <a:buFont typeface="Arial"/>
              <a:buNone/>
            </a:pPr>
            <a:r>
              <a:rPr lang="en-US" sz="3600"/>
              <a:t>Formatting Short Quotations (in Prose)</a:t>
            </a:r>
            <a:endParaRPr/>
          </a:p>
        </p:txBody>
      </p:sp>
      <p:sp>
        <p:nvSpPr>
          <p:cNvPr id="359" name="Google Shape;359;p39"/>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360" name="Google Shape;360;p39"/>
          <p:cNvPicPr preferRelativeResize="0"/>
          <p:nvPr/>
        </p:nvPicPr>
        <p:blipFill rotWithShape="1">
          <a:blip r:embed="rId3">
            <a:alphaModFix/>
          </a:blip>
          <a:srcRect b="0" l="0" r="0" t="0"/>
          <a:stretch/>
        </p:blipFill>
        <p:spPr>
          <a:xfrm>
            <a:off x="462008" y="6072299"/>
            <a:ext cx="3370923" cy="365760"/>
          </a:xfrm>
          <a:prstGeom prst="rect">
            <a:avLst/>
          </a:prstGeom>
          <a:noFill/>
          <a:ln>
            <a:noFill/>
          </a:ln>
        </p:spPr>
      </p:pic>
      <p:sp>
        <p:nvSpPr>
          <p:cNvPr id="361" name="Google Shape;361;p39"/>
          <p:cNvSpPr txBox="1"/>
          <p:nvPr/>
        </p:nvSpPr>
        <p:spPr>
          <a:xfrm>
            <a:off x="520700" y="1397793"/>
            <a:ext cx="8102600" cy="406241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lt1"/>
              </a:buClr>
              <a:buSzPts val="1800"/>
              <a:buFont typeface="Arial"/>
              <a:buNone/>
            </a:pPr>
            <a:r>
              <a:rPr b="1" i="0" lang="en-US" sz="1800" u="none" cap="none" strike="noStrike">
                <a:solidFill>
                  <a:schemeClr val="lt1"/>
                </a:solidFill>
                <a:latin typeface="Arial"/>
                <a:ea typeface="Arial"/>
                <a:cs typeface="Arial"/>
                <a:sym typeface="Arial"/>
              </a:rPr>
              <a:t>Short prose quotations</a:t>
            </a:r>
            <a:endParaRPr/>
          </a:p>
          <a:p>
            <a:pPr indent="0" lvl="0" marL="0" marR="0" rtl="0" algn="l">
              <a:lnSpc>
                <a:spcPct val="150000"/>
              </a:lnSpc>
              <a:spcBef>
                <a:spcPts val="0"/>
              </a:spcBef>
              <a:spcAft>
                <a:spcPts val="0"/>
              </a:spcAft>
              <a:buClr>
                <a:schemeClr val="lt1"/>
              </a:buClr>
              <a:buSzPts val="1800"/>
              <a:buFont typeface="Arial"/>
              <a:buNone/>
            </a:pPr>
            <a:r>
              <a:rPr b="0" i="1" lang="en-US" sz="1800" u="none" cap="none" strike="noStrike">
                <a:solidFill>
                  <a:schemeClr val="lt1"/>
                </a:solidFill>
                <a:latin typeface="Arial"/>
                <a:ea typeface="Arial"/>
                <a:cs typeface="Arial"/>
                <a:sym typeface="Arial"/>
              </a:rPr>
              <a:t>In-text example:</a:t>
            </a:r>
            <a:endParaRPr/>
          </a:p>
          <a:p>
            <a:pPr indent="0" lvl="0" marL="0" marR="0" rtl="0" algn="l">
              <a:lnSpc>
                <a:spcPct val="150000"/>
              </a:lnSpc>
              <a:spcBef>
                <a:spcPts val="0"/>
              </a:spcBef>
              <a:spcAft>
                <a:spcPts val="0"/>
              </a:spcAft>
              <a:buClr>
                <a:schemeClr val="lt1"/>
              </a:buClr>
              <a:buSzPts val="1800"/>
              <a:buFont typeface="Arial"/>
              <a:buNone/>
            </a:pPr>
            <a:r>
              <a:t/>
            </a:r>
            <a:endParaRPr b="1" i="0" sz="1800" u="none" cap="none" strike="noStrike">
              <a:solidFill>
                <a:schemeClr val="lt1"/>
              </a:solidFill>
              <a:latin typeface="Arial"/>
              <a:ea typeface="Arial"/>
              <a:cs typeface="Arial"/>
              <a:sym typeface="Arial"/>
            </a:endParaRPr>
          </a:p>
          <a:p>
            <a:pPr indent="0" lvl="0" marL="0" marR="0" rtl="0" algn="l">
              <a:spcBef>
                <a:spcPts val="0"/>
              </a:spcBef>
              <a:spcAft>
                <a:spcPts val="0"/>
              </a:spcAft>
              <a:buClr>
                <a:srgbClr val="0070C0"/>
              </a:buClr>
              <a:buSzPts val="1800"/>
              <a:buFont typeface="Arial"/>
              <a:buNone/>
            </a:pPr>
            <a:r>
              <a:rPr b="0" i="0" lang="en-US" sz="1800" u="none" cap="none" strike="noStrike">
                <a:solidFill>
                  <a:srgbClr val="0070C0"/>
                </a:solidFill>
                <a:latin typeface="Arial"/>
                <a:ea typeface="Arial"/>
                <a:cs typeface="Arial"/>
                <a:sym typeface="Arial"/>
              </a:rPr>
              <a:t>According to some, dreams express “profound aspects of personality” (Foulkes 184), though others disagree.</a:t>
            </a:r>
            <a:endParaRPr/>
          </a:p>
          <a:p>
            <a:pPr indent="0" lvl="0" marL="0" marR="0" rtl="0" algn="l">
              <a:spcBef>
                <a:spcPts val="3600"/>
              </a:spcBef>
              <a:spcAft>
                <a:spcPts val="0"/>
              </a:spcAft>
              <a:buClr>
                <a:srgbClr val="0070C0"/>
              </a:buClr>
              <a:buSzPts val="1800"/>
              <a:buFont typeface="Arial"/>
              <a:buNone/>
            </a:pPr>
            <a:r>
              <a:rPr b="0" i="0" lang="en-US" sz="1800" u="none" cap="none" strike="noStrike">
                <a:solidFill>
                  <a:srgbClr val="0070C0"/>
                </a:solidFill>
                <a:latin typeface="Arial"/>
                <a:ea typeface="Arial"/>
                <a:cs typeface="Arial"/>
                <a:sym typeface="Arial"/>
              </a:rPr>
              <a:t>According to Foulkes's study, dreams may express “profound aspects of personality” (184).</a:t>
            </a:r>
            <a:endParaRPr/>
          </a:p>
          <a:p>
            <a:pPr indent="0" lvl="0" marL="0" marR="0" rtl="0" algn="l">
              <a:spcBef>
                <a:spcPts val="3600"/>
              </a:spcBef>
              <a:spcAft>
                <a:spcPts val="0"/>
              </a:spcAft>
              <a:buClr>
                <a:srgbClr val="0070C0"/>
              </a:buClr>
              <a:buSzPts val="1800"/>
              <a:buFont typeface="Arial"/>
              <a:buNone/>
            </a:pPr>
            <a:r>
              <a:rPr b="0" i="0" lang="en-US" sz="1800" u="none" cap="none" strike="noStrike">
                <a:solidFill>
                  <a:srgbClr val="0070C0"/>
                </a:solidFill>
                <a:latin typeface="Arial"/>
                <a:ea typeface="Arial"/>
                <a:cs typeface="Arial"/>
                <a:sym typeface="Arial"/>
              </a:rPr>
              <a:t>Is it possible that dreams may express “profound aspects of personality” (Foulkes 184)?</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40"/>
          <p:cNvSpPr txBox="1"/>
          <p:nvPr>
            <p:ph type="ctrTitle"/>
          </p:nvPr>
        </p:nvSpPr>
        <p:spPr>
          <a:xfrm>
            <a:off x="118407" y="460054"/>
            <a:ext cx="6925732" cy="498598"/>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lt2"/>
              </a:buClr>
              <a:buSzPts val="3600"/>
              <a:buFont typeface="Arial"/>
              <a:buNone/>
            </a:pPr>
            <a:r>
              <a:rPr lang="en-US" sz="3600"/>
              <a:t>Formatting Long Quotations (in Prose)</a:t>
            </a:r>
            <a:endParaRPr/>
          </a:p>
        </p:txBody>
      </p:sp>
      <p:sp>
        <p:nvSpPr>
          <p:cNvPr id="368" name="Google Shape;368;p40"/>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369" name="Google Shape;369;p40"/>
          <p:cNvPicPr preferRelativeResize="0"/>
          <p:nvPr/>
        </p:nvPicPr>
        <p:blipFill rotWithShape="1">
          <a:blip r:embed="rId3">
            <a:alphaModFix/>
          </a:blip>
          <a:srcRect b="0" l="0" r="0" t="0"/>
          <a:stretch/>
        </p:blipFill>
        <p:spPr>
          <a:xfrm>
            <a:off x="462008" y="6072299"/>
            <a:ext cx="3370923" cy="365760"/>
          </a:xfrm>
          <a:prstGeom prst="rect">
            <a:avLst/>
          </a:prstGeom>
          <a:noFill/>
          <a:ln>
            <a:noFill/>
          </a:ln>
        </p:spPr>
      </p:pic>
      <p:sp>
        <p:nvSpPr>
          <p:cNvPr id="370" name="Google Shape;370;p40"/>
          <p:cNvSpPr txBox="1"/>
          <p:nvPr/>
        </p:nvSpPr>
        <p:spPr>
          <a:xfrm>
            <a:off x="462008" y="1204801"/>
            <a:ext cx="8181975" cy="4448397"/>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Clr>
                <a:schemeClr val="lt1"/>
              </a:buClr>
              <a:buSzPts val="1800"/>
              <a:buFont typeface="Arial"/>
              <a:buNone/>
            </a:pPr>
            <a:r>
              <a:rPr b="1" i="0" lang="en-US" sz="1800" u="none" cap="none" strike="noStrike">
                <a:solidFill>
                  <a:schemeClr val="lt1"/>
                </a:solidFill>
                <a:latin typeface="Arial"/>
                <a:ea typeface="Arial"/>
                <a:cs typeface="Arial"/>
                <a:sym typeface="Arial"/>
              </a:rPr>
              <a:t>Quoting more than four lines of prose</a:t>
            </a:r>
            <a:endParaRPr/>
          </a:p>
          <a:p>
            <a:pPr indent="0" lvl="0" marL="0" marR="0" rtl="0" algn="l">
              <a:lnSpc>
                <a:spcPct val="120000"/>
              </a:lnSpc>
              <a:spcBef>
                <a:spcPts val="0"/>
              </a:spcBef>
              <a:spcAft>
                <a:spcPts val="0"/>
              </a:spcAft>
              <a:buClr>
                <a:schemeClr val="lt1"/>
              </a:buClr>
              <a:buSzPts val="1800"/>
              <a:buFont typeface="Arial"/>
              <a:buNone/>
            </a:pPr>
            <a:r>
              <a:rPr b="0" i="1" lang="en-US" sz="1800" u="none" cap="none" strike="noStrike">
                <a:solidFill>
                  <a:schemeClr val="lt1"/>
                </a:solidFill>
                <a:latin typeface="Arial"/>
                <a:ea typeface="Arial"/>
                <a:cs typeface="Arial"/>
                <a:sym typeface="Arial"/>
              </a:rPr>
              <a:t>In-text example:</a:t>
            </a:r>
            <a:endParaRPr/>
          </a:p>
          <a:p>
            <a:pPr indent="0" lvl="0" marL="0" marR="0" rtl="0" algn="l">
              <a:lnSpc>
                <a:spcPct val="150000"/>
              </a:lnSpc>
              <a:spcBef>
                <a:spcPts val="0"/>
              </a:spcBef>
              <a:spcAft>
                <a:spcPts val="0"/>
              </a:spcAft>
              <a:buClr>
                <a:srgbClr val="0070C0"/>
              </a:buClr>
              <a:buSzPts val="1800"/>
              <a:buFont typeface="Arial"/>
              <a:buNone/>
            </a:pPr>
            <a:r>
              <a:rPr b="0" i="0" lang="en-US" sz="1800" u="none" cap="none" strike="noStrike">
                <a:solidFill>
                  <a:srgbClr val="0070C0"/>
                </a:solidFill>
                <a:latin typeface="Arial"/>
                <a:ea typeface="Arial"/>
                <a:cs typeface="Arial"/>
                <a:sym typeface="Arial"/>
              </a:rPr>
              <a:t>Nelly Dean treats Heathcliff poorly and dehumanizes him throughout her narration:</a:t>
            </a:r>
            <a:endParaRPr/>
          </a:p>
          <a:p>
            <a:pPr indent="0" lvl="0" marL="0" marR="0" rtl="0" algn="l">
              <a:lnSpc>
                <a:spcPct val="150000"/>
              </a:lnSpc>
              <a:spcBef>
                <a:spcPts val="0"/>
              </a:spcBef>
              <a:spcAft>
                <a:spcPts val="0"/>
              </a:spcAft>
              <a:buClr>
                <a:srgbClr val="0070C0"/>
              </a:buClr>
              <a:buSzPts val="1800"/>
              <a:buFont typeface="Arial"/>
              <a:buNone/>
            </a:pPr>
            <a:r>
              <a:rPr b="0" i="0" lang="en-US" sz="1800" u="none" cap="none" strike="noStrike">
                <a:solidFill>
                  <a:srgbClr val="0070C0"/>
                </a:solidFill>
                <a:latin typeface="Arial"/>
                <a:ea typeface="Arial"/>
                <a:cs typeface="Arial"/>
                <a:sym typeface="Arial"/>
              </a:rPr>
              <a:t>	They entirely refused to have it in bed with them, or even in 	their room, and 	I had no more sense, so, I put it on the landing of the stairs, hoping it would 	be gone on the morrow. By chance, or else attracted by hearing his voice, it 	crept to Mr. Earnshaw's door, and there he found it on quitting his chamber. 	Inquiries were made as to how it got there; I was obliged to confess, and in 	recompense for my cowardice and inhumanity was sent out of the house. 	(Bronte 78)</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1"/>
          <p:cNvSpPr txBox="1"/>
          <p:nvPr>
            <p:ph type="ctrTitle"/>
          </p:nvPr>
        </p:nvSpPr>
        <p:spPr>
          <a:xfrm>
            <a:off x="182880" y="419941"/>
            <a:ext cx="6925732" cy="498598"/>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lt2"/>
              </a:buClr>
              <a:buSzPts val="3600"/>
              <a:buFont typeface="Arial"/>
              <a:buNone/>
            </a:pPr>
            <a:r>
              <a:rPr lang="en-US" sz="3600"/>
              <a:t>Formatting Short Quotations in Poetry</a:t>
            </a:r>
            <a:endParaRPr/>
          </a:p>
        </p:txBody>
      </p:sp>
      <p:sp>
        <p:nvSpPr>
          <p:cNvPr id="377" name="Google Shape;377;p41"/>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378" name="Google Shape;378;p41"/>
          <p:cNvPicPr preferRelativeResize="0"/>
          <p:nvPr/>
        </p:nvPicPr>
        <p:blipFill rotWithShape="1">
          <a:blip r:embed="rId3">
            <a:alphaModFix/>
          </a:blip>
          <a:srcRect b="0" l="0" r="0" t="0"/>
          <a:stretch/>
        </p:blipFill>
        <p:spPr>
          <a:xfrm>
            <a:off x="462008" y="6072299"/>
            <a:ext cx="3370923" cy="365760"/>
          </a:xfrm>
          <a:prstGeom prst="rect">
            <a:avLst/>
          </a:prstGeom>
          <a:noFill/>
          <a:ln>
            <a:noFill/>
          </a:ln>
        </p:spPr>
      </p:pic>
      <p:sp>
        <p:nvSpPr>
          <p:cNvPr id="379" name="Google Shape;379;p41"/>
          <p:cNvSpPr txBox="1"/>
          <p:nvPr/>
        </p:nvSpPr>
        <p:spPr>
          <a:xfrm>
            <a:off x="520700" y="1474787"/>
            <a:ext cx="8102600" cy="34624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lt1"/>
              </a:buClr>
              <a:buSzPts val="1800"/>
              <a:buFont typeface="Arial"/>
              <a:buNone/>
            </a:pPr>
            <a:r>
              <a:rPr b="1" i="0" lang="en-US" sz="1800" u="none" cap="none" strike="noStrike">
                <a:solidFill>
                  <a:schemeClr val="lt1"/>
                </a:solidFill>
                <a:latin typeface="Arial"/>
                <a:ea typeface="Arial"/>
                <a:cs typeface="Arial"/>
                <a:sym typeface="Arial"/>
              </a:rPr>
              <a:t>Quoting 1-3 lines of poetry</a:t>
            </a:r>
            <a:endParaRPr/>
          </a:p>
          <a:p>
            <a:pPr indent="0" lvl="0" marL="0" marR="0" rtl="0" algn="l">
              <a:spcBef>
                <a:spcPts val="0"/>
              </a:spcBef>
              <a:spcAft>
                <a:spcPts val="0"/>
              </a:spcAft>
              <a:buClr>
                <a:schemeClr val="lt1"/>
              </a:buClr>
              <a:buSzPts val="1800"/>
              <a:buFont typeface="Arial"/>
              <a:buNone/>
            </a:pPr>
            <a:r>
              <a:t/>
            </a:r>
            <a:endParaRPr b="1" i="0" sz="1800" u="none" cap="none" strike="noStrike">
              <a:solidFill>
                <a:schemeClr val="lt1"/>
              </a:solidFill>
              <a:latin typeface="Arial"/>
              <a:ea typeface="Arial"/>
              <a:cs typeface="Arial"/>
              <a:sym typeface="Arial"/>
            </a:endParaRPr>
          </a:p>
          <a:p>
            <a:pPr indent="0" lvl="0" marL="0" marR="0" rtl="0" algn="l">
              <a:spcBef>
                <a:spcPts val="0"/>
              </a:spcBef>
              <a:spcAft>
                <a:spcPts val="0"/>
              </a:spcAft>
              <a:buClr>
                <a:schemeClr val="lt1"/>
              </a:buClr>
              <a:buSzPts val="1800"/>
              <a:buFont typeface="Arial"/>
              <a:buNone/>
            </a:pPr>
            <a:r>
              <a:rPr b="0" i="1" lang="en-US" sz="1800" u="none" cap="none" strike="noStrike">
                <a:solidFill>
                  <a:schemeClr val="lt1"/>
                </a:solidFill>
                <a:latin typeface="Arial"/>
                <a:ea typeface="Arial"/>
                <a:cs typeface="Arial"/>
                <a:sym typeface="Arial"/>
              </a:rPr>
              <a:t>Examples:</a:t>
            </a:r>
            <a:endParaRPr/>
          </a:p>
          <a:p>
            <a:pPr indent="0" lvl="0" marL="0" marR="0" rtl="0" algn="l">
              <a:spcBef>
                <a:spcPts val="0"/>
              </a:spcBef>
              <a:spcAft>
                <a:spcPts val="0"/>
              </a:spcAft>
              <a:buClr>
                <a:schemeClr val="lt1"/>
              </a:buClr>
              <a:buSzPts val="1800"/>
              <a:buFont typeface="Arial"/>
              <a:buNone/>
            </a:pPr>
            <a:r>
              <a:t/>
            </a:r>
            <a:endParaRPr b="0" i="1" sz="1800" u="none" cap="none" strike="noStrike">
              <a:solidFill>
                <a:schemeClr val="lt1"/>
              </a:solidFill>
              <a:latin typeface="Arial"/>
              <a:ea typeface="Arial"/>
              <a:cs typeface="Arial"/>
              <a:sym typeface="Arial"/>
            </a:endParaRPr>
          </a:p>
          <a:p>
            <a:pPr indent="0" lvl="0" marL="0" marR="0" rtl="0" algn="l">
              <a:lnSpc>
                <a:spcPct val="150000"/>
              </a:lnSpc>
              <a:spcBef>
                <a:spcPts val="0"/>
              </a:spcBef>
              <a:spcAft>
                <a:spcPts val="0"/>
              </a:spcAft>
              <a:buClr>
                <a:schemeClr val="lt1"/>
              </a:buClr>
              <a:buSzPts val="1800"/>
              <a:buFont typeface="Arial"/>
              <a:buNone/>
            </a:pPr>
            <a:r>
              <a:t/>
            </a:r>
            <a:endParaRPr b="1" i="0" sz="1800" u="none" cap="none" strike="noStrike">
              <a:solidFill>
                <a:schemeClr val="lt1"/>
              </a:solidFill>
              <a:latin typeface="Arial"/>
              <a:ea typeface="Arial"/>
              <a:cs typeface="Arial"/>
              <a:sym typeface="Arial"/>
            </a:endParaRPr>
          </a:p>
          <a:p>
            <a:pPr indent="0" lvl="0" marL="0" marR="0" rtl="0" algn="l">
              <a:spcBef>
                <a:spcPts val="0"/>
              </a:spcBef>
              <a:spcAft>
                <a:spcPts val="0"/>
              </a:spcAft>
              <a:buClr>
                <a:srgbClr val="0070C0"/>
              </a:buClr>
              <a:buSzPts val="1800"/>
              <a:buFont typeface="Arial"/>
              <a:buNone/>
            </a:pPr>
            <a:r>
              <a:rPr b="0" i="0" lang="en-US" sz="1800" u="none" cap="none" strike="noStrike">
                <a:solidFill>
                  <a:srgbClr val="0070C0"/>
                </a:solidFill>
                <a:latin typeface="Arial"/>
                <a:ea typeface="Arial"/>
                <a:cs typeface="Arial"/>
                <a:sym typeface="Arial"/>
              </a:rPr>
              <a:t>Properzia Rossi tells the statue that it will be a container for her feelings: “The bright work grows / Beneath my hand, unfolding, as a rose” (lines 31-32).</a:t>
            </a:r>
            <a:endParaRPr/>
          </a:p>
          <a:p>
            <a:pPr indent="0" lvl="0" marL="0" marR="0" rtl="0" algn="l">
              <a:spcBef>
                <a:spcPts val="3600"/>
              </a:spcBef>
              <a:spcAft>
                <a:spcPts val="0"/>
              </a:spcAft>
              <a:buClr>
                <a:srgbClr val="0070C0"/>
              </a:buClr>
              <a:buSzPts val="1800"/>
              <a:buFont typeface="Arial"/>
              <a:buNone/>
            </a:pPr>
            <a:r>
              <a:rPr b="0" i="0" lang="en-US" sz="1800" u="none" cap="none" strike="noStrike">
                <a:solidFill>
                  <a:srgbClr val="0070C0"/>
                </a:solidFill>
                <a:latin typeface="Arial"/>
                <a:ea typeface="Arial"/>
                <a:cs typeface="Arial"/>
                <a:sym typeface="Arial"/>
              </a:rPr>
              <a:t>In “The Thorn,” Wordsworth’s narrator locates feelings of horror in the landscape: “The little babe was buried there, / Beneath that hill of moss so fair. // I’ve heard the scarlet moss is red” (stanzas xx-xxi).</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42"/>
          <p:cNvSpPr txBox="1"/>
          <p:nvPr>
            <p:ph type="ctrTitle"/>
          </p:nvPr>
        </p:nvSpPr>
        <p:spPr>
          <a:xfrm>
            <a:off x="160611" y="419941"/>
            <a:ext cx="6925732" cy="498598"/>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lt2"/>
              </a:buClr>
              <a:buSzPts val="3600"/>
              <a:buFont typeface="Arial"/>
              <a:buNone/>
            </a:pPr>
            <a:r>
              <a:rPr lang="en-US" sz="3600"/>
              <a:t>Formatting Long Quotations in Poetry</a:t>
            </a:r>
            <a:endParaRPr/>
          </a:p>
        </p:txBody>
      </p:sp>
      <p:sp>
        <p:nvSpPr>
          <p:cNvPr id="386" name="Google Shape;386;p42"/>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387" name="Google Shape;387;p42"/>
          <p:cNvPicPr preferRelativeResize="0"/>
          <p:nvPr/>
        </p:nvPicPr>
        <p:blipFill rotWithShape="1">
          <a:blip r:embed="rId3">
            <a:alphaModFix/>
          </a:blip>
          <a:srcRect b="0" l="0" r="0" t="0"/>
          <a:stretch/>
        </p:blipFill>
        <p:spPr>
          <a:xfrm>
            <a:off x="462008" y="6072299"/>
            <a:ext cx="3370923" cy="365760"/>
          </a:xfrm>
          <a:prstGeom prst="rect">
            <a:avLst/>
          </a:prstGeom>
          <a:noFill/>
          <a:ln>
            <a:noFill/>
          </a:ln>
        </p:spPr>
      </p:pic>
      <p:sp>
        <p:nvSpPr>
          <p:cNvPr id="388" name="Google Shape;388;p42"/>
          <p:cNvSpPr txBox="1"/>
          <p:nvPr/>
        </p:nvSpPr>
        <p:spPr>
          <a:xfrm>
            <a:off x="481013" y="1800413"/>
            <a:ext cx="8181975" cy="1290610"/>
          </a:xfrm>
          <a:prstGeom prst="rect">
            <a:avLst/>
          </a:prstGeom>
          <a:noFill/>
          <a:ln>
            <a:noFill/>
          </a:ln>
        </p:spPr>
        <p:txBody>
          <a:bodyPr anchorCtr="0" anchor="t" bIns="45700" lIns="91425" spcFirstLastPara="1" rIns="91425" wrap="square" tIns="45700">
            <a:spAutoFit/>
          </a:bodyPr>
          <a:lstStyle/>
          <a:p>
            <a:pPr indent="-457200" lvl="0" marL="457200" marR="0" rtl="0" algn="l">
              <a:lnSpc>
                <a:spcPct val="15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Use block quotations for three or more lines of poetry.</a:t>
            </a:r>
            <a:endParaRPr/>
          </a:p>
          <a:p>
            <a:pPr indent="-457200" lvl="0" marL="457200" marR="0" rtl="0" algn="l">
              <a:lnSpc>
                <a:spcPct val="150000"/>
              </a:lnSpc>
              <a:spcBef>
                <a:spcPts val="0"/>
              </a:spcBef>
              <a:spcAft>
                <a:spcPts val="0"/>
              </a:spcAft>
              <a:buClr>
                <a:schemeClr val="lt1"/>
              </a:buClr>
              <a:buSzPts val="1800"/>
              <a:buFont typeface="Noto Sans Symbols"/>
              <a:buChar char="▪"/>
            </a:pPr>
            <a:r>
              <a:rPr b="0" i="0" lang="en-US" sz="1800" u="none" cap="none" strike="noStrike">
                <a:solidFill>
                  <a:schemeClr val="lt1"/>
                </a:solidFill>
                <a:latin typeface="Arial"/>
                <a:ea typeface="Arial"/>
                <a:cs typeface="Arial"/>
                <a:sym typeface="Arial"/>
              </a:rPr>
              <a:t>If the poem is formatted in an unusual way, reproduce the unique formatting as accurately as possible.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43"/>
          <p:cNvSpPr txBox="1"/>
          <p:nvPr>
            <p:ph type="ctrTitle"/>
          </p:nvPr>
        </p:nvSpPr>
        <p:spPr>
          <a:xfrm>
            <a:off x="118408" y="431919"/>
            <a:ext cx="6925732" cy="498598"/>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lt2"/>
              </a:buClr>
              <a:buSzPts val="3600"/>
              <a:buFont typeface="Arial"/>
              <a:buNone/>
            </a:pPr>
            <a:r>
              <a:rPr lang="en-US" sz="3600"/>
              <a:t>Adding/Omitting Words</a:t>
            </a:r>
            <a:endParaRPr/>
          </a:p>
        </p:txBody>
      </p:sp>
      <p:sp>
        <p:nvSpPr>
          <p:cNvPr id="395" name="Google Shape;395;p43"/>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396" name="Google Shape;396;p43"/>
          <p:cNvPicPr preferRelativeResize="0"/>
          <p:nvPr/>
        </p:nvPicPr>
        <p:blipFill rotWithShape="1">
          <a:blip r:embed="rId3">
            <a:alphaModFix/>
          </a:blip>
          <a:srcRect b="0" l="0" r="0" t="0"/>
          <a:stretch/>
        </p:blipFill>
        <p:spPr>
          <a:xfrm>
            <a:off x="462008" y="6072299"/>
            <a:ext cx="3370923" cy="365760"/>
          </a:xfrm>
          <a:prstGeom prst="rect">
            <a:avLst/>
          </a:prstGeom>
          <a:noFill/>
          <a:ln>
            <a:noFill/>
          </a:ln>
        </p:spPr>
      </p:pic>
      <p:pic>
        <p:nvPicPr>
          <p:cNvPr id="397" name="Google Shape;397;p43"/>
          <p:cNvPicPr preferRelativeResize="0"/>
          <p:nvPr/>
        </p:nvPicPr>
        <p:blipFill rotWithShape="1">
          <a:blip r:embed="rId4">
            <a:alphaModFix/>
          </a:blip>
          <a:srcRect b="0" l="0" r="0" t="0"/>
          <a:stretch/>
        </p:blipFill>
        <p:spPr>
          <a:xfrm>
            <a:off x="219334" y="1517650"/>
            <a:ext cx="8559800" cy="38227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44"/>
          <p:cNvSpPr txBox="1"/>
          <p:nvPr>
            <p:ph type="ctrTitle"/>
          </p:nvPr>
        </p:nvSpPr>
        <p:spPr>
          <a:xfrm>
            <a:off x="98474" y="479979"/>
            <a:ext cx="6925732" cy="498598"/>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lt2"/>
              </a:buClr>
              <a:buSzPts val="3600"/>
              <a:buFont typeface="Arial"/>
              <a:buNone/>
            </a:pPr>
            <a:r>
              <a:rPr lang="en-US" sz="3600"/>
              <a:t>Works Cited: The Basics</a:t>
            </a:r>
            <a:endParaRPr/>
          </a:p>
        </p:txBody>
      </p:sp>
      <p:sp>
        <p:nvSpPr>
          <p:cNvPr id="404" name="Google Shape;404;p44"/>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405" name="Google Shape;405;p44"/>
          <p:cNvPicPr preferRelativeResize="0"/>
          <p:nvPr/>
        </p:nvPicPr>
        <p:blipFill rotWithShape="1">
          <a:blip r:embed="rId3">
            <a:alphaModFix/>
          </a:blip>
          <a:srcRect b="0" l="0" r="0" t="0"/>
          <a:stretch/>
        </p:blipFill>
        <p:spPr>
          <a:xfrm>
            <a:off x="462008" y="6072299"/>
            <a:ext cx="3370923" cy="365760"/>
          </a:xfrm>
          <a:prstGeom prst="rect">
            <a:avLst/>
          </a:prstGeom>
          <a:noFill/>
          <a:ln>
            <a:noFill/>
          </a:ln>
        </p:spPr>
      </p:pic>
      <p:pic>
        <p:nvPicPr>
          <p:cNvPr id="406" name="Google Shape;406;p44"/>
          <p:cNvPicPr preferRelativeResize="0"/>
          <p:nvPr/>
        </p:nvPicPr>
        <p:blipFill rotWithShape="1">
          <a:blip r:embed="rId4">
            <a:alphaModFix/>
          </a:blip>
          <a:srcRect b="0" l="0" r="0" t="0"/>
          <a:stretch/>
        </p:blipFill>
        <p:spPr>
          <a:xfrm>
            <a:off x="1128713" y="1619250"/>
            <a:ext cx="2540000" cy="3670300"/>
          </a:xfrm>
          <a:prstGeom prst="rect">
            <a:avLst/>
          </a:prstGeom>
          <a:noFill/>
          <a:ln>
            <a:noFill/>
          </a:ln>
        </p:spPr>
      </p:pic>
      <p:sp>
        <p:nvSpPr>
          <p:cNvPr id="407" name="Google Shape;407;p44"/>
          <p:cNvSpPr txBox="1"/>
          <p:nvPr/>
        </p:nvSpPr>
        <p:spPr>
          <a:xfrm>
            <a:off x="4152900" y="1952698"/>
            <a:ext cx="3749675" cy="295260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5577AE"/>
              </a:buClr>
              <a:buSzPts val="1800"/>
              <a:buFont typeface="Arial"/>
              <a:buNone/>
            </a:pPr>
            <a:r>
              <a:rPr b="0" i="0" lang="en-US" sz="1800" u="none" cap="none" strike="noStrike">
                <a:solidFill>
                  <a:srgbClr val="5577AE"/>
                </a:solidFill>
                <a:latin typeface="Arial"/>
                <a:ea typeface="Arial"/>
                <a:cs typeface="Arial"/>
                <a:sym typeface="Arial"/>
              </a:rPr>
              <a:t>Each entry in the list of works cited is made up of core elements given in a specific order. </a:t>
            </a:r>
            <a:endParaRPr/>
          </a:p>
          <a:p>
            <a:pPr indent="0" lvl="0" marL="0" marR="0" rtl="0" algn="l">
              <a:lnSpc>
                <a:spcPct val="150000"/>
              </a:lnSpc>
              <a:spcBef>
                <a:spcPts val="0"/>
              </a:spcBef>
              <a:spcAft>
                <a:spcPts val="0"/>
              </a:spcAft>
              <a:buClr>
                <a:srgbClr val="5577AE"/>
              </a:buClr>
              <a:buSzPts val="1800"/>
              <a:buFont typeface="Arial"/>
              <a:buNone/>
            </a:pPr>
            <a:r>
              <a:rPr b="0" i="0" lang="en-US" sz="1800" u="none" cap="none" strike="noStrike">
                <a:solidFill>
                  <a:srgbClr val="5577AE"/>
                </a:solidFill>
                <a:latin typeface="Arial"/>
                <a:ea typeface="Arial"/>
                <a:cs typeface="Arial"/>
                <a:sym typeface="Arial"/>
              </a:rPr>
              <a:t>The core elements should be listed in the order in which they appear here. Each element is followed by the punctuation mark shown here.</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45"/>
          <p:cNvSpPr txBox="1"/>
          <p:nvPr>
            <p:ph type="ctrTitle"/>
          </p:nvPr>
        </p:nvSpPr>
        <p:spPr>
          <a:xfrm>
            <a:off x="104340" y="465391"/>
            <a:ext cx="6925732" cy="512448"/>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lt2"/>
              </a:buClr>
              <a:buSzPts val="3600"/>
              <a:buFont typeface="Arial"/>
              <a:buNone/>
            </a:pPr>
            <a:r>
              <a:rPr lang="en-US" sz="3600"/>
              <a:t>Works Cited List: Author</a:t>
            </a:r>
            <a:endParaRPr/>
          </a:p>
        </p:txBody>
      </p:sp>
      <p:sp>
        <p:nvSpPr>
          <p:cNvPr id="414" name="Google Shape;414;p45"/>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415" name="Google Shape;415;p45"/>
          <p:cNvPicPr preferRelativeResize="0"/>
          <p:nvPr/>
        </p:nvPicPr>
        <p:blipFill rotWithShape="1">
          <a:blip r:embed="rId3">
            <a:alphaModFix/>
          </a:blip>
          <a:srcRect b="0" l="0" r="0" t="0"/>
          <a:stretch/>
        </p:blipFill>
        <p:spPr>
          <a:xfrm>
            <a:off x="462008" y="6072299"/>
            <a:ext cx="3370923" cy="365760"/>
          </a:xfrm>
          <a:prstGeom prst="rect">
            <a:avLst/>
          </a:prstGeom>
          <a:noFill/>
          <a:ln>
            <a:noFill/>
          </a:ln>
        </p:spPr>
      </p:pic>
      <p:sp>
        <p:nvSpPr>
          <p:cNvPr id="416" name="Google Shape;416;p45"/>
          <p:cNvSpPr txBox="1"/>
          <p:nvPr/>
        </p:nvSpPr>
        <p:spPr>
          <a:xfrm>
            <a:off x="536575" y="1740829"/>
            <a:ext cx="8070850" cy="208672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Clr>
                <a:schemeClr val="lt1"/>
              </a:buClr>
              <a:buSzPts val="1800"/>
              <a:buFont typeface="Arial"/>
              <a:buNone/>
            </a:pPr>
            <a:r>
              <a:rPr b="1" i="0" lang="en-US" sz="1800" u="none" cap="none" strike="noStrike">
                <a:solidFill>
                  <a:schemeClr val="lt1"/>
                </a:solidFill>
                <a:latin typeface="Arial"/>
                <a:ea typeface="Arial"/>
                <a:cs typeface="Arial"/>
                <a:sym typeface="Arial"/>
              </a:rPr>
              <a:t>Author – the primary creator of the work</a:t>
            </a:r>
            <a:endParaRPr/>
          </a:p>
          <a:p>
            <a:pPr indent="0" lvl="0" marL="0" marR="0" rtl="0" algn="l">
              <a:spcBef>
                <a:spcPts val="0"/>
              </a:spcBef>
              <a:spcAft>
                <a:spcPts val="0"/>
              </a:spcAft>
              <a:buClr>
                <a:schemeClr val="lt1"/>
              </a:buClr>
              <a:buSzPts val="1800"/>
              <a:buFont typeface="Arial"/>
              <a:buNone/>
            </a:pPr>
            <a:r>
              <a:t/>
            </a:r>
            <a:endParaRPr b="0" i="0" sz="1800" u="none" cap="none" strike="noStrike">
              <a:solidFill>
                <a:srgbClr val="5577AE"/>
              </a:solidFill>
              <a:latin typeface="Arial"/>
              <a:ea typeface="Arial"/>
              <a:cs typeface="Arial"/>
              <a:sym typeface="Arial"/>
            </a:endParaRPr>
          </a:p>
          <a:p>
            <a:pPr indent="0" lvl="0" marL="0" marR="0" rtl="0" algn="l">
              <a:spcBef>
                <a:spcPts val="0"/>
              </a:spcBef>
              <a:spcAft>
                <a:spcPts val="0"/>
              </a:spcAft>
              <a:buClr>
                <a:srgbClr val="5577AE"/>
              </a:buClr>
              <a:buSzPts val="1800"/>
              <a:buFont typeface="Arial"/>
              <a:buNone/>
            </a:pPr>
            <a:r>
              <a:rPr b="0" i="0" lang="en-US" sz="1800" u="none" cap="none" strike="noStrike">
                <a:solidFill>
                  <a:srgbClr val="5577AE"/>
                </a:solidFill>
                <a:latin typeface="Arial"/>
                <a:ea typeface="Arial"/>
                <a:cs typeface="Arial"/>
                <a:sym typeface="Arial"/>
              </a:rPr>
              <a:t>Begin the entry with the author’s last name, followed by a comma and the rest of the name, as presented in the work. End this element with a period.</a:t>
            </a:r>
            <a:endParaRPr/>
          </a:p>
          <a:p>
            <a:pPr indent="0" lvl="0" marL="0" marR="0" rtl="0" algn="l">
              <a:spcBef>
                <a:spcPts val="0"/>
              </a:spcBef>
              <a:spcAft>
                <a:spcPts val="0"/>
              </a:spcAft>
              <a:buClr>
                <a:schemeClr val="lt1"/>
              </a:buClr>
              <a:buSzPts val="1800"/>
              <a:buFont typeface="Arial"/>
              <a:buNone/>
            </a:pPr>
            <a:r>
              <a:t/>
            </a:r>
            <a:endParaRPr b="0" i="0" sz="1800" u="none" cap="none" strike="noStrike">
              <a:solidFill>
                <a:srgbClr val="5577AE"/>
              </a:solidFill>
              <a:latin typeface="Arial"/>
              <a:ea typeface="Arial"/>
              <a:cs typeface="Arial"/>
              <a:sym typeface="Arial"/>
            </a:endParaRPr>
          </a:p>
          <a:p>
            <a:pPr indent="0" lvl="0" marL="0" marR="0" rtl="0" algn="l">
              <a:spcBef>
                <a:spcPts val="0"/>
              </a:spcBef>
              <a:spcAft>
                <a:spcPts val="0"/>
              </a:spcAft>
              <a:buClr>
                <a:schemeClr val="lt1"/>
              </a:buClr>
              <a:buSzPts val="1800"/>
              <a:buFont typeface="Arial"/>
              <a:buNone/>
            </a:pPr>
            <a:r>
              <a:rPr b="0" i="1" lang="en-US" sz="1800" u="none" cap="none" strike="noStrike">
                <a:solidFill>
                  <a:schemeClr val="lt1"/>
                </a:solidFill>
                <a:latin typeface="Arial"/>
                <a:ea typeface="Arial"/>
                <a:cs typeface="Arial"/>
                <a:sym typeface="Arial"/>
              </a:rPr>
              <a:t>Examples:</a:t>
            </a:r>
            <a:endParaRPr/>
          </a:p>
          <a:p>
            <a:pPr indent="0" lvl="0" marL="0" marR="0" rtl="0" algn="l">
              <a:spcBef>
                <a:spcPts val="0"/>
              </a:spcBef>
              <a:spcAft>
                <a:spcPts val="0"/>
              </a:spcAft>
              <a:buClr>
                <a:schemeClr val="lt1"/>
              </a:buClr>
              <a:buSzPts val="1800"/>
              <a:buFont typeface="Arial"/>
              <a:buNone/>
            </a:pPr>
            <a:r>
              <a:t/>
            </a:r>
            <a:endParaRPr b="0" i="0" sz="1800" u="none" cap="none" strike="noStrike">
              <a:solidFill>
                <a:srgbClr val="5577AE"/>
              </a:solidFill>
              <a:latin typeface="Arial"/>
              <a:ea typeface="Arial"/>
              <a:cs typeface="Arial"/>
              <a:sym typeface="Arial"/>
            </a:endParaRPr>
          </a:p>
        </p:txBody>
      </p:sp>
      <p:sp>
        <p:nvSpPr>
          <p:cNvPr id="417" name="Google Shape;417;p45"/>
          <p:cNvSpPr txBox="1"/>
          <p:nvPr/>
        </p:nvSpPr>
        <p:spPr>
          <a:xfrm>
            <a:off x="536575" y="3852756"/>
            <a:ext cx="8070850" cy="1200329"/>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None/>
            </a:pPr>
            <a:r>
              <a:rPr b="0" i="0" lang="en-US" sz="1800" u="none" cap="none" strike="noStrike">
                <a:solidFill>
                  <a:srgbClr val="5577AE"/>
                </a:solidFill>
                <a:latin typeface="Arial"/>
                <a:ea typeface="Arial"/>
                <a:cs typeface="Arial"/>
                <a:sym typeface="Arial"/>
              </a:rPr>
              <a:t>Baron, Naomi S. “Redefining Reading: The Impact of Digital Communication Media.” </a:t>
            </a:r>
            <a:r>
              <a:rPr b="0" i="1" lang="en-US" sz="1800" u="none" cap="none" strike="noStrike">
                <a:solidFill>
                  <a:srgbClr val="5577AE"/>
                </a:solidFill>
                <a:latin typeface="Arial"/>
                <a:ea typeface="Arial"/>
                <a:cs typeface="Arial"/>
                <a:sym typeface="Arial"/>
              </a:rPr>
              <a:t>PMLA</a:t>
            </a:r>
            <a:r>
              <a:rPr b="0" i="0" lang="en-US" sz="1800" u="none" cap="none" strike="noStrike">
                <a:solidFill>
                  <a:srgbClr val="5577AE"/>
                </a:solidFill>
                <a:latin typeface="Arial"/>
                <a:ea typeface="Arial"/>
                <a:cs typeface="Arial"/>
                <a:sym typeface="Arial"/>
              </a:rPr>
              <a:t>, vol. 128, no. 1, Jan. 2013, pp. 193-200.</a:t>
            </a:r>
            <a:endParaRPr/>
          </a:p>
          <a:p>
            <a:pPr indent="-457200" lvl="0" marL="457200" marR="0" rtl="0" algn="l">
              <a:spcBef>
                <a:spcPts val="0"/>
              </a:spcBef>
              <a:spcAft>
                <a:spcPts val="0"/>
              </a:spcAft>
              <a:buNone/>
            </a:pPr>
            <a:r>
              <a:rPr b="0" i="0" lang="en-US" sz="1800" u="none" cap="none" strike="noStrike">
                <a:solidFill>
                  <a:srgbClr val="5577AE"/>
                </a:solidFill>
                <a:latin typeface="Arial"/>
                <a:ea typeface="Arial"/>
                <a:cs typeface="Arial"/>
                <a:sym typeface="Arial"/>
              </a:rPr>
              <a:t> </a:t>
            </a:r>
            <a:endParaRPr/>
          </a:p>
          <a:p>
            <a:pPr indent="-457200" lvl="0" marL="457200" marR="0" rtl="0" algn="l">
              <a:spcBef>
                <a:spcPts val="0"/>
              </a:spcBef>
              <a:spcAft>
                <a:spcPts val="0"/>
              </a:spcAft>
              <a:buNone/>
            </a:pPr>
            <a:r>
              <a:rPr b="0" i="0" lang="en-US" sz="1800" u="none" cap="none" strike="noStrike">
                <a:solidFill>
                  <a:srgbClr val="5577AE"/>
                </a:solidFill>
                <a:latin typeface="Arial"/>
                <a:ea typeface="Arial"/>
                <a:cs typeface="Arial"/>
                <a:sym typeface="Arial"/>
              </a:rPr>
              <a:t>Jacobs, Alan. </a:t>
            </a:r>
            <a:r>
              <a:rPr b="0" i="1" lang="en-US" sz="1800" u="none" cap="none" strike="noStrike">
                <a:solidFill>
                  <a:srgbClr val="5577AE"/>
                </a:solidFill>
                <a:latin typeface="Arial"/>
                <a:ea typeface="Arial"/>
                <a:cs typeface="Arial"/>
                <a:sym typeface="Arial"/>
              </a:rPr>
              <a:t>The Pleasures of Reading in an Age of Distraction</a:t>
            </a:r>
            <a:r>
              <a:rPr b="0" i="0" lang="en-US" sz="1800" u="none" cap="none" strike="noStrike">
                <a:solidFill>
                  <a:srgbClr val="5577AE"/>
                </a:solidFill>
                <a:latin typeface="Arial"/>
                <a:ea typeface="Arial"/>
                <a:cs typeface="Arial"/>
                <a:sym typeface="Arial"/>
              </a:rPr>
              <a:t>. Oxford UP, 2011.</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46"/>
          <p:cNvSpPr txBox="1"/>
          <p:nvPr>
            <p:ph type="ctrTitle"/>
          </p:nvPr>
        </p:nvSpPr>
        <p:spPr>
          <a:xfrm>
            <a:off x="118407" y="498573"/>
            <a:ext cx="6925732" cy="512448"/>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lt2"/>
              </a:buClr>
              <a:buSzPts val="3600"/>
              <a:buFont typeface="Arial"/>
              <a:buNone/>
            </a:pPr>
            <a:r>
              <a:rPr lang="en-US" sz="3600"/>
              <a:t>Works Cited List: Title of Source</a:t>
            </a:r>
            <a:endParaRPr/>
          </a:p>
        </p:txBody>
      </p:sp>
      <p:sp>
        <p:nvSpPr>
          <p:cNvPr id="424" name="Google Shape;424;p46"/>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425" name="Google Shape;425;p46"/>
          <p:cNvPicPr preferRelativeResize="0"/>
          <p:nvPr/>
        </p:nvPicPr>
        <p:blipFill rotWithShape="1">
          <a:blip r:embed="rId3">
            <a:alphaModFix/>
          </a:blip>
          <a:srcRect b="0" l="0" r="0" t="0"/>
          <a:stretch/>
        </p:blipFill>
        <p:spPr>
          <a:xfrm>
            <a:off x="462008" y="6072299"/>
            <a:ext cx="3370923" cy="365760"/>
          </a:xfrm>
          <a:prstGeom prst="rect">
            <a:avLst/>
          </a:prstGeom>
          <a:noFill/>
          <a:ln>
            <a:noFill/>
          </a:ln>
        </p:spPr>
      </p:pic>
      <p:sp>
        <p:nvSpPr>
          <p:cNvPr id="426" name="Google Shape;426;p46"/>
          <p:cNvSpPr txBox="1"/>
          <p:nvPr/>
        </p:nvSpPr>
        <p:spPr>
          <a:xfrm>
            <a:off x="401579" y="1224347"/>
            <a:ext cx="8194675" cy="424731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lt1"/>
              </a:buClr>
              <a:buSzPts val="1800"/>
              <a:buFont typeface="Arial"/>
              <a:buNone/>
            </a:pPr>
            <a:r>
              <a:rPr b="1" i="0" lang="en-US" sz="1800" u="none" cap="none" strike="noStrike">
                <a:solidFill>
                  <a:schemeClr val="lt1"/>
                </a:solidFill>
                <a:latin typeface="Arial"/>
                <a:ea typeface="Arial"/>
                <a:cs typeface="Arial"/>
                <a:sym typeface="Arial"/>
              </a:rPr>
              <a:t>Title of source – the title of the work</a:t>
            </a:r>
            <a:endParaRPr/>
          </a:p>
          <a:p>
            <a:pPr indent="0" lvl="0" marL="0" marR="0" rtl="0" algn="l">
              <a:spcBef>
                <a:spcPts val="0"/>
              </a:spcBef>
              <a:spcAft>
                <a:spcPts val="0"/>
              </a:spcAft>
              <a:buClr>
                <a:schemeClr val="lt1"/>
              </a:buClr>
              <a:buSzPts val="1800"/>
              <a:buFont typeface="Arial"/>
              <a:buNone/>
            </a:pPr>
            <a:r>
              <a:rPr b="0" i="1" lang="en-US" sz="1800" u="none" cap="none" strike="noStrike">
                <a:solidFill>
                  <a:schemeClr val="lt1"/>
                </a:solidFill>
                <a:latin typeface="Arial"/>
                <a:ea typeface="Arial"/>
                <a:cs typeface="Arial"/>
                <a:sym typeface="Arial"/>
              </a:rPr>
              <a:t>Books and websites should be in italics:</a:t>
            </a:r>
            <a:endParaRPr/>
          </a:p>
          <a:p>
            <a:pPr indent="0" lvl="0" marL="0" marR="0" rtl="0" algn="l">
              <a:spcBef>
                <a:spcPts val="0"/>
              </a:spcBef>
              <a:spcAft>
                <a:spcPts val="0"/>
              </a:spcAft>
              <a:buClr>
                <a:schemeClr val="lt1"/>
              </a:buClr>
              <a:buSzPts val="1800"/>
              <a:buFont typeface="Arial"/>
              <a:buNone/>
            </a:pPr>
            <a:r>
              <a:t/>
            </a:r>
            <a:endParaRPr b="0" i="1" sz="1800" u="none" cap="none" strike="noStrike">
              <a:solidFill>
                <a:schemeClr val="lt1"/>
              </a:solidFill>
              <a:latin typeface="Arial"/>
              <a:ea typeface="Arial"/>
              <a:cs typeface="Arial"/>
              <a:sym typeface="Arial"/>
            </a:endParaRPr>
          </a:p>
          <a:p>
            <a:pPr indent="-457200" lvl="0" marL="457200" marR="0" rtl="0" algn="l">
              <a:spcBef>
                <a:spcPts val="0"/>
              </a:spcBef>
              <a:spcAft>
                <a:spcPts val="0"/>
              </a:spcAft>
              <a:buClr>
                <a:srgbClr val="5577AE"/>
              </a:buClr>
              <a:buSzPts val="1800"/>
              <a:buFont typeface="Arial"/>
              <a:buNone/>
            </a:pPr>
            <a:r>
              <a:rPr b="0" i="0" lang="en-US" sz="1800" u="none" cap="none" strike="noStrike">
                <a:solidFill>
                  <a:srgbClr val="5577AE"/>
                </a:solidFill>
                <a:latin typeface="Arial"/>
                <a:ea typeface="Arial"/>
                <a:cs typeface="Arial"/>
                <a:sym typeface="Arial"/>
              </a:rPr>
              <a:t>Hollmichel, Stefanie. </a:t>
            </a:r>
            <a:r>
              <a:rPr b="0" i="1" lang="en-US" sz="1800" u="none" cap="none" strike="noStrike">
                <a:solidFill>
                  <a:srgbClr val="5577AE"/>
                </a:solidFill>
                <a:latin typeface="Arial"/>
                <a:ea typeface="Arial"/>
                <a:cs typeface="Arial"/>
                <a:sym typeface="Arial"/>
              </a:rPr>
              <a:t>So Many Books</a:t>
            </a:r>
            <a:r>
              <a:rPr b="0" i="0" lang="en-US" sz="1800" u="none" cap="none" strike="noStrike">
                <a:solidFill>
                  <a:srgbClr val="5577AE"/>
                </a:solidFill>
                <a:latin typeface="Arial"/>
                <a:ea typeface="Arial"/>
                <a:cs typeface="Arial"/>
                <a:sym typeface="Arial"/>
              </a:rPr>
              <a:t>. 2003-13, somanybooksblog.com.</a:t>
            </a:r>
            <a:endParaRPr/>
          </a:p>
          <a:p>
            <a:pPr indent="-457200" lvl="0" marL="457200" marR="0" rtl="0" algn="l">
              <a:spcBef>
                <a:spcPts val="0"/>
              </a:spcBef>
              <a:spcAft>
                <a:spcPts val="0"/>
              </a:spcAft>
              <a:buClr>
                <a:srgbClr val="5577AE"/>
              </a:buClr>
              <a:buSzPts val="1800"/>
              <a:buFont typeface="Arial"/>
              <a:buNone/>
            </a:pPr>
            <a:r>
              <a:rPr b="0" i="0" lang="en-US" sz="1800" u="none" cap="none" strike="noStrike">
                <a:solidFill>
                  <a:srgbClr val="5577AE"/>
                </a:solidFill>
                <a:latin typeface="Arial"/>
                <a:ea typeface="Arial"/>
                <a:cs typeface="Arial"/>
                <a:sym typeface="Arial"/>
              </a:rPr>
              <a:t> </a:t>
            </a:r>
            <a:endParaRPr/>
          </a:p>
          <a:p>
            <a:pPr indent="-457200" lvl="0" marL="457200" marR="0" rtl="0" algn="l">
              <a:spcBef>
                <a:spcPts val="0"/>
              </a:spcBef>
              <a:spcAft>
                <a:spcPts val="0"/>
              </a:spcAft>
              <a:buClr>
                <a:srgbClr val="5577AE"/>
              </a:buClr>
              <a:buSzPts val="1800"/>
              <a:buFont typeface="Arial"/>
              <a:buNone/>
            </a:pPr>
            <a:r>
              <a:rPr b="0" i="0" lang="en-US" sz="1800" u="none" cap="none" strike="noStrike">
                <a:solidFill>
                  <a:srgbClr val="5577AE"/>
                </a:solidFill>
                <a:latin typeface="Arial"/>
                <a:ea typeface="Arial"/>
                <a:cs typeface="Arial"/>
                <a:sym typeface="Arial"/>
              </a:rPr>
              <a:t>Linett, Maren Tova. </a:t>
            </a:r>
            <a:r>
              <a:rPr b="0" i="1" lang="en-US" sz="1800" u="none" cap="none" strike="noStrike">
                <a:solidFill>
                  <a:srgbClr val="5577AE"/>
                </a:solidFill>
                <a:latin typeface="Arial"/>
                <a:ea typeface="Arial"/>
                <a:cs typeface="Arial"/>
                <a:sym typeface="Arial"/>
              </a:rPr>
              <a:t>Modernism, Feminism, and Jewishness</a:t>
            </a:r>
            <a:r>
              <a:rPr b="0" i="0" lang="en-US" sz="1800" u="none" cap="none" strike="noStrike">
                <a:solidFill>
                  <a:srgbClr val="5577AE"/>
                </a:solidFill>
                <a:latin typeface="Arial"/>
                <a:ea typeface="Arial"/>
                <a:cs typeface="Arial"/>
                <a:sym typeface="Arial"/>
              </a:rPr>
              <a:t>. Cambridge UP, 2007.</a:t>
            </a:r>
            <a:endParaRPr/>
          </a:p>
          <a:p>
            <a:pPr indent="0" lvl="0" marL="0" marR="0" rtl="0" algn="l">
              <a:spcBef>
                <a:spcPts val="0"/>
              </a:spcBef>
              <a:spcAft>
                <a:spcPts val="0"/>
              </a:spcAft>
              <a:buClr>
                <a:schemeClr val="lt1"/>
              </a:buClr>
              <a:buSzPts val="1800"/>
              <a:buFont typeface="Arial"/>
              <a:buNone/>
            </a:pPr>
            <a:r>
              <a:rPr b="0" i="0" lang="en-US" sz="1800" u="none" cap="none" strike="noStrike">
                <a:solidFill>
                  <a:schemeClr val="lt1"/>
                </a:solidFill>
                <a:latin typeface="Arial"/>
                <a:ea typeface="Arial"/>
                <a:cs typeface="Arial"/>
                <a:sym typeface="Arial"/>
              </a:rPr>
              <a:t> </a:t>
            </a:r>
            <a:endParaRPr b="0" i="0" sz="1800" u="none" cap="none" strike="noStrike">
              <a:solidFill>
                <a:srgbClr val="5577AE"/>
              </a:solidFill>
              <a:latin typeface="Arial"/>
              <a:ea typeface="Arial"/>
              <a:cs typeface="Arial"/>
              <a:sym typeface="Arial"/>
            </a:endParaRPr>
          </a:p>
          <a:p>
            <a:pPr indent="0" lvl="0" marL="0" marR="0" rtl="0" algn="l">
              <a:spcBef>
                <a:spcPts val="0"/>
              </a:spcBef>
              <a:spcAft>
                <a:spcPts val="0"/>
              </a:spcAft>
              <a:buClr>
                <a:schemeClr val="lt1"/>
              </a:buClr>
              <a:buSzPts val="1800"/>
              <a:buFont typeface="Arial"/>
              <a:buNone/>
            </a:pPr>
            <a:r>
              <a:rPr b="0" i="1" lang="en-US" sz="1800" u="none" cap="none" strike="noStrike">
                <a:solidFill>
                  <a:schemeClr val="lt1"/>
                </a:solidFill>
                <a:latin typeface="Arial"/>
                <a:ea typeface="Arial"/>
                <a:cs typeface="Arial"/>
                <a:sym typeface="Arial"/>
              </a:rPr>
              <a:t>Periodicals (journal, magazine, newspaper article), television episodes, and songs should be in quotation marks:</a:t>
            </a:r>
            <a:endParaRPr/>
          </a:p>
          <a:p>
            <a:pPr indent="-457200" lvl="0" marL="457200" marR="0" rtl="0" algn="l">
              <a:spcBef>
                <a:spcPts val="0"/>
              </a:spcBef>
              <a:spcAft>
                <a:spcPts val="0"/>
              </a:spcAft>
              <a:buClr>
                <a:srgbClr val="0070C0"/>
              </a:buClr>
              <a:buSzPts val="1800"/>
              <a:buFont typeface="Arial"/>
              <a:buNone/>
            </a:pPr>
            <a:r>
              <a:rPr b="0" i="0" lang="en-US" sz="1800" u="none" cap="none" strike="noStrike">
                <a:solidFill>
                  <a:srgbClr val="0070C0"/>
                </a:solidFill>
                <a:latin typeface="Arial"/>
                <a:ea typeface="Arial"/>
                <a:cs typeface="Arial"/>
                <a:sym typeface="Arial"/>
              </a:rPr>
              <a:t> </a:t>
            </a:r>
            <a:endParaRPr/>
          </a:p>
          <a:p>
            <a:pPr indent="-457200" lvl="0" marL="457200" marR="0" rtl="0" algn="l">
              <a:spcBef>
                <a:spcPts val="0"/>
              </a:spcBef>
              <a:spcAft>
                <a:spcPts val="0"/>
              </a:spcAft>
              <a:buClr>
                <a:srgbClr val="5577AE"/>
              </a:buClr>
              <a:buSzPts val="1800"/>
              <a:buFont typeface="Arial"/>
              <a:buNone/>
            </a:pPr>
            <a:r>
              <a:rPr b="0" i="0" lang="en-US" sz="1800" u="none" cap="none" strike="noStrike">
                <a:solidFill>
                  <a:srgbClr val="5577AE"/>
                </a:solidFill>
                <a:latin typeface="Arial"/>
                <a:ea typeface="Arial"/>
                <a:cs typeface="Arial"/>
                <a:sym typeface="Arial"/>
              </a:rPr>
              <a:t>Beyoncé. “Pretty Hurts.” Beyoncé, Parkwood Entertainment, 2013, www.beyonce.com/album/beyonce/?media_view=songs.</a:t>
            </a:r>
            <a:endParaRPr/>
          </a:p>
          <a:p>
            <a:pPr indent="-457200" lvl="0" marL="457200" marR="0" rtl="0" algn="l">
              <a:spcBef>
                <a:spcPts val="0"/>
              </a:spcBef>
              <a:spcAft>
                <a:spcPts val="0"/>
              </a:spcAft>
              <a:buClr>
                <a:srgbClr val="5577AE"/>
              </a:buClr>
              <a:buSzPts val="1800"/>
              <a:buFont typeface="Arial"/>
              <a:buNone/>
            </a:pPr>
            <a:r>
              <a:rPr b="0" i="0" lang="en-US" sz="1800" u="none" cap="none" strike="noStrike">
                <a:solidFill>
                  <a:srgbClr val="5577AE"/>
                </a:solidFill>
                <a:latin typeface="Arial"/>
                <a:ea typeface="Arial"/>
                <a:cs typeface="Arial"/>
                <a:sym typeface="Arial"/>
              </a:rPr>
              <a:t> </a:t>
            </a:r>
            <a:endParaRPr/>
          </a:p>
          <a:p>
            <a:pPr indent="-457200" lvl="0" marL="457200" marR="0" rtl="0" algn="l">
              <a:spcBef>
                <a:spcPts val="0"/>
              </a:spcBef>
              <a:spcAft>
                <a:spcPts val="0"/>
              </a:spcAft>
              <a:buClr>
                <a:srgbClr val="5577AE"/>
              </a:buClr>
              <a:buSzPts val="1800"/>
              <a:buFont typeface="Arial"/>
              <a:buNone/>
            </a:pPr>
            <a:r>
              <a:rPr b="0" i="0" lang="en-US" sz="1800" u="none" cap="none" strike="noStrike">
                <a:solidFill>
                  <a:srgbClr val="5577AE"/>
                </a:solidFill>
                <a:latin typeface="Arial"/>
                <a:ea typeface="Arial"/>
                <a:cs typeface="Arial"/>
                <a:sym typeface="Arial"/>
              </a:rPr>
              <a:t>Goldman, Anne. “Questions of Transport: Reading Primo Levi Reading Dante.” </a:t>
            </a:r>
            <a:r>
              <a:rPr b="0" i="1" lang="en-US" sz="1800" u="none" cap="none" strike="noStrike">
                <a:solidFill>
                  <a:srgbClr val="5577AE"/>
                </a:solidFill>
                <a:latin typeface="Arial"/>
                <a:ea typeface="Arial"/>
                <a:cs typeface="Arial"/>
                <a:sym typeface="Arial"/>
              </a:rPr>
              <a:t>The Georgia Review</a:t>
            </a:r>
            <a:r>
              <a:rPr b="0" i="0" lang="en-US" sz="1800" u="none" cap="none" strike="noStrike">
                <a:solidFill>
                  <a:srgbClr val="5577AE"/>
                </a:solidFill>
                <a:latin typeface="Arial"/>
                <a:ea typeface="Arial"/>
                <a:cs typeface="Arial"/>
                <a:sym typeface="Arial"/>
              </a:rPr>
              <a:t>, vol. 64, no. 1, 2010, pp. 69-88.</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47"/>
          <p:cNvSpPr txBox="1"/>
          <p:nvPr>
            <p:ph type="ctrTitle"/>
          </p:nvPr>
        </p:nvSpPr>
        <p:spPr>
          <a:xfrm>
            <a:off x="132475" y="481339"/>
            <a:ext cx="6925732" cy="512448"/>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lt2"/>
              </a:buClr>
              <a:buSzPts val="3600"/>
              <a:buFont typeface="Arial"/>
              <a:buNone/>
            </a:pPr>
            <a:r>
              <a:rPr lang="en-US" sz="3600"/>
              <a:t>Works Cited List: Title of Container</a:t>
            </a:r>
            <a:endParaRPr/>
          </a:p>
        </p:txBody>
      </p:sp>
      <p:sp>
        <p:nvSpPr>
          <p:cNvPr id="433" name="Google Shape;433;p47"/>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434" name="Google Shape;434;p47"/>
          <p:cNvPicPr preferRelativeResize="0"/>
          <p:nvPr/>
        </p:nvPicPr>
        <p:blipFill rotWithShape="1">
          <a:blip r:embed="rId3">
            <a:alphaModFix/>
          </a:blip>
          <a:srcRect b="0" l="0" r="0" t="0"/>
          <a:stretch/>
        </p:blipFill>
        <p:spPr>
          <a:xfrm>
            <a:off x="462008" y="6072299"/>
            <a:ext cx="3370923" cy="365760"/>
          </a:xfrm>
          <a:prstGeom prst="rect">
            <a:avLst/>
          </a:prstGeom>
          <a:noFill/>
          <a:ln>
            <a:noFill/>
          </a:ln>
        </p:spPr>
      </p:pic>
      <p:sp>
        <p:nvSpPr>
          <p:cNvPr id="435" name="Google Shape;435;p47"/>
          <p:cNvSpPr txBox="1"/>
          <p:nvPr/>
        </p:nvSpPr>
        <p:spPr>
          <a:xfrm>
            <a:off x="593984" y="1367835"/>
            <a:ext cx="8185150" cy="4330416"/>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Clr>
                <a:schemeClr val="lt1"/>
              </a:buClr>
              <a:buSzPts val="1800"/>
              <a:buFont typeface="Arial"/>
              <a:buNone/>
            </a:pPr>
            <a:r>
              <a:rPr b="1" i="0" lang="en-US" sz="1800" u="none" cap="none" strike="noStrike">
                <a:solidFill>
                  <a:schemeClr val="lt1"/>
                </a:solidFill>
                <a:latin typeface="Arial"/>
                <a:ea typeface="Arial"/>
                <a:cs typeface="Arial"/>
                <a:sym typeface="Arial"/>
              </a:rPr>
              <a:t>Title of container – a work that contains another work</a:t>
            </a:r>
            <a:endParaRPr/>
          </a:p>
          <a:p>
            <a:pPr indent="0" lvl="0" marL="0" marR="0" rtl="0" algn="l">
              <a:lnSpc>
                <a:spcPct val="110000"/>
              </a:lnSpc>
              <a:spcBef>
                <a:spcPts val="0"/>
              </a:spcBef>
              <a:spcAft>
                <a:spcPts val="0"/>
              </a:spcAft>
              <a:buClr>
                <a:schemeClr val="lt1"/>
              </a:buClr>
              <a:buSzPts val="1800"/>
              <a:buFont typeface="Arial"/>
              <a:buNone/>
            </a:pPr>
            <a:r>
              <a:t/>
            </a:r>
            <a:endParaRPr b="0" i="1" sz="1800" u="none" cap="none" strike="noStrike">
              <a:solidFill>
                <a:schemeClr val="lt1"/>
              </a:solidFill>
              <a:latin typeface="Arial"/>
              <a:ea typeface="Arial"/>
              <a:cs typeface="Arial"/>
              <a:sym typeface="Arial"/>
            </a:endParaRPr>
          </a:p>
          <a:p>
            <a:pPr indent="0" lvl="0" marL="0" marR="0" rtl="0" algn="l">
              <a:lnSpc>
                <a:spcPct val="110000"/>
              </a:lnSpc>
              <a:spcBef>
                <a:spcPts val="0"/>
              </a:spcBef>
              <a:spcAft>
                <a:spcPts val="0"/>
              </a:spcAft>
              <a:buClr>
                <a:schemeClr val="lt1"/>
              </a:buClr>
              <a:buSzPts val="1800"/>
              <a:buFont typeface="Arial"/>
              <a:buNone/>
            </a:pPr>
            <a:r>
              <a:rPr b="0" i="1" lang="en-US" sz="1800" u="none" cap="none" strike="noStrike">
                <a:solidFill>
                  <a:schemeClr val="lt1"/>
                </a:solidFill>
                <a:latin typeface="Arial"/>
                <a:ea typeface="Arial"/>
                <a:cs typeface="Arial"/>
                <a:sym typeface="Arial"/>
              </a:rPr>
              <a:t>Examples:</a:t>
            </a:r>
            <a:endParaRPr/>
          </a:p>
          <a:p>
            <a:pPr indent="-457200" lvl="0" marL="457200" marR="0" rtl="0" algn="l">
              <a:spcBef>
                <a:spcPts val="0"/>
              </a:spcBef>
              <a:spcAft>
                <a:spcPts val="0"/>
              </a:spcAft>
              <a:buClr>
                <a:schemeClr val="lt1"/>
              </a:buClr>
              <a:buSzPts val="1800"/>
              <a:buFont typeface="Arial"/>
              <a:buNone/>
            </a:pPr>
            <a:r>
              <a:t/>
            </a:r>
            <a:endParaRPr b="0" i="0" sz="1800" u="none" cap="none" strike="noStrike">
              <a:solidFill>
                <a:srgbClr val="5577AE"/>
              </a:solidFill>
              <a:latin typeface="Arial"/>
              <a:ea typeface="Arial"/>
              <a:cs typeface="Arial"/>
              <a:sym typeface="Arial"/>
            </a:endParaRPr>
          </a:p>
          <a:p>
            <a:pPr indent="-457200" lvl="0" marL="457200" marR="0" rtl="0" algn="l">
              <a:spcBef>
                <a:spcPts val="0"/>
              </a:spcBef>
              <a:spcAft>
                <a:spcPts val="0"/>
              </a:spcAft>
              <a:buClr>
                <a:srgbClr val="5577AE"/>
              </a:buClr>
              <a:buSzPts val="1800"/>
              <a:buFont typeface="Arial"/>
              <a:buNone/>
            </a:pPr>
            <a:r>
              <a:rPr b="0" i="0" lang="en-US" sz="1800" u="none" cap="none" strike="noStrike">
                <a:solidFill>
                  <a:srgbClr val="5577AE"/>
                </a:solidFill>
                <a:latin typeface="Arial"/>
                <a:ea typeface="Arial"/>
                <a:cs typeface="Arial"/>
                <a:sym typeface="Arial"/>
              </a:rPr>
              <a:t>Bazin, Patrick. “Toward Metareading.” The Future of the Book, edited by Geoffrey Nunberg, U of California P, 1996, pp. 153-68.</a:t>
            </a:r>
            <a:endParaRPr/>
          </a:p>
          <a:p>
            <a:pPr indent="-457200" lvl="0" marL="457200" marR="0" rtl="0" algn="l">
              <a:spcBef>
                <a:spcPts val="0"/>
              </a:spcBef>
              <a:spcAft>
                <a:spcPts val="0"/>
              </a:spcAft>
              <a:buClr>
                <a:srgbClr val="5577AE"/>
              </a:buClr>
              <a:buSzPts val="1800"/>
              <a:buFont typeface="Arial"/>
              <a:buNone/>
            </a:pPr>
            <a:r>
              <a:rPr b="0" i="0" lang="en-US" sz="1800" u="none" cap="none" strike="noStrike">
                <a:solidFill>
                  <a:srgbClr val="5577AE"/>
                </a:solidFill>
                <a:latin typeface="Arial"/>
                <a:ea typeface="Arial"/>
                <a:cs typeface="Arial"/>
                <a:sym typeface="Arial"/>
              </a:rPr>
              <a:t> </a:t>
            </a:r>
            <a:endParaRPr/>
          </a:p>
          <a:p>
            <a:pPr indent="-457200" lvl="0" marL="457200" marR="0" rtl="0" algn="l">
              <a:spcBef>
                <a:spcPts val="0"/>
              </a:spcBef>
              <a:spcAft>
                <a:spcPts val="0"/>
              </a:spcAft>
              <a:buClr>
                <a:srgbClr val="5577AE"/>
              </a:buClr>
              <a:buSzPts val="1800"/>
              <a:buFont typeface="Arial"/>
              <a:buNone/>
            </a:pPr>
            <a:r>
              <a:rPr b="0" i="0" lang="en-US" sz="1800" u="none" cap="none" strike="noStrike">
                <a:solidFill>
                  <a:srgbClr val="5577AE"/>
                </a:solidFill>
                <a:latin typeface="Arial"/>
                <a:ea typeface="Arial"/>
                <a:cs typeface="Arial"/>
                <a:sym typeface="Arial"/>
              </a:rPr>
              <a:t>Hollmichel, Stefanie. “The Reading Brain: Differences between Digital and Print.” So Many Books, 25 Apr. 2013, somanybooksblog.com/2013/04/25/the-reading-brain-differences-between-digital-and-print/.</a:t>
            </a:r>
            <a:endParaRPr/>
          </a:p>
          <a:p>
            <a:pPr indent="-457200" lvl="0" marL="457200" marR="0" rtl="0" algn="l">
              <a:spcBef>
                <a:spcPts val="0"/>
              </a:spcBef>
              <a:spcAft>
                <a:spcPts val="0"/>
              </a:spcAft>
              <a:buClr>
                <a:srgbClr val="5577AE"/>
              </a:buClr>
              <a:buSzPts val="1800"/>
              <a:buFont typeface="Arial"/>
              <a:buNone/>
            </a:pPr>
            <a:r>
              <a:rPr b="0" i="0" lang="en-US" sz="1800" u="none" cap="none" strike="noStrike">
                <a:solidFill>
                  <a:srgbClr val="5577AE"/>
                </a:solidFill>
                <a:latin typeface="Arial"/>
                <a:ea typeface="Arial"/>
                <a:cs typeface="Arial"/>
                <a:sym typeface="Arial"/>
              </a:rPr>
              <a:t> </a:t>
            </a:r>
            <a:endParaRPr/>
          </a:p>
          <a:p>
            <a:pPr indent="-457200" lvl="0" marL="457200" marR="0" rtl="0" algn="l">
              <a:spcBef>
                <a:spcPts val="0"/>
              </a:spcBef>
              <a:spcAft>
                <a:spcPts val="0"/>
              </a:spcAft>
              <a:buClr>
                <a:srgbClr val="5577AE"/>
              </a:buClr>
              <a:buSzPts val="1800"/>
              <a:buFont typeface="Arial"/>
              <a:buNone/>
            </a:pPr>
            <a:r>
              <a:rPr b="0" i="0" lang="en-US" sz="1800" u="none" cap="none" strike="noStrike">
                <a:solidFill>
                  <a:srgbClr val="5577AE"/>
                </a:solidFill>
                <a:latin typeface="Arial"/>
                <a:ea typeface="Arial"/>
                <a:cs typeface="Arial"/>
                <a:sym typeface="Arial"/>
              </a:rPr>
              <a:t>“Under the Gun.” Pretty Little Liars, season 4, episode 6, ABC Family, 16 July 2013. Hulu, hulu.com/watch/511318.</a:t>
            </a:r>
            <a:endParaRPr/>
          </a:p>
          <a:p>
            <a:pPr indent="0" lvl="0" marL="0" marR="0" rtl="0" algn="l">
              <a:spcBef>
                <a:spcPts val="0"/>
              </a:spcBef>
              <a:spcAft>
                <a:spcPts val="0"/>
              </a:spcAft>
              <a:buClr>
                <a:schemeClr val="lt1"/>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48"/>
          <p:cNvSpPr txBox="1"/>
          <p:nvPr>
            <p:ph type="ctrTitle"/>
          </p:nvPr>
        </p:nvSpPr>
        <p:spPr>
          <a:xfrm>
            <a:off x="174678" y="478143"/>
            <a:ext cx="6925732" cy="512448"/>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lt2"/>
              </a:buClr>
              <a:buSzPts val="3600"/>
              <a:buFont typeface="Arial"/>
              <a:buNone/>
            </a:pPr>
            <a:r>
              <a:rPr lang="en-US" sz="3600"/>
              <a:t>Works Cited List: Title of Container </a:t>
            </a:r>
            <a:endParaRPr/>
          </a:p>
        </p:txBody>
      </p:sp>
      <p:sp>
        <p:nvSpPr>
          <p:cNvPr id="442" name="Google Shape;442;p48"/>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443" name="Google Shape;443;p48"/>
          <p:cNvPicPr preferRelativeResize="0"/>
          <p:nvPr/>
        </p:nvPicPr>
        <p:blipFill rotWithShape="1">
          <a:blip r:embed="rId3">
            <a:alphaModFix/>
          </a:blip>
          <a:srcRect b="0" l="0" r="0" t="0"/>
          <a:stretch/>
        </p:blipFill>
        <p:spPr>
          <a:xfrm>
            <a:off x="462008" y="6072299"/>
            <a:ext cx="3370923" cy="365760"/>
          </a:xfrm>
          <a:prstGeom prst="rect">
            <a:avLst/>
          </a:prstGeom>
          <a:noFill/>
          <a:ln>
            <a:noFill/>
          </a:ln>
        </p:spPr>
      </p:pic>
      <p:sp>
        <p:nvSpPr>
          <p:cNvPr id="444" name="Google Shape;444;p48"/>
          <p:cNvSpPr txBox="1"/>
          <p:nvPr/>
        </p:nvSpPr>
        <p:spPr>
          <a:xfrm>
            <a:off x="331728" y="1111421"/>
            <a:ext cx="8191171"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accent2"/>
              </a:buClr>
              <a:buSzPts val="2200"/>
              <a:buFont typeface="Arial"/>
              <a:buNone/>
            </a:pPr>
            <a:r>
              <a:rPr b="1" i="0" lang="en-US" sz="2200" u="none" cap="none" strike="noStrike">
                <a:solidFill>
                  <a:schemeClr val="accent2"/>
                </a:solidFill>
                <a:latin typeface="Arial"/>
                <a:ea typeface="Arial"/>
                <a:cs typeface="Arial"/>
                <a:sym typeface="Arial"/>
              </a:rPr>
              <a:t>Title of container</a:t>
            </a:r>
            <a:endParaRPr/>
          </a:p>
          <a:p>
            <a:pPr indent="0" lvl="0" marL="0" marR="0" rtl="0" algn="l">
              <a:spcBef>
                <a:spcPts val="0"/>
              </a:spcBef>
              <a:spcAft>
                <a:spcPts val="0"/>
              </a:spcAft>
              <a:buClr>
                <a:schemeClr val="lt1"/>
              </a:buClr>
              <a:buSzPts val="2000"/>
              <a:buFont typeface="Arial"/>
              <a:buNone/>
            </a:pPr>
            <a:r>
              <a:t/>
            </a:r>
            <a:endParaRPr b="0" i="0" sz="2000" u="none" cap="none" strike="noStrike">
              <a:solidFill>
                <a:schemeClr val="lt1"/>
              </a:solidFill>
              <a:latin typeface="Book Antiqua"/>
              <a:ea typeface="Book Antiqua"/>
              <a:cs typeface="Book Antiqua"/>
              <a:sym typeface="Book Antiqua"/>
            </a:endParaRPr>
          </a:p>
        </p:txBody>
      </p:sp>
      <p:graphicFrame>
        <p:nvGraphicFramePr>
          <p:cNvPr id="445" name="Google Shape;445;p48"/>
          <p:cNvGraphicFramePr/>
          <p:nvPr/>
        </p:nvGraphicFramePr>
        <p:xfrm>
          <a:off x="394044" y="1630561"/>
          <a:ext cx="3000000" cy="3000000"/>
        </p:xfrm>
        <a:graphic>
          <a:graphicData uri="http://schemas.openxmlformats.org/drawingml/2006/table">
            <a:tbl>
              <a:tblPr bandRow="1" firstRow="1">
                <a:noFill/>
                <a:tableStyleId>{045AEB24-BAA1-4714-A861-DF6BAC141685}</a:tableStyleId>
              </a:tblPr>
              <a:tblGrid>
                <a:gridCol w="1359000"/>
                <a:gridCol w="3041125"/>
                <a:gridCol w="4018100"/>
              </a:tblGrid>
              <a:tr h="588750">
                <a:tc>
                  <a:txBody>
                    <a:bodyPr/>
                    <a:lstStyle/>
                    <a:p>
                      <a:pPr indent="0" lvl="0" marL="0" marR="0" rtl="0" algn="l">
                        <a:spcBef>
                          <a:spcPts val="0"/>
                        </a:spcBef>
                        <a:spcAft>
                          <a:spcPts val="0"/>
                        </a:spcAft>
                        <a:buNone/>
                      </a:pPr>
                      <a:r>
                        <a:t/>
                      </a:r>
                      <a:endParaRPr sz="1800">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None/>
                      </a:pPr>
                      <a:r>
                        <a:rPr lang="en-US" sz="1800">
                          <a:latin typeface="Arial"/>
                          <a:ea typeface="Arial"/>
                          <a:cs typeface="Arial"/>
                          <a:sym typeface="Arial"/>
                        </a:rPr>
                        <a:t>Not a container</a:t>
                      </a:r>
                      <a:endParaRPr/>
                    </a:p>
                  </a:txBody>
                  <a:tcPr marT="45725" marB="45725" marR="91450" marL="91450"/>
                </a:tc>
                <a:tc>
                  <a:txBody>
                    <a:bodyPr/>
                    <a:lstStyle/>
                    <a:p>
                      <a:pPr indent="0" lvl="0" marL="0" marR="0" rtl="0" algn="ctr">
                        <a:spcBef>
                          <a:spcPts val="0"/>
                        </a:spcBef>
                        <a:spcAft>
                          <a:spcPts val="0"/>
                        </a:spcAft>
                        <a:buNone/>
                      </a:pPr>
                      <a:r>
                        <a:rPr lang="en-US" sz="1800">
                          <a:latin typeface="Arial"/>
                          <a:ea typeface="Arial"/>
                          <a:cs typeface="Arial"/>
                          <a:sym typeface="Arial"/>
                        </a:rPr>
                        <a:t>A container</a:t>
                      </a:r>
                      <a:endParaRPr/>
                    </a:p>
                  </a:txBody>
                  <a:tcPr marT="45725" marB="45725" marR="91450" marL="91450"/>
                </a:tc>
              </a:tr>
              <a:tr h="588750">
                <a:tc>
                  <a:txBody>
                    <a:bodyPr/>
                    <a:lstStyle/>
                    <a:p>
                      <a:pPr indent="0" lvl="0" marL="0" marR="0" rtl="0" algn="l">
                        <a:spcBef>
                          <a:spcPts val="0"/>
                        </a:spcBef>
                        <a:spcAft>
                          <a:spcPts val="0"/>
                        </a:spcAft>
                        <a:buNone/>
                      </a:pPr>
                      <a:r>
                        <a:rPr lang="en-US" sz="1800">
                          <a:latin typeface="Arial"/>
                          <a:ea typeface="Arial"/>
                          <a:cs typeface="Arial"/>
                          <a:sym typeface="Arial"/>
                        </a:rPr>
                        <a:t>Blackboard</a:t>
                      </a:r>
                      <a:endParaRPr/>
                    </a:p>
                  </a:txBody>
                  <a:tcPr marT="45725" marB="45725" marR="91450" marL="91450"/>
                </a:tc>
                <a:tc>
                  <a:txBody>
                    <a:bodyPr/>
                    <a:lstStyle/>
                    <a:p>
                      <a:pPr indent="0" lvl="0" marL="0" marR="0" rtl="0" algn="l">
                        <a:spcBef>
                          <a:spcPts val="0"/>
                        </a:spcBef>
                        <a:spcAft>
                          <a:spcPts val="0"/>
                        </a:spcAft>
                        <a:buNone/>
                      </a:pPr>
                      <a:r>
                        <a:rPr lang="en-US" sz="1800">
                          <a:latin typeface="Arial"/>
                          <a:ea typeface="Arial"/>
                          <a:cs typeface="Arial"/>
                          <a:sym typeface="Arial"/>
                        </a:rPr>
                        <a:t>When it links you to another website</a:t>
                      </a:r>
                      <a:endParaRPr/>
                    </a:p>
                  </a:txBody>
                  <a:tcPr marT="45725" marB="45725" marR="91450" marL="91450"/>
                </a:tc>
                <a:tc>
                  <a:txBody>
                    <a:bodyPr/>
                    <a:lstStyle/>
                    <a:p>
                      <a:pPr indent="0" lvl="0" marL="0" marR="0" rtl="0" algn="l">
                        <a:spcBef>
                          <a:spcPts val="0"/>
                        </a:spcBef>
                        <a:spcAft>
                          <a:spcPts val="0"/>
                        </a:spcAft>
                        <a:buNone/>
                      </a:pPr>
                      <a:r>
                        <a:rPr lang="en-US" sz="1800">
                          <a:latin typeface="Arial"/>
                          <a:ea typeface="Arial"/>
                          <a:cs typeface="Arial"/>
                          <a:sym typeface="Arial"/>
                        </a:rPr>
                        <a:t>When something, like a lecture, is published on it</a:t>
                      </a:r>
                      <a:endParaRPr/>
                    </a:p>
                  </a:txBody>
                  <a:tcPr marT="45725" marB="45725" marR="91450" marL="91450"/>
                </a:tc>
              </a:tr>
              <a:tr h="588750">
                <a:tc>
                  <a:txBody>
                    <a:bodyPr/>
                    <a:lstStyle/>
                    <a:p>
                      <a:pPr indent="0" lvl="0" marL="0" marR="0" rtl="0" algn="l">
                        <a:spcBef>
                          <a:spcPts val="0"/>
                        </a:spcBef>
                        <a:spcAft>
                          <a:spcPts val="0"/>
                        </a:spcAft>
                        <a:buNone/>
                      </a:pPr>
                      <a:r>
                        <a:rPr lang="en-US" sz="1800">
                          <a:latin typeface="Arial"/>
                          <a:ea typeface="Arial"/>
                          <a:cs typeface="Arial"/>
                          <a:sym typeface="Arial"/>
                        </a:rPr>
                        <a:t>Amazon</a:t>
                      </a:r>
                      <a:endParaRPr/>
                    </a:p>
                  </a:txBody>
                  <a:tcPr marT="45725" marB="45725" marR="91450" marL="91450"/>
                </a:tc>
                <a:tc>
                  <a:txBody>
                    <a:bodyPr/>
                    <a:lstStyle/>
                    <a:p>
                      <a:pPr indent="0" lvl="0" marL="0" marR="0" rtl="0" algn="l">
                        <a:spcBef>
                          <a:spcPts val="0"/>
                        </a:spcBef>
                        <a:spcAft>
                          <a:spcPts val="0"/>
                        </a:spcAft>
                        <a:buNone/>
                      </a:pPr>
                      <a:r>
                        <a:rPr lang="en-US" sz="1800">
                          <a:latin typeface="Arial"/>
                          <a:ea typeface="Arial"/>
                          <a:cs typeface="Arial"/>
                          <a:sym typeface="Arial"/>
                        </a:rPr>
                        <a:t>When you download an e-book from it</a:t>
                      </a:r>
                      <a:endParaRPr/>
                    </a:p>
                  </a:txBody>
                  <a:tcPr marT="45725" marB="45725" marR="91450" marL="91450"/>
                </a:tc>
                <a:tc>
                  <a:txBody>
                    <a:bodyPr/>
                    <a:lstStyle/>
                    <a:p>
                      <a:pPr indent="0" lvl="0" marL="0" marR="0" rtl="0" algn="l">
                        <a:spcBef>
                          <a:spcPts val="0"/>
                        </a:spcBef>
                        <a:spcAft>
                          <a:spcPts val="0"/>
                        </a:spcAft>
                        <a:buNone/>
                      </a:pPr>
                      <a:r>
                        <a:rPr lang="en-US" sz="1800">
                          <a:latin typeface="Arial"/>
                          <a:ea typeface="Arial"/>
                          <a:cs typeface="Arial"/>
                          <a:sym typeface="Arial"/>
                        </a:rPr>
                        <a:t>When a customer review is published on the site</a:t>
                      </a:r>
                      <a:endParaRPr/>
                    </a:p>
                  </a:txBody>
                  <a:tcPr marT="45725" marB="45725" marR="91450" marL="91450"/>
                </a:tc>
              </a:tr>
              <a:tr h="588750">
                <a:tc>
                  <a:txBody>
                    <a:bodyPr/>
                    <a:lstStyle/>
                    <a:p>
                      <a:pPr indent="0" lvl="0" marL="0" marR="0" rtl="0" algn="l">
                        <a:spcBef>
                          <a:spcPts val="0"/>
                        </a:spcBef>
                        <a:spcAft>
                          <a:spcPts val="0"/>
                        </a:spcAft>
                        <a:buNone/>
                      </a:pPr>
                      <a:r>
                        <a:rPr lang="en-US" sz="1800">
                          <a:latin typeface="Arial"/>
                          <a:ea typeface="Arial"/>
                          <a:cs typeface="Arial"/>
                          <a:sym typeface="Arial"/>
                        </a:rPr>
                        <a:t>Google</a:t>
                      </a:r>
                      <a:endParaRPr/>
                    </a:p>
                  </a:txBody>
                  <a:tcPr marT="45725" marB="45725" marR="91450" marL="91450"/>
                </a:tc>
                <a:tc>
                  <a:txBody>
                    <a:bodyPr/>
                    <a:lstStyle/>
                    <a:p>
                      <a:pPr indent="0" lvl="0" marL="0" marR="0" rtl="0" algn="l">
                        <a:spcBef>
                          <a:spcPts val="0"/>
                        </a:spcBef>
                        <a:spcAft>
                          <a:spcPts val="0"/>
                        </a:spcAft>
                        <a:buNone/>
                      </a:pPr>
                      <a:r>
                        <a:rPr lang="en-US" sz="1800">
                          <a:latin typeface="Arial"/>
                          <a:ea typeface="Arial"/>
                          <a:cs typeface="Arial"/>
                          <a:sym typeface="Arial"/>
                        </a:rPr>
                        <a:t>When it displays snippets of text in the results page of a search</a:t>
                      </a:r>
                      <a:endParaRPr/>
                    </a:p>
                  </a:txBody>
                  <a:tcPr marT="45725" marB="45725" marR="91450" marL="91450"/>
                </a:tc>
                <a:tc>
                  <a:txBody>
                    <a:bodyPr/>
                    <a:lstStyle/>
                    <a:p>
                      <a:pPr indent="0" lvl="0" marL="0" marR="0" rtl="0" algn="l">
                        <a:spcBef>
                          <a:spcPts val="0"/>
                        </a:spcBef>
                        <a:spcAft>
                          <a:spcPts val="0"/>
                        </a:spcAft>
                        <a:buNone/>
                      </a:pPr>
                      <a:r>
                        <a:rPr lang="en-US" sz="1800">
                          <a:latin typeface="Arial"/>
                          <a:ea typeface="Arial"/>
                          <a:cs typeface="Arial"/>
                          <a:sym typeface="Arial"/>
                        </a:rPr>
                        <a:t>When it publishes an original artwork, such as a Google Doodle</a:t>
                      </a:r>
                      <a:endParaRPr/>
                    </a:p>
                  </a:txBody>
                  <a:tcPr marT="45725" marB="45725" marR="91450" marL="91450"/>
                </a:tc>
              </a:tr>
              <a:tr h="588750">
                <a:tc>
                  <a:txBody>
                    <a:bodyPr/>
                    <a:lstStyle/>
                    <a:p>
                      <a:pPr indent="0" lvl="0" marL="0" marR="0" rtl="0" algn="l">
                        <a:spcBef>
                          <a:spcPts val="0"/>
                        </a:spcBef>
                        <a:spcAft>
                          <a:spcPts val="0"/>
                        </a:spcAft>
                        <a:buNone/>
                      </a:pPr>
                      <a:r>
                        <a:rPr lang="en-US" sz="1800">
                          <a:latin typeface="Arial"/>
                          <a:ea typeface="Arial"/>
                          <a:cs typeface="Arial"/>
                          <a:sym typeface="Arial"/>
                        </a:rPr>
                        <a:t>Facebook</a:t>
                      </a:r>
                      <a:endParaRPr/>
                    </a:p>
                  </a:txBody>
                  <a:tcPr marT="45725" marB="45725" marR="91450" marL="91450"/>
                </a:tc>
                <a:tc>
                  <a:txBody>
                    <a:bodyPr/>
                    <a:lstStyle/>
                    <a:p>
                      <a:pPr indent="0" lvl="0" marL="0" marR="0" rtl="0" algn="l">
                        <a:spcBef>
                          <a:spcPts val="0"/>
                        </a:spcBef>
                        <a:spcAft>
                          <a:spcPts val="0"/>
                        </a:spcAft>
                        <a:buNone/>
                      </a:pPr>
                      <a:r>
                        <a:rPr lang="en-US" sz="1800">
                          <a:latin typeface="Arial"/>
                          <a:ea typeface="Arial"/>
                          <a:cs typeface="Arial"/>
                          <a:sym typeface="Arial"/>
                        </a:rPr>
                        <a:t>When you click on a link (e.g., a link to a news story) that takes you to another website</a:t>
                      </a:r>
                      <a:endParaRPr/>
                    </a:p>
                  </a:txBody>
                  <a:tcPr marT="45725" marB="45725" marR="91450" marL="91450"/>
                </a:tc>
                <a:tc>
                  <a:txBody>
                    <a:bodyPr/>
                    <a:lstStyle/>
                    <a:p>
                      <a:pPr indent="0" lvl="0" marL="0" marR="0" rtl="0" algn="l">
                        <a:spcBef>
                          <a:spcPts val="0"/>
                        </a:spcBef>
                        <a:spcAft>
                          <a:spcPts val="0"/>
                        </a:spcAft>
                        <a:buNone/>
                      </a:pPr>
                      <a:r>
                        <a:rPr lang="en-US" sz="1800">
                          <a:latin typeface="Arial"/>
                          <a:ea typeface="Arial"/>
                          <a:cs typeface="Arial"/>
                          <a:sym typeface="Arial"/>
                        </a:rPr>
                        <a:t>When a user publishes or comments on a link or post</a:t>
                      </a:r>
                      <a:endParaRPr/>
                    </a:p>
                  </a:txBody>
                  <a:tcPr marT="45725" marB="45725" marR="91450" marL="91450"/>
                </a:tc>
              </a:tr>
            </a:tbl>
          </a:graphicData>
        </a:graphic>
      </p:graphicFrame>
      <p:sp>
        <p:nvSpPr>
          <p:cNvPr id="446" name="Google Shape;446;p48"/>
          <p:cNvSpPr txBox="1"/>
          <p:nvPr/>
        </p:nvSpPr>
        <p:spPr>
          <a:xfrm>
            <a:off x="2678531" y="5707276"/>
            <a:ext cx="591772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lt1"/>
                </a:solidFill>
                <a:latin typeface="Arial"/>
                <a:ea typeface="Arial"/>
                <a:cs typeface="Arial"/>
                <a:sym typeface="Arial"/>
              </a:rPr>
              <a:t>Fig. 5.31. MLA, </a:t>
            </a:r>
            <a:r>
              <a:rPr b="0" i="1" lang="en-US" sz="1800" u="none" cap="none" strike="noStrike">
                <a:solidFill>
                  <a:schemeClr val="lt1"/>
                </a:solidFill>
                <a:latin typeface="Arial"/>
                <a:ea typeface="Arial"/>
                <a:cs typeface="Arial"/>
                <a:sym typeface="Arial"/>
              </a:rPr>
              <a:t>MLA Handbook Ninth Edition, </a:t>
            </a:r>
            <a:r>
              <a:rPr b="0" i="0" lang="en-US" sz="1800" u="none" cap="none" strike="noStrike">
                <a:solidFill>
                  <a:schemeClr val="lt1"/>
                </a:solidFill>
                <a:latin typeface="Arial"/>
                <a:ea typeface="Arial"/>
                <a:cs typeface="Arial"/>
                <a:sym typeface="Arial"/>
              </a:rPr>
              <a:t>2021, p. 137</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49"/>
          <p:cNvSpPr txBox="1"/>
          <p:nvPr>
            <p:ph type="ctrTitle"/>
          </p:nvPr>
        </p:nvSpPr>
        <p:spPr>
          <a:xfrm>
            <a:off x="118408" y="475953"/>
            <a:ext cx="6925732" cy="512448"/>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lt2"/>
              </a:buClr>
              <a:buSzPts val="3600"/>
              <a:buFont typeface="Arial"/>
              <a:buNone/>
            </a:pPr>
            <a:r>
              <a:rPr lang="en-US" sz="3600"/>
              <a:t>Works Cited List: Other Contributors</a:t>
            </a:r>
            <a:endParaRPr/>
          </a:p>
        </p:txBody>
      </p:sp>
      <p:sp>
        <p:nvSpPr>
          <p:cNvPr id="453" name="Google Shape;453;p49"/>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454" name="Google Shape;454;p49"/>
          <p:cNvPicPr preferRelativeResize="0"/>
          <p:nvPr/>
        </p:nvPicPr>
        <p:blipFill rotWithShape="1">
          <a:blip r:embed="rId3">
            <a:alphaModFix/>
          </a:blip>
          <a:srcRect b="0" l="0" r="0" t="0"/>
          <a:stretch/>
        </p:blipFill>
        <p:spPr>
          <a:xfrm>
            <a:off x="462008" y="6072299"/>
            <a:ext cx="3370923" cy="365760"/>
          </a:xfrm>
          <a:prstGeom prst="rect">
            <a:avLst/>
          </a:prstGeom>
          <a:noFill/>
          <a:ln>
            <a:noFill/>
          </a:ln>
        </p:spPr>
      </p:pic>
      <p:sp>
        <p:nvSpPr>
          <p:cNvPr id="455" name="Google Shape;455;p49"/>
          <p:cNvSpPr txBox="1"/>
          <p:nvPr/>
        </p:nvSpPr>
        <p:spPr>
          <a:xfrm>
            <a:off x="579379" y="1220071"/>
            <a:ext cx="8016875" cy="424731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Contributor – people, groups, or organizations that contribute without being its primary creator. </a:t>
            </a:r>
            <a:endParaRPr/>
          </a:p>
          <a:p>
            <a:pPr indent="0" lvl="0" marL="0" marR="0" rtl="0" algn="l">
              <a:spcBef>
                <a:spcPts val="0"/>
              </a:spcBef>
              <a:spcAft>
                <a:spcPts val="0"/>
              </a:spcAft>
              <a:buClr>
                <a:schemeClr val="lt1"/>
              </a:buClr>
              <a:buSzPts val="1800"/>
              <a:buFont typeface="Arial"/>
              <a:buNone/>
            </a:pPr>
            <a:r>
              <a:t/>
            </a:r>
            <a:endParaRPr b="1" sz="1800">
              <a:solidFill>
                <a:schemeClr val="lt1"/>
              </a:solidFill>
              <a:latin typeface="Arial"/>
              <a:ea typeface="Arial"/>
              <a:cs typeface="Arial"/>
              <a:sym typeface="Arial"/>
            </a:endParaRPr>
          </a:p>
          <a:p>
            <a:pPr indent="0" lvl="0" marL="0" marR="0" rtl="0" algn="l">
              <a:spcBef>
                <a:spcPts val="0"/>
              </a:spcBef>
              <a:spcAft>
                <a:spcPts val="0"/>
              </a:spcAft>
              <a:buClr>
                <a:schemeClr val="lt1"/>
              </a:buClr>
              <a:buSzPts val="1800"/>
              <a:buFont typeface="Arial"/>
              <a:buNone/>
            </a:pPr>
            <a:r>
              <a:rPr i="1" lang="en-US" sz="1800">
                <a:solidFill>
                  <a:schemeClr val="lt1"/>
                </a:solidFill>
                <a:latin typeface="Arial"/>
                <a:ea typeface="Arial"/>
                <a:cs typeface="Arial"/>
                <a:sym typeface="Arial"/>
              </a:rPr>
              <a:t>Examples:</a:t>
            </a:r>
            <a:endParaRPr/>
          </a:p>
          <a:p>
            <a:pPr indent="-457200" lvl="0" marL="457200" marR="0" rtl="0" algn="l">
              <a:spcBef>
                <a:spcPts val="0"/>
              </a:spcBef>
              <a:spcAft>
                <a:spcPts val="0"/>
              </a:spcAft>
              <a:buClr>
                <a:schemeClr val="lt1"/>
              </a:buClr>
              <a:buSzPts val="1800"/>
              <a:buFont typeface="Arial"/>
              <a:buNone/>
            </a:pPr>
            <a:r>
              <a:t/>
            </a:r>
            <a:endParaRPr sz="1800">
              <a:solidFill>
                <a:srgbClr val="5577AE"/>
              </a:solidFill>
              <a:latin typeface="Arial"/>
              <a:ea typeface="Arial"/>
              <a:cs typeface="Arial"/>
              <a:sym typeface="Arial"/>
            </a:endParaRPr>
          </a:p>
          <a:p>
            <a:pPr indent="-457200" lvl="0" marL="457200" marR="0" rtl="0" algn="l">
              <a:spcBef>
                <a:spcPts val="0"/>
              </a:spcBef>
              <a:spcAft>
                <a:spcPts val="0"/>
              </a:spcAft>
              <a:buClr>
                <a:srgbClr val="5577AE"/>
              </a:buClr>
              <a:buSzPts val="1800"/>
              <a:buFont typeface="Arial"/>
              <a:buNone/>
            </a:pPr>
            <a:r>
              <a:rPr lang="en-US" sz="1800">
                <a:solidFill>
                  <a:srgbClr val="5577AE"/>
                </a:solidFill>
                <a:latin typeface="Arial"/>
                <a:ea typeface="Arial"/>
                <a:cs typeface="Arial"/>
                <a:sym typeface="Arial"/>
              </a:rPr>
              <a:t>Chartier, Roger. The Order of Books: Readers, Authors, and Libraries in Europe between the Fourteenth and Eighteenth Centuries. Translated by Lydia G. Cochrane, Stanford UP, 1994.</a:t>
            </a:r>
            <a:endParaRPr/>
          </a:p>
          <a:p>
            <a:pPr indent="-457200" lvl="0" marL="457200" marR="0" rtl="0" algn="l">
              <a:spcBef>
                <a:spcPts val="0"/>
              </a:spcBef>
              <a:spcAft>
                <a:spcPts val="0"/>
              </a:spcAft>
              <a:buClr>
                <a:srgbClr val="5577AE"/>
              </a:buClr>
              <a:buSzPts val="1800"/>
              <a:buFont typeface="Arial"/>
              <a:buNone/>
            </a:pPr>
            <a:r>
              <a:rPr lang="en-US" sz="1800">
                <a:solidFill>
                  <a:srgbClr val="5577AE"/>
                </a:solidFill>
                <a:latin typeface="Arial"/>
                <a:ea typeface="Arial"/>
                <a:cs typeface="Arial"/>
                <a:sym typeface="Arial"/>
              </a:rPr>
              <a:t> </a:t>
            </a:r>
            <a:endParaRPr/>
          </a:p>
          <a:p>
            <a:pPr indent="-457200" lvl="0" marL="457200" marR="0" rtl="0" algn="l">
              <a:spcBef>
                <a:spcPts val="0"/>
              </a:spcBef>
              <a:spcAft>
                <a:spcPts val="0"/>
              </a:spcAft>
              <a:buClr>
                <a:srgbClr val="5577AE"/>
              </a:buClr>
              <a:buSzPts val="1800"/>
              <a:buFont typeface="Arial"/>
              <a:buNone/>
            </a:pPr>
            <a:r>
              <a:rPr lang="en-US" sz="1800">
                <a:solidFill>
                  <a:srgbClr val="5577AE"/>
                </a:solidFill>
                <a:latin typeface="Arial"/>
                <a:ea typeface="Arial"/>
                <a:cs typeface="Arial"/>
                <a:sym typeface="Arial"/>
              </a:rPr>
              <a:t>“Hush.” Buffy the Vampire Slayer, created by Joss Whedon, performance by Sarah Michelle Gellar, season 4, episode 10, Mutant Enemy, 1999.</a:t>
            </a:r>
            <a:endParaRPr/>
          </a:p>
          <a:p>
            <a:pPr indent="-457200" lvl="0" marL="457200" marR="0" rtl="0" algn="l">
              <a:spcBef>
                <a:spcPts val="0"/>
              </a:spcBef>
              <a:spcAft>
                <a:spcPts val="0"/>
              </a:spcAft>
              <a:buClr>
                <a:srgbClr val="5577AE"/>
              </a:buClr>
              <a:buSzPts val="1800"/>
              <a:buFont typeface="Arial"/>
              <a:buNone/>
            </a:pPr>
            <a:r>
              <a:rPr lang="en-US" sz="1800">
                <a:solidFill>
                  <a:srgbClr val="5577AE"/>
                </a:solidFill>
                <a:latin typeface="Arial"/>
                <a:ea typeface="Arial"/>
                <a:cs typeface="Arial"/>
                <a:sym typeface="Arial"/>
              </a:rPr>
              <a:t> </a:t>
            </a:r>
            <a:endParaRPr/>
          </a:p>
          <a:p>
            <a:pPr indent="-457200" lvl="0" marL="457200" marR="0" rtl="0" algn="l">
              <a:spcBef>
                <a:spcPts val="0"/>
              </a:spcBef>
              <a:spcAft>
                <a:spcPts val="0"/>
              </a:spcAft>
              <a:buClr>
                <a:srgbClr val="5577AE"/>
              </a:buClr>
              <a:buSzPts val="1800"/>
              <a:buFont typeface="Arial"/>
              <a:buNone/>
            </a:pPr>
            <a:r>
              <a:rPr lang="en-US" sz="1800">
                <a:solidFill>
                  <a:srgbClr val="5577AE"/>
                </a:solidFill>
                <a:latin typeface="Arial"/>
                <a:ea typeface="Arial"/>
                <a:cs typeface="Arial"/>
                <a:sym typeface="Arial"/>
              </a:rPr>
              <a:t>Woolf, Virginia. Jacob’s Room. Annotated and with an introduction by Vara Neverow, Harcourt, Inc., 2008.</a:t>
            </a:r>
            <a:endParaRPr/>
          </a:p>
          <a:p>
            <a:pPr indent="0" lvl="0" marL="0" marR="0" rtl="0" algn="l">
              <a:spcBef>
                <a:spcPts val="0"/>
              </a:spcBef>
              <a:spcAft>
                <a:spcPts val="0"/>
              </a:spcAft>
              <a:buClr>
                <a:schemeClr val="lt1"/>
              </a:buClr>
              <a:buSzPts val="1800"/>
              <a:buFont typeface="Arial"/>
              <a:buNone/>
            </a:pPr>
            <a:r>
              <a:t/>
            </a:r>
            <a:endParaRPr i="1" sz="1800">
              <a:solidFill>
                <a:schemeClr val="lt1"/>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50"/>
          <p:cNvSpPr txBox="1"/>
          <p:nvPr>
            <p:ph type="ctrTitle"/>
          </p:nvPr>
        </p:nvSpPr>
        <p:spPr>
          <a:xfrm>
            <a:off x="132475" y="419941"/>
            <a:ext cx="6925732" cy="512448"/>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lt2"/>
              </a:buClr>
              <a:buSzPts val="3600"/>
              <a:buFont typeface="Arial"/>
              <a:buNone/>
            </a:pPr>
            <a:r>
              <a:rPr lang="en-US" sz="3600"/>
              <a:t>Works Cited List: Version</a:t>
            </a:r>
            <a:endParaRPr/>
          </a:p>
        </p:txBody>
      </p:sp>
      <p:sp>
        <p:nvSpPr>
          <p:cNvPr id="462" name="Google Shape;462;p50"/>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463" name="Google Shape;463;p50"/>
          <p:cNvPicPr preferRelativeResize="0"/>
          <p:nvPr/>
        </p:nvPicPr>
        <p:blipFill rotWithShape="1">
          <a:blip r:embed="rId3">
            <a:alphaModFix/>
          </a:blip>
          <a:srcRect b="0" l="0" r="0" t="0"/>
          <a:stretch/>
        </p:blipFill>
        <p:spPr>
          <a:xfrm>
            <a:off x="462008" y="6072299"/>
            <a:ext cx="3370923" cy="365760"/>
          </a:xfrm>
          <a:prstGeom prst="rect">
            <a:avLst/>
          </a:prstGeom>
          <a:noFill/>
          <a:ln>
            <a:noFill/>
          </a:ln>
        </p:spPr>
      </p:pic>
      <p:sp>
        <p:nvSpPr>
          <p:cNvPr id="464" name="Google Shape;464;p50"/>
          <p:cNvSpPr txBox="1"/>
          <p:nvPr/>
        </p:nvSpPr>
        <p:spPr>
          <a:xfrm>
            <a:off x="464344" y="1229725"/>
            <a:ext cx="8102600" cy="39703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Version – notation indicating which of multiple versions of a work released in multiple forms</a:t>
            </a:r>
            <a:endParaRPr/>
          </a:p>
          <a:p>
            <a:pPr indent="0" lvl="0" marL="0" marR="0" rtl="0" algn="l">
              <a:spcBef>
                <a:spcPts val="0"/>
              </a:spcBef>
              <a:spcAft>
                <a:spcPts val="0"/>
              </a:spcAft>
              <a:buClr>
                <a:schemeClr val="lt1"/>
              </a:buClr>
              <a:buSzPts val="1800"/>
              <a:buFont typeface="Arial"/>
              <a:buNone/>
            </a:pPr>
            <a:r>
              <a:t/>
            </a:r>
            <a:endParaRPr b="1" sz="1800">
              <a:solidFill>
                <a:schemeClr val="lt1"/>
              </a:solidFill>
              <a:latin typeface="Arial"/>
              <a:ea typeface="Arial"/>
              <a:cs typeface="Arial"/>
              <a:sym typeface="Arial"/>
            </a:endParaRPr>
          </a:p>
          <a:p>
            <a:pPr indent="0" lvl="0" marL="0" marR="0" rtl="0" algn="l">
              <a:spcBef>
                <a:spcPts val="0"/>
              </a:spcBef>
              <a:spcAft>
                <a:spcPts val="0"/>
              </a:spcAft>
              <a:buClr>
                <a:srgbClr val="5577AE"/>
              </a:buClr>
              <a:buSzPts val="1800"/>
              <a:buFont typeface="Arial"/>
              <a:buNone/>
            </a:pPr>
            <a:r>
              <a:rPr lang="en-US" sz="1800">
                <a:solidFill>
                  <a:srgbClr val="5577AE"/>
                </a:solidFill>
                <a:latin typeface="Arial"/>
                <a:ea typeface="Arial"/>
                <a:cs typeface="Arial"/>
                <a:sym typeface="Arial"/>
              </a:rPr>
              <a:t>If a source is listed as an edition or version of a work, include it in your citation.</a:t>
            </a:r>
            <a:endParaRPr/>
          </a:p>
          <a:p>
            <a:pPr indent="0" lvl="0" marL="0" marR="0" rtl="0" algn="l">
              <a:spcBef>
                <a:spcPts val="0"/>
              </a:spcBef>
              <a:spcAft>
                <a:spcPts val="0"/>
              </a:spcAft>
              <a:buClr>
                <a:schemeClr val="lt1"/>
              </a:buClr>
              <a:buSzPts val="1800"/>
              <a:buFont typeface="Arial"/>
              <a:buNone/>
            </a:pPr>
            <a:r>
              <a:t/>
            </a:r>
            <a:endParaRPr i="1" sz="1800">
              <a:solidFill>
                <a:schemeClr val="lt1"/>
              </a:solidFill>
              <a:latin typeface="Arial"/>
              <a:ea typeface="Arial"/>
              <a:cs typeface="Arial"/>
              <a:sym typeface="Arial"/>
            </a:endParaRPr>
          </a:p>
          <a:p>
            <a:pPr indent="0" lvl="0" marL="0" marR="0" rtl="0" algn="l">
              <a:spcBef>
                <a:spcPts val="0"/>
              </a:spcBef>
              <a:spcAft>
                <a:spcPts val="0"/>
              </a:spcAft>
              <a:buClr>
                <a:schemeClr val="lt1"/>
              </a:buClr>
              <a:buSzPts val="1800"/>
              <a:buFont typeface="Arial"/>
              <a:buNone/>
            </a:pPr>
            <a:r>
              <a:rPr i="1" lang="en-US" sz="1800">
                <a:solidFill>
                  <a:schemeClr val="lt1"/>
                </a:solidFill>
                <a:latin typeface="Arial"/>
                <a:ea typeface="Arial"/>
                <a:cs typeface="Arial"/>
                <a:sym typeface="Arial"/>
              </a:rPr>
              <a:t>Examples:</a:t>
            </a:r>
            <a:endParaRPr/>
          </a:p>
          <a:p>
            <a:pPr indent="0" lvl="0" marL="0" marR="0" rtl="0" algn="l">
              <a:spcBef>
                <a:spcPts val="0"/>
              </a:spcBef>
              <a:spcAft>
                <a:spcPts val="0"/>
              </a:spcAft>
              <a:buClr>
                <a:schemeClr val="lt1"/>
              </a:buClr>
              <a:buSzPts val="1800"/>
              <a:buFont typeface="Arial"/>
              <a:buNone/>
            </a:pPr>
            <a:r>
              <a:t/>
            </a:r>
            <a:endParaRPr i="1" sz="1800">
              <a:solidFill>
                <a:srgbClr val="5577AE"/>
              </a:solidFill>
              <a:latin typeface="Arial"/>
              <a:ea typeface="Arial"/>
              <a:cs typeface="Arial"/>
              <a:sym typeface="Arial"/>
            </a:endParaRPr>
          </a:p>
          <a:p>
            <a:pPr indent="-457200" lvl="0" marL="457200" marR="0" rtl="0" algn="l">
              <a:spcBef>
                <a:spcPts val="0"/>
              </a:spcBef>
              <a:spcAft>
                <a:spcPts val="0"/>
              </a:spcAft>
              <a:buClr>
                <a:srgbClr val="5577AE"/>
              </a:buClr>
              <a:buSzPts val="1800"/>
              <a:buFont typeface="Arial"/>
              <a:buNone/>
            </a:pPr>
            <a:r>
              <a:rPr i="1" lang="en-US" sz="1800">
                <a:solidFill>
                  <a:srgbClr val="5577AE"/>
                </a:solidFill>
                <a:latin typeface="Arial"/>
                <a:ea typeface="Arial"/>
                <a:cs typeface="Arial"/>
                <a:sym typeface="Arial"/>
              </a:rPr>
              <a:t>The Bible</a:t>
            </a:r>
            <a:r>
              <a:rPr lang="en-US" sz="1800">
                <a:solidFill>
                  <a:srgbClr val="5577AE"/>
                </a:solidFill>
                <a:latin typeface="Arial"/>
                <a:ea typeface="Arial"/>
                <a:cs typeface="Arial"/>
                <a:sym typeface="Arial"/>
              </a:rPr>
              <a:t>. Authorized King James Version, Oxford UP, 1998.</a:t>
            </a:r>
            <a:endParaRPr/>
          </a:p>
          <a:p>
            <a:pPr indent="-457200" lvl="0" marL="457200" marR="0" rtl="0" algn="l">
              <a:spcBef>
                <a:spcPts val="0"/>
              </a:spcBef>
              <a:spcAft>
                <a:spcPts val="0"/>
              </a:spcAft>
              <a:buClr>
                <a:srgbClr val="5577AE"/>
              </a:buClr>
              <a:buSzPts val="1800"/>
              <a:buFont typeface="Arial"/>
              <a:buNone/>
            </a:pPr>
            <a:r>
              <a:rPr lang="en-US" sz="1800">
                <a:solidFill>
                  <a:srgbClr val="5577AE"/>
                </a:solidFill>
                <a:latin typeface="Arial"/>
                <a:ea typeface="Arial"/>
                <a:cs typeface="Arial"/>
                <a:sym typeface="Arial"/>
              </a:rPr>
              <a:t> </a:t>
            </a:r>
            <a:endParaRPr/>
          </a:p>
          <a:p>
            <a:pPr indent="-457200" lvl="0" marL="457200" marR="0" rtl="0" algn="l">
              <a:spcBef>
                <a:spcPts val="0"/>
              </a:spcBef>
              <a:spcAft>
                <a:spcPts val="0"/>
              </a:spcAft>
              <a:buClr>
                <a:srgbClr val="5577AE"/>
              </a:buClr>
              <a:buSzPts val="1800"/>
              <a:buFont typeface="Arial"/>
              <a:buNone/>
            </a:pPr>
            <a:r>
              <a:rPr lang="en-US" sz="1800">
                <a:solidFill>
                  <a:srgbClr val="5577AE"/>
                </a:solidFill>
                <a:latin typeface="Arial"/>
                <a:ea typeface="Arial"/>
                <a:cs typeface="Arial"/>
                <a:sym typeface="Arial"/>
              </a:rPr>
              <a:t>Newcomb, Horace, editor. </a:t>
            </a:r>
            <a:r>
              <a:rPr i="1" lang="en-US" sz="1800">
                <a:solidFill>
                  <a:srgbClr val="5577AE"/>
                </a:solidFill>
                <a:latin typeface="Arial"/>
                <a:ea typeface="Arial"/>
                <a:cs typeface="Arial"/>
                <a:sym typeface="Arial"/>
              </a:rPr>
              <a:t>Television: The Critical View</a:t>
            </a:r>
            <a:r>
              <a:rPr lang="en-US" sz="1800">
                <a:solidFill>
                  <a:srgbClr val="5577AE"/>
                </a:solidFill>
                <a:latin typeface="Arial"/>
                <a:ea typeface="Arial"/>
                <a:cs typeface="Arial"/>
                <a:sym typeface="Arial"/>
              </a:rPr>
              <a:t>. 7</a:t>
            </a:r>
            <a:r>
              <a:rPr baseline="30000" lang="en-US" sz="1800">
                <a:solidFill>
                  <a:srgbClr val="5577AE"/>
                </a:solidFill>
                <a:latin typeface="Arial"/>
                <a:ea typeface="Arial"/>
                <a:cs typeface="Arial"/>
                <a:sym typeface="Arial"/>
              </a:rPr>
              <a:t>th</a:t>
            </a:r>
            <a:r>
              <a:rPr lang="en-US" sz="1800">
                <a:solidFill>
                  <a:srgbClr val="5577AE"/>
                </a:solidFill>
                <a:latin typeface="Arial"/>
                <a:ea typeface="Arial"/>
                <a:cs typeface="Arial"/>
                <a:sym typeface="Arial"/>
              </a:rPr>
              <a:t> ed., Oxford UP, 2007.</a:t>
            </a:r>
            <a:endParaRPr/>
          </a:p>
          <a:p>
            <a:pPr indent="-457200" lvl="0" marL="457200" marR="0" rtl="0" algn="l">
              <a:spcBef>
                <a:spcPts val="0"/>
              </a:spcBef>
              <a:spcAft>
                <a:spcPts val="0"/>
              </a:spcAft>
              <a:buClr>
                <a:srgbClr val="5577AE"/>
              </a:buClr>
              <a:buSzPts val="1800"/>
              <a:buFont typeface="Arial"/>
              <a:buNone/>
            </a:pPr>
            <a:r>
              <a:rPr lang="en-US" sz="1800">
                <a:solidFill>
                  <a:srgbClr val="5577AE"/>
                </a:solidFill>
                <a:latin typeface="Arial"/>
                <a:ea typeface="Arial"/>
                <a:cs typeface="Arial"/>
                <a:sym typeface="Arial"/>
              </a:rPr>
              <a:t> </a:t>
            </a:r>
            <a:endParaRPr/>
          </a:p>
          <a:p>
            <a:pPr indent="-457200" lvl="0" marL="457200" marR="0" rtl="0" algn="l">
              <a:spcBef>
                <a:spcPts val="0"/>
              </a:spcBef>
              <a:spcAft>
                <a:spcPts val="0"/>
              </a:spcAft>
              <a:buClr>
                <a:srgbClr val="5577AE"/>
              </a:buClr>
              <a:buSzPts val="1800"/>
              <a:buFont typeface="Arial"/>
              <a:buNone/>
            </a:pPr>
            <a:r>
              <a:rPr lang="en-US" sz="1800">
                <a:solidFill>
                  <a:srgbClr val="5577AE"/>
                </a:solidFill>
                <a:latin typeface="Arial"/>
                <a:ea typeface="Arial"/>
                <a:cs typeface="Arial"/>
                <a:sym typeface="Arial"/>
              </a:rPr>
              <a:t>Scott, Ridley, director. </a:t>
            </a:r>
            <a:r>
              <a:rPr i="1" lang="en-US" sz="1800">
                <a:solidFill>
                  <a:srgbClr val="5577AE"/>
                </a:solidFill>
                <a:latin typeface="Arial"/>
                <a:ea typeface="Arial"/>
                <a:cs typeface="Arial"/>
                <a:sym typeface="Arial"/>
              </a:rPr>
              <a:t>Blade Runner</a:t>
            </a:r>
            <a:r>
              <a:rPr lang="en-US" sz="1800">
                <a:solidFill>
                  <a:srgbClr val="5577AE"/>
                </a:solidFill>
                <a:latin typeface="Arial"/>
                <a:ea typeface="Arial"/>
                <a:cs typeface="Arial"/>
                <a:sym typeface="Arial"/>
              </a:rPr>
              <a:t>. 1982. Performance by Harrison Ford, director’s cut, Warner Bros., 1992.</a:t>
            </a:r>
            <a:endParaRPr/>
          </a:p>
          <a:p>
            <a:pPr indent="0" lvl="0" marL="0" marR="0" rtl="0" algn="l">
              <a:spcBef>
                <a:spcPts val="0"/>
              </a:spcBef>
              <a:spcAft>
                <a:spcPts val="0"/>
              </a:spcAft>
              <a:buClr>
                <a:schemeClr val="lt1"/>
              </a:buClr>
              <a:buSzPts val="1800"/>
              <a:buFont typeface="Arial"/>
              <a:buNone/>
            </a:pPr>
            <a:r>
              <a:t/>
            </a:r>
            <a:endParaRPr sz="1800">
              <a:solidFill>
                <a:schemeClr val="lt1"/>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51"/>
          <p:cNvSpPr txBox="1"/>
          <p:nvPr>
            <p:ph type="ctrTitle"/>
          </p:nvPr>
        </p:nvSpPr>
        <p:spPr>
          <a:xfrm>
            <a:off x="160611" y="432180"/>
            <a:ext cx="6925732" cy="512448"/>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lt2"/>
              </a:buClr>
              <a:buSzPts val="3600"/>
              <a:buFont typeface="Arial"/>
              <a:buNone/>
            </a:pPr>
            <a:r>
              <a:rPr lang="en-US" sz="3600"/>
              <a:t>Works Cited List: Number</a:t>
            </a:r>
            <a:endParaRPr/>
          </a:p>
        </p:txBody>
      </p:sp>
      <p:sp>
        <p:nvSpPr>
          <p:cNvPr id="471" name="Google Shape;471;p51"/>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472" name="Google Shape;472;p51"/>
          <p:cNvPicPr preferRelativeResize="0"/>
          <p:nvPr/>
        </p:nvPicPr>
        <p:blipFill rotWithShape="1">
          <a:blip r:embed="rId3">
            <a:alphaModFix/>
          </a:blip>
          <a:srcRect b="0" l="0" r="0" t="0"/>
          <a:stretch/>
        </p:blipFill>
        <p:spPr>
          <a:xfrm>
            <a:off x="462008" y="6072299"/>
            <a:ext cx="3370923" cy="365760"/>
          </a:xfrm>
          <a:prstGeom prst="rect">
            <a:avLst/>
          </a:prstGeom>
          <a:noFill/>
          <a:ln>
            <a:noFill/>
          </a:ln>
        </p:spPr>
      </p:pic>
      <p:sp>
        <p:nvSpPr>
          <p:cNvPr id="473" name="Google Shape;473;p51"/>
          <p:cNvSpPr txBox="1"/>
          <p:nvPr/>
        </p:nvSpPr>
        <p:spPr>
          <a:xfrm>
            <a:off x="528780" y="1044573"/>
            <a:ext cx="8102600" cy="45243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Number – indicates position in sequence</a:t>
            </a:r>
            <a:endParaRPr/>
          </a:p>
          <a:p>
            <a:pPr indent="0" lvl="0" marL="0" marR="0" rtl="0" algn="l">
              <a:spcBef>
                <a:spcPts val="0"/>
              </a:spcBef>
              <a:spcAft>
                <a:spcPts val="0"/>
              </a:spcAft>
              <a:buClr>
                <a:schemeClr val="lt1"/>
              </a:buClr>
              <a:buSzPts val="1800"/>
              <a:buFont typeface="Arial"/>
              <a:buNone/>
            </a:pPr>
            <a:r>
              <a:t/>
            </a:r>
            <a:endParaRPr b="1" sz="1800">
              <a:solidFill>
                <a:schemeClr val="lt1"/>
              </a:solidFill>
              <a:latin typeface="Arial"/>
              <a:ea typeface="Arial"/>
              <a:cs typeface="Arial"/>
              <a:sym typeface="Arial"/>
            </a:endParaRPr>
          </a:p>
          <a:p>
            <a:pPr indent="0" lvl="0" marL="0" marR="0" rtl="0" algn="l">
              <a:spcBef>
                <a:spcPts val="0"/>
              </a:spcBef>
              <a:spcAft>
                <a:spcPts val="0"/>
              </a:spcAft>
              <a:buClr>
                <a:srgbClr val="5577AE"/>
              </a:buClr>
              <a:buSzPts val="1800"/>
              <a:buFont typeface="Arial"/>
              <a:buNone/>
            </a:pPr>
            <a:r>
              <a:rPr lang="en-US" sz="1800">
                <a:solidFill>
                  <a:srgbClr val="5577AE"/>
                </a:solidFill>
                <a:latin typeface="Arial"/>
                <a:ea typeface="Arial"/>
                <a:cs typeface="Arial"/>
                <a:sym typeface="Arial"/>
              </a:rPr>
              <a:t>If a source is part of a numbered sequence, such as a multi-volume book, or journal with both volume and issue numbers, those numbers must be listed in your citation.</a:t>
            </a:r>
            <a:endParaRPr/>
          </a:p>
          <a:p>
            <a:pPr indent="0" lvl="0" marL="0" marR="0" rtl="0" algn="l">
              <a:spcBef>
                <a:spcPts val="0"/>
              </a:spcBef>
              <a:spcAft>
                <a:spcPts val="0"/>
              </a:spcAft>
              <a:buClr>
                <a:schemeClr val="lt1"/>
              </a:buClr>
              <a:buSzPts val="1800"/>
              <a:buFont typeface="Arial"/>
              <a:buNone/>
            </a:pPr>
            <a:r>
              <a:t/>
            </a:r>
            <a:endParaRPr sz="1800">
              <a:solidFill>
                <a:srgbClr val="5577AE"/>
              </a:solidFill>
              <a:latin typeface="Arial"/>
              <a:ea typeface="Arial"/>
              <a:cs typeface="Arial"/>
              <a:sym typeface="Arial"/>
            </a:endParaRPr>
          </a:p>
          <a:p>
            <a:pPr indent="0" lvl="0" marL="0" marR="0" rtl="0" algn="l">
              <a:spcBef>
                <a:spcPts val="0"/>
              </a:spcBef>
              <a:spcAft>
                <a:spcPts val="0"/>
              </a:spcAft>
              <a:buClr>
                <a:schemeClr val="lt1"/>
              </a:buClr>
              <a:buSzPts val="1800"/>
              <a:buFont typeface="Arial"/>
              <a:buNone/>
            </a:pPr>
            <a:r>
              <a:rPr i="1" lang="en-US" sz="1800">
                <a:solidFill>
                  <a:schemeClr val="lt1"/>
                </a:solidFill>
                <a:latin typeface="Arial"/>
                <a:ea typeface="Arial"/>
                <a:cs typeface="Arial"/>
                <a:sym typeface="Arial"/>
              </a:rPr>
              <a:t>Examples:</a:t>
            </a:r>
            <a:endParaRPr/>
          </a:p>
          <a:p>
            <a:pPr indent="0" lvl="0" marL="0" marR="0" rtl="0" algn="l">
              <a:spcBef>
                <a:spcPts val="0"/>
              </a:spcBef>
              <a:spcAft>
                <a:spcPts val="0"/>
              </a:spcAft>
              <a:buClr>
                <a:schemeClr val="lt1"/>
              </a:buClr>
              <a:buSzPts val="1800"/>
              <a:buFont typeface="Arial"/>
              <a:buNone/>
            </a:pPr>
            <a:r>
              <a:t/>
            </a:r>
            <a:endParaRPr sz="1800">
              <a:solidFill>
                <a:srgbClr val="5577AE"/>
              </a:solidFill>
              <a:latin typeface="Arial"/>
              <a:ea typeface="Arial"/>
              <a:cs typeface="Arial"/>
              <a:sym typeface="Arial"/>
            </a:endParaRPr>
          </a:p>
          <a:p>
            <a:pPr indent="-457200" lvl="0" marL="457200" marR="0" rtl="0" algn="l">
              <a:spcBef>
                <a:spcPts val="0"/>
              </a:spcBef>
              <a:spcAft>
                <a:spcPts val="0"/>
              </a:spcAft>
              <a:buClr>
                <a:srgbClr val="5577AE"/>
              </a:buClr>
              <a:buSzPts val="1800"/>
              <a:buFont typeface="Arial"/>
              <a:buNone/>
            </a:pPr>
            <a:r>
              <a:rPr lang="en-US" sz="1800">
                <a:solidFill>
                  <a:srgbClr val="5577AE"/>
                </a:solidFill>
                <a:latin typeface="Arial"/>
                <a:ea typeface="Arial"/>
                <a:cs typeface="Arial"/>
                <a:sym typeface="Arial"/>
              </a:rPr>
              <a:t>Baron, Naomi S. “Redefining Reading: The Impact of Digital Communication Media.” </a:t>
            </a:r>
            <a:r>
              <a:rPr i="1" lang="en-US" sz="1800">
                <a:solidFill>
                  <a:srgbClr val="5577AE"/>
                </a:solidFill>
                <a:latin typeface="Arial"/>
                <a:ea typeface="Arial"/>
                <a:cs typeface="Arial"/>
                <a:sym typeface="Arial"/>
              </a:rPr>
              <a:t>PMLA</a:t>
            </a:r>
            <a:r>
              <a:rPr lang="en-US" sz="1800">
                <a:solidFill>
                  <a:srgbClr val="5577AE"/>
                </a:solidFill>
                <a:latin typeface="Arial"/>
                <a:ea typeface="Arial"/>
                <a:cs typeface="Arial"/>
                <a:sym typeface="Arial"/>
              </a:rPr>
              <a:t>, vol. 128, no. 1, Jan. 2013, pp. 193-200.</a:t>
            </a:r>
            <a:endParaRPr/>
          </a:p>
          <a:p>
            <a:pPr indent="-457200" lvl="0" marL="457200" marR="0" rtl="0" algn="l">
              <a:spcBef>
                <a:spcPts val="0"/>
              </a:spcBef>
              <a:spcAft>
                <a:spcPts val="0"/>
              </a:spcAft>
              <a:buClr>
                <a:srgbClr val="5577AE"/>
              </a:buClr>
              <a:buSzPts val="1800"/>
              <a:buFont typeface="Arial"/>
              <a:buNone/>
            </a:pPr>
            <a:r>
              <a:rPr lang="en-US" sz="1800">
                <a:solidFill>
                  <a:srgbClr val="5577AE"/>
                </a:solidFill>
                <a:latin typeface="Arial"/>
                <a:ea typeface="Arial"/>
                <a:cs typeface="Arial"/>
                <a:sym typeface="Arial"/>
              </a:rPr>
              <a:t> </a:t>
            </a:r>
            <a:endParaRPr/>
          </a:p>
          <a:p>
            <a:pPr indent="-457200" lvl="0" marL="457200" marR="0" rtl="0" algn="l">
              <a:spcBef>
                <a:spcPts val="0"/>
              </a:spcBef>
              <a:spcAft>
                <a:spcPts val="0"/>
              </a:spcAft>
              <a:buClr>
                <a:srgbClr val="5577AE"/>
              </a:buClr>
              <a:buSzPts val="1800"/>
              <a:buFont typeface="Arial"/>
              <a:buNone/>
            </a:pPr>
            <a:r>
              <a:rPr lang="en-US" sz="1800">
                <a:solidFill>
                  <a:srgbClr val="5577AE"/>
                </a:solidFill>
                <a:latin typeface="Arial"/>
                <a:ea typeface="Arial"/>
                <a:cs typeface="Arial"/>
                <a:sym typeface="Arial"/>
              </a:rPr>
              <a:t>“Hush.” </a:t>
            </a:r>
            <a:r>
              <a:rPr i="1" lang="en-US" sz="1800">
                <a:solidFill>
                  <a:srgbClr val="5577AE"/>
                </a:solidFill>
                <a:latin typeface="Arial"/>
                <a:ea typeface="Arial"/>
                <a:cs typeface="Arial"/>
                <a:sym typeface="Arial"/>
              </a:rPr>
              <a:t>Buffy the Vampire Slayer</a:t>
            </a:r>
            <a:r>
              <a:rPr lang="en-US" sz="1800">
                <a:solidFill>
                  <a:srgbClr val="5577AE"/>
                </a:solidFill>
                <a:latin typeface="Arial"/>
                <a:ea typeface="Arial"/>
                <a:cs typeface="Arial"/>
                <a:sym typeface="Arial"/>
              </a:rPr>
              <a:t>, created by Joss Whedon, performance by Sarah Michelle Gellar, season 4, episode 10, Mutant Enemy, 1999.</a:t>
            </a:r>
            <a:endParaRPr/>
          </a:p>
          <a:p>
            <a:pPr indent="-457200" lvl="0" marL="457200" marR="0" rtl="0" algn="l">
              <a:spcBef>
                <a:spcPts val="0"/>
              </a:spcBef>
              <a:spcAft>
                <a:spcPts val="0"/>
              </a:spcAft>
              <a:buClr>
                <a:srgbClr val="5577AE"/>
              </a:buClr>
              <a:buSzPts val="1800"/>
              <a:buFont typeface="Arial"/>
              <a:buNone/>
            </a:pPr>
            <a:r>
              <a:rPr lang="en-US" sz="1800">
                <a:solidFill>
                  <a:srgbClr val="5577AE"/>
                </a:solidFill>
                <a:latin typeface="Arial"/>
                <a:ea typeface="Arial"/>
                <a:cs typeface="Arial"/>
                <a:sym typeface="Arial"/>
              </a:rPr>
              <a:t> </a:t>
            </a:r>
            <a:endParaRPr/>
          </a:p>
          <a:p>
            <a:pPr indent="-457200" lvl="0" marL="457200" marR="0" rtl="0" algn="l">
              <a:spcBef>
                <a:spcPts val="0"/>
              </a:spcBef>
              <a:spcAft>
                <a:spcPts val="0"/>
              </a:spcAft>
              <a:buClr>
                <a:srgbClr val="5577AE"/>
              </a:buClr>
              <a:buSzPts val="1800"/>
              <a:buFont typeface="Arial"/>
              <a:buNone/>
            </a:pPr>
            <a:r>
              <a:rPr lang="en-US" sz="1800">
                <a:solidFill>
                  <a:srgbClr val="5577AE"/>
                </a:solidFill>
                <a:latin typeface="Arial"/>
                <a:ea typeface="Arial"/>
                <a:cs typeface="Arial"/>
                <a:sym typeface="Arial"/>
              </a:rPr>
              <a:t>Wellek, René. </a:t>
            </a:r>
            <a:r>
              <a:rPr i="1" lang="en-US" sz="1800">
                <a:solidFill>
                  <a:srgbClr val="5577AE"/>
                </a:solidFill>
                <a:latin typeface="Arial"/>
                <a:ea typeface="Arial"/>
                <a:cs typeface="Arial"/>
                <a:sym typeface="Arial"/>
              </a:rPr>
              <a:t>A History of Modern Criticism</a:t>
            </a:r>
            <a:r>
              <a:rPr lang="en-US" sz="1800">
                <a:solidFill>
                  <a:srgbClr val="5577AE"/>
                </a:solidFill>
                <a:latin typeface="Arial"/>
                <a:ea typeface="Arial"/>
                <a:cs typeface="Arial"/>
                <a:sym typeface="Arial"/>
              </a:rPr>
              <a:t>, 1750-1950. Vol. 5, Yale UP, 1986.</a:t>
            </a:r>
            <a:endParaRPr/>
          </a:p>
          <a:p>
            <a:pPr indent="0" lvl="0" marL="0" marR="0" rtl="0" algn="l">
              <a:spcBef>
                <a:spcPts val="0"/>
              </a:spcBef>
              <a:spcAft>
                <a:spcPts val="0"/>
              </a:spcAft>
              <a:buClr>
                <a:schemeClr val="lt1"/>
              </a:buClr>
              <a:buSzPts val="1800"/>
              <a:buFont typeface="Arial"/>
              <a:buNone/>
            </a:pPr>
            <a:r>
              <a:t/>
            </a:r>
            <a:endParaRPr sz="1800">
              <a:solidFill>
                <a:srgbClr val="5577AE"/>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52"/>
          <p:cNvSpPr txBox="1"/>
          <p:nvPr>
            <p:ph type="ctrTitle"/>
          </p:nvPr>
        </p:nvSpPr>
        <p:spPr>
          <a:xfrm>
            <a:off x="104340" y="460054"/>
            <a:ext cx="6925732" cy="512448"/>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lt2"/>
              </a:buClr>
              <a:buSzPts val="3600"/>
              <a:buFont typeface="Arial"/>
              <a:buNone/>
            </a:pPr>
            <a:r>
              <a:rPr lang="en-US" sz="3600"/>
              <a:t>Works Cited List: Publisher</a:t>
            </a:r>
            <a:endParaRPr/>
          </a:p>
        </p:txBody>
      </p:sp>
      <p:sp>
        <p:nvSpPr>
          <p:cNvPr id="480" name="Google Shape;480;p52"/>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481" name="Google Shape;481;p52"/>
          <p:cNvPicPr preferRelativeResize="0"/>
          <p:nvPr/>
        </p:nvPicPr>
        <p:blipFill rotWithShape="1">
          <a:blip r:embed="rId3">
            <a:alphaModFix/>
          </a:blip>
          <a:srcRect b="0" l="0" r="0" t="0"/>
          <a:stretch/>
        </p:blipFill>
        <p:spPr>
          <a:xfrm>
            <a:off x="462008" y="6072299"/>
            <a:ext cx="3370923" cy="365760"/>
          </a:xfrm>
          <a:prstGeom prst="rect">
            <a:avLst/>
          </a:prstGeom>
          <a:noFill/>
          <a:ln>
            <a:noFill/>
          </a:ln>
        </p:spPr>
      </p:pic>
      <p:sp>
        <p:nvSpPr>
          <p:cNvPr id="482" name="Google Shape;482;p52"/>
          <p:cNvSpPr txBox="1"/>
          <p:nvPr/>
        </p:nvSpPr>
        <p:spPr>
          <a:xfrm>
            <a:off x="493654" y="1141005"/>
            <a:ext cx="8102600" cy="480131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Publisher – primarily responsible entity for producing the work or making it available to the public. </a:t>
            </a:r>
            <a:endParaRPr/>
          </a:p>
          <a:p>
            <a:pPr indent="0" lvl="0" marL="0" marR="0" rtl="0" algn="l">
              <a:spcBef>
                <a:spcPts val="0"/>
              </a:spcBef>
              <a:spcAft>
                <a:spcPts val="0"/>
              </a:spcAft>
              <a:buClr>
                <a:schemeClr val="lt1"/>
              </a:buClr>
              <a:buSzPts val="1800"/>
              <a:buFont typeface="Arial"/>
              <a:buNone/>
            </a:pPr>
            <a:r>
              <a:t/>
            </a:r>
            <a:endParaRPr b="1" sz="1800">
              <a:solidFill>
                <a:schemeClr val="lt1"/>
              </a:solidFill>
              <a:latin typeface="Arial"/>
              <a:ea typeface="Arial"/>
              <a:cs typeface="Arial"/>
              <a:sym typeface="Arial"/>
            </a:endParaRPr>
          </a:p>
          <a:p>
            <a:pPr indent="0" lvl="0" marL="0" marR="0" rtl="0" algn="l">
              <a:spcBef>
                <a:spcPts val="0"/>
              </a:spcBef>
              <a:spcAft>
                <a:spcPts val="0"/>
              </a:spcAft>
              <a:buClr>
                <a:srgbClr val="5577AE"/>
              </a:buClr>
              <a:buSzPts val="1800"/>
              <a:buFont typeface="Arial"/>
              <a:buNone/>
            </a:pPr>
            <a:r>
              <a:rPr lang="en-US" sz="1800">
                <a:solidFill>
                  <a:srgbClr val="5577AE"/>
                </a:solidFill>
                <a:latin typeface="Arial"/>
                <a:ea typeface="Arial"/>
                <a:cs typeface="Arial"/>
                <a:sym typeface="Arial"/>
              </a:rPr>
              <a:t>The publisher produces or distributes the source to the public. If there is more than one publisher, and they are all are relevant to your research, list them in your citation, separated by a forward slash (/).</a:t>
            </a:r>
            <a:endParaRPr/>
          </a:p>
          <a:p>
            <a:pPr indent="0" lvl="0" marL="0" marR="0" rtl="0" algn="l">
              <a:spcBef>
                <a:spcPts val="0"/>
              </a:spcBef>
              <a:spcAft>
                <a:spcPts val="0"/>
              </a:spcAft>
              <a:buClr>
                <a:schemeClr val="lt1"/>
              </a:buClr>
              <a:buSzPts val="1800"/>
              <a:buFont typeface="Arial"/>
              <a:buNone/>
            </a:pPr>
            <a:r>
              <a:t/>
            </a:r>
            <a:endParaRPr sz="1800">
              <a:solidFill>
                <a:srgbClr val="5577AE"/>
              </a:solidFill>
              <a:latin typeface="Arial"/>
              <a:ea typeface="Arial"/>
              <a:cs typeface="Arial"/>
              <a:sym typeface="Arial"/>
            </a:endParaRPr>
          </a:p>
          <a:p>
            <a:pPr indent="0" lvl="0" marL="0" marR="0" rtl="0" algn="l">
              <a:spcBef>
                <a:spcPts val="0"/>
              </a:spcBef>
              <a:spcAft>
                <a:spcPts val="0"/>
              </a:spcAft>
              <a:buClr>
                <a:srgbClr val="000000"/>
              </a:buClr>
              <a:buSzPts val="1800"/>
              <a:buFont typeface="Arial"/>
              <a:buNone/>
            </a:pPr>
            <a:r>
              <a:rPr i="1" lang="en-US" sz="1800">
                <a:solidFill>
                  <a:srgbClr val="000000"/>
                </a:solidFill>
                <a:latin typeface="Arial"/>
                <a:ea typeface="Arial"/>
                <a:cs typeface="Arial"/>
                <a:sym typeface="Arial"/>
              </a:rPr>
              <a:t>Examples:</a:t>
            </a:r>
            <a:r>
              <a:rPr lang="en-US" sz="1800">
                <a:solidFill>
                  <a:srgbClr val="5577AE"/>
                </a:solidFill>
                <a:latin typeface="Arial"/>
                <a:ea typeface="Arial"/>
                <a:cs typeface="Arial"/>
                <a:sym typeface="Arial"/>
              </a:rPr>
              <a:t> </a:t>
            </a:r>
            <a:endParaRPr/>
          </a:p>
          <a:p>
            <a:pPr indent="0" lvl="0" marL="0" marR="0" rtl="0" algn="l">
              <a:spcBef>
                <a:spcPts val="0"/>
              </a:spcBef>
              <a:spcAft>
                <a:spcPts val="0"/>
              </a:spcAft>
              <a:buClr>
                <a:schemeClr val="lt1"/>
              </a:buClr>
              <a:buSzPts val="1800"/>
              <a:buFont typeface="Arial"/>
              <a:buNone/>
            </a:pPr>
            <a:r>
              <a:t/>
            </a:r>
            <a:endParaRPr sz="1800">
              <a:solidFill>
                <a:schemeClr val="lt1"/>
              </a:solidFill>
              <a:latin typeface="Arial"/>
              <a:ea typeface="Arial"/>
              <a:cs typeface="Arial"/>
              <a:sym typeface="Arial"/>
            </a:endParaRPr>
          </a:p>
          <a:p>
            <a:pPr indent="-457200" lvl="0" marL="457200" marR="0" rtl="0" algn="l">
              <a:spcBef>
                <a:spcPts val="0"/>
              </a:spcBef>
              <a:spcAft>
                <a:spcPts val="0"/>
              </a:spcAft>
              <a:buClr>
                <a:srgbClr val="5577AE"/>
              </a:buClr>
              <a:buSzPts val="1800"/>
              <a:buFont typeface="Arial"/>
              <a:buNone/>
            </a:pPr>
            <a:r>
              <a:rPr lang="en-US" sz="1800">
                <a:solidFill>
                  <a:srgbClr val="5577AE"/>
                </a:solidFill>
                <a:latin typeface="Arial"/>
                <a:ea typeface="Arial"/>
                <a:cs typeface="Arial"/>
                <a:sym typeface="Arial"/>
              </a:rPr>
              <a:t>Harris, Charles “Teenie.” </a:t>
            </a:r>
            <a:r>
              <a:rPr i="1" lang="en-US" sz="1800">
                <a:solidFill>
                  <a:srgbClr val="5577AE"/>
                </a:solidFill>
                <a:latin typeface="Arial"/>
                <a:ea typeface="Arial"/>
                <a:cs typeface="Arial"/>
                <a:sym typeface="Arial"/>
              </a:rPr>
              <a:t>Woman in a Paisley Shirt behind Counter in Record Store</a:t>
            </a:r>
            <a:r>
              <a:rPr lang="en-US" sz="1800">
                <a:solidFill>
                  <a:srgbClr val="5577AE"/>
                </a:solidFill>
                <a:latin typeface="Arial"/>
                <a:ea typeface="Arial"/>
                <a:cs typeface="Arial"/>
                <a:sym typeface="Arial"/>
              </a:rPr>
              <a:t>. </a:t>
            </a:r>
            <a:r>
              <a:rPr i="1" lang="en-US" sz="1800">
                <a:solidFill>
                  <a:srgbClr val="5577AE"/>
                </a:solidFill>
                <a:latin typeface="Arial"/>
                <a:ea typeface="Arial"/>
                <a:cs typeface="Arial"/>
                <a:sym typeface="Arial"/>
              </a:rPr>
              <a:t>Teenie Harris Archive</a:t>
            </a:r>
            <a:r>
              <a:rPr lang="en-US" sz="1800">
                <a:solidFill>
                  <a:srgbClr val="5577AE"/>
                </a:solidFill>
                <a:latin typeface="Arial"/>
                <a:ea typeface="Arial"/>
                <a:cs typeface="Arial"/>
                <a:sym typeface="Arial"/>
              </a:rPr>
              <a:t>, Carnegie Museum of Art, Pittsburgh, teenie.cmoa.org/interactive/index.html#date08.</a:t>
            </a:r>
            <a:endParaRPr/>
          </a:p>
          <a:p>
            <a:pPr indent="-457200" lvl="0" marL="457200" marR="0" rtl="0" algn="l">
              <a:spcBef>
                <a:spcPts val="0"/>
              </a:spcBef>
              <a:spcAft>
                <a:spcPts val="0"/>
              </a:spcAft>
              <a:buClr>
                <a:srgbClr val="5577AE"/>
              </a:buClr>
              <a:buSzPts val="1800"/>
              <a:buFont typeface="Arial"/>
              <a:buNone/>
            </a:pPr>
            <a:r>
              <a:rPr lang="en-US" sz="1800">
                <a:solidFill>
                  <a:srgbClr val="5577AE"/>
                </a:solidFill>
                <a:latin typeface="Arial"/>
                <a:ea typeface="Arial"/>
                <a:cs typeface="Arial"/>
                <a:sym typeface="Arial"/>
              </a:rPr>
              <a:t> </a:t>
            </a:r>
            <a:endParaRPr/>
          </a:p>
          <a:p>
            <a:pPr indent="-457200" lvl="0" marL="457200" marR="0" rtl="0" algn="l">
              <a:spcBef>
                <a:spcPts val="0"/>
              </a:spcBef>
              <a:spcAft>
                <a:spcPts val="0"/>
              </a:spcAft>
              <a:buClr>
                <a:srgbClr val="5577AE"/>
              </a:buClr>
              <a:buSzPts val="1800"/>
              <a:buFont typeface="Arial"/>
              <a:buNone/>
            </a:pPr>
            <a:r>
              <a:rPr lang="en-US" sz="1800">
                <a:solidFill>
                  <a:srgbClr val="5577AE"/>
                </a:solidFill>
                <a:latin typeface="Arial"/>
                <a:ea typeface="Arial"/>
                <a:cs typeface="Arial"/>
                <a:sym typeface="Arial"/>
              </a:rPr>
              <a:t>Jacobs, Alan. </a:t>
            </a:r>
            <a:r>
              <a:rPr i="1" lang="en-US" sz="1800">
                <a:solidFill>
                  <a:srgbClr val="5577AE"/>
                </a:solidFill>
                <a:latin typeface="Arial"/>
                <a:ea typeface="Arial"/>
                <a:cs typeface="Arial"/>
                <a:sym typeface="Arial"/>
              </a:rPr>
              <a:t>The Pleasures of Reading in an Age of Distraction.</a:t>
            </a:r>
            <a:r>
              <a:rPr lang="en-US" sz="1800">
                <a:solidFill>
                  <a:srgbClr val="5577AE"/>
                </a:solidFill>
                <a:latin typeface="Arial"/>
                <a:ea typeface="Arial"/>
                <a:cs typeface="Arial"/>
                <a:sym typeface="Arial"/>
              </a:rPr>
              <a:t> Oxford UP, 2011.</a:t>
            </a:r>
            <a:endParaRPr/>
          </a:p>
          <a:p>
            <a:pPr indent="-457200" lvl="0" marL="457200" marR="0" rtl="0" algn="l">
              <a:spcBef>
                <a:spcPts val="0"/>
              </a:spcBef>
              <a:spcAft>
                <a:spcPts val="0"/>
              </a:spcAft>
              <a:buClr>
                <a:srgbClr val="5577AE"/>
              </a:buClr>
              <a:buSzPts val="1800"/>
              <a:buFont typeface="Arial"/>
              <a:buNone/>
            </a:pPr>
            <a:r>
              <a:rPr lang="en-US" sz="1800">
                <a:solidFill>
                  <a:srgbClr val="5577AE"/>
                </a:solidFill>
                <a:latin typeface="Arial"/>
                <a:ea typeface="Arial"/>
                <a:cs typeface="Arial"/>
                <a:sym typeface="Arial"/>
              </a:rPr>
              <a:t> </a:t>
            </a:r>
            <a:endParaRPr/>
          </a:p>
          <a:p>
            <a:pPr indent="-457200" lvl="0" marL="457200" marR="0" rtl="0" algn="l">
              <a:spcBef>
                <a:spcPts val="0"/>
              </a:spcBef>
              <a:spcAft>
                <a:spcPts val="0"/>
              </a:spcAft>
              <a:buClr>
                <a:srgbClr val="5577AE"/>
              </a:buClr>
              <a:buSzPts val="1800"/>
              <a:buFont typeface="Arial"/>
              <a:buNone/>
            </a:pPr>
            <a:r>
              <a:rPr lang="en-US" sz="1800">
                <a:solidFill>
                  <a:srgbClr val="5577AE"/>
                </a:solidFill>
                <a:latin typeface="Arial"/>
                <a:ea typeface="Arial"/>
                <a:cs typeface="Arial"/>
                <a:sym typeface="Arial"/>
              </a:rPr>
              <a:t>Kuzui, Fran Rubel, director. </a:t>
            </a:r>
            <a:r>
              <a:rPr i="1" lang="en-US" sz="1800">
                <a:solidFill>
                  <a:srgbClr val="5577AE"/>
                </a:solidFill>
                <a:latin typeface="Arial"/>
                <a:ea typeface="Arial"/>
                <a:cs typeface="Arial"/>
                <a:sym typeface="Arial"/>
              </a:rPr>
              <a:t>Buffy the Vampire Slayer</a:t>
            </a:r>
            <a:r>
              <a:rPr lang="en-US" sz="1800">
                <a:solidFill>
                  <a:srgbClr val="5577AE"/>
                </a:solidFill>
                <a:latin typeface="Arial"/>
                <a:ea typeface="Arial"/>
                <a:cs typeface="Arial"/>
                <a:sym typeface="Arial"/>
              </a:rPr>
              <a:t>. Twentieth Century Fox, 1992.</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53"/>
          <p:cNvSpPr txBox="1"/>
          <p:nvPr>
            <p:ph type="ctrTitle"/>
          </p:nvPr>
        </p:nvSpPr>
        <p:spPr>
          <a:xfrm>
            <a:off x="118408" y="419941"/>
            <a:ext cx="6925732" cy="512448"/>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lt2"/>
              </a:buClr>
              <a:buSzPts val="3600"/>
              <a:buFont typeface="Arial"/>
              <a:buNone/>
            </a:pPr>
            <a:r>
              <a:rPr lang="en-US" sz="3600"/>
              <a:t>Works Cited List: Publication Date</a:t>
            </a:r>
            <a:endParaRPr/>
          </a:p>
        </p:txBody>
      </p:sp>
      <p:sp>
        <p:nvSpPr>
          <p:cNvPr id="489" name="Google Shape;489;p53"/>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490" name="Google Shape;490;p53"/>
          <p:cNvPicPr preferRelativeResize="0"/>
          <p:nvPr/>
        </p:nvPicPr>
        <p:blipFill rotWithShape="1">
          <a:blip r:embed="rId3">
            <a:alphaModFix/>
          </a:blip>
          <a:srcRect b="0" l="0" r="0" t="0"/>
          <a:stretch/>
        </p:blipFill>
        <p:spPr>
          <a:xfrm>
            <a:off x="462008" y="6072299"/>
            <a:ext cx="3370923" cy="365760"/>
          </a:xfrm>
          <a:prstGeom prst="rect">
            <a:avLst/>
          </a:prstGeom>
          <a:noFill/>
          <a:ln>
            <a:noFill/>
          </a:ln>
        </p:spPr>
      </p:pic>
      <p:sp>
        <p:nvSpPr>
          <p:cNvPr id="491" name="Google Shape;491;p53"/>
          <p:cNvSpPr txBox="1"/>
          <p:nvPr/>
        </p:nvSpPr>
        <p:spPr>
          <a:xfrm>
            <a:off x="462008" y="1203581"/>
            <a:ext cx="8102600" cy="39703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Publication date –tells when the version of work was published</a:t>
            </a:r>
            <a:endParaRPr/>
          </a:p>
          <a:p>
            <a:pPr indent="0" lvl="0" marL="0" marR="0" rtl="0" algn="l">
              <a:spcBef>
                <a:spcPts val="0"/>
              </a:spcBef>
              <a:spcAft>
                <a:spcPts val="0"/>
              </a:spcAft>
              <a:buClr>
                <a:schemeClr val="lt1"/>
              </a:buClr>
              <a:buSzPts val="1800"/>
              <a:buFont typeface="Arial"/>
              <a:buNone/>
            </a:pPr>
            <a:r>
              <a:t/>
            </a:r>
            <a:endParaRPr b="1" sz="1800">
              <a:solidFill>
                <a:schemeClr val="lt1"/>
              </a:solidFill>
              <a:latin typeface="Arial"/>
              <a:ea typeface="Arial"/>
              <a:cs typeface="Arial"/>
              <a:sym typeface="Arial"/>
            </a:endParaRPr>
          </a:p>
          <a:p>
            <a:pPr indent="0" lvl="0" marL="0" marR="0" rtl="0" algn="l">
              <a:spcBef>
                <a:spcPts val="0"/>
              </a:spcBef>
              <a:spcAft>
                <a:spcPts val="0"/>
              </a:spcAft>
              <a:buClr>
                <a:srgbClr val="5577AE"/>
              </a:buClr>
              <a:buSzPts val="1800"/>
              <a:buFont typeface="Arial"/>
              <a:buNone/>
            </a:pPr>
            <a:r>
              <a:rPr lang="en-US" sz="1800">
                <a:solidFill>
                  <a:srgbClr val="5577AE"/>
                </a:solidFill>
                <a:latin typeface="Arial"/>
                <a:ea typeface="Arial"/>
                <a:cs typeface="Arial"/>
                <a:sym typeface="Arial"/>
              </a:rPr>
              <a:t>The same source may have been published on more than one date, such as an online version of an original source. When the source has more than one date, use the date that is most relevant to your use of it.</a:t>
            </a:r>
            <a:endParaRPr/>
          </a:p>
          <a:p>
            <a:pPr indent="0" lvl="0" marL="0" marR="0" rtl="0" algn="l">
              <a:spcBef>
                <a:spcPts val="0"/>
              </a:spcBef>
              <a:spcAft>
                <a:spcPts val="0"/>
              </a:spcAft>
              <a:buClr>
                <a:schemeClr val="lt1"/>
              </a:buClr>
              <a:buSzPts val="1800"/>
              <a:buFont typeface="Arial"/>
              <a:buNone/>
            </a:pPr>
            <a:r>
              <a:t/>
            </a:r>
            <a:endParaRPr sz="1800">
              <a:solidFill>
                <a:srgbClr val="5577AE"/>
              </a:solidFill>
              <a:latin typeface="Arial"/>
              <a:ea typeface="Arial"/>
              <a:cs typeface="Arial"/>
              <a:sym typeface="Arial"/>
            </a:endParaRPr>
          </a:p>
          <a:p>
            <a:pPr indent="0" lvl="0" marL="0" marR="0" rtl="0" algn="l">
              <a:spcBef>
                <a:spcPts val="0"/>
              </a:spcBef>
              <a:spcAft>
                <a:spcPts val="0"/>
              </a:spcAft>
              <a:buClr>
                <a:schemeClr val="lt1"/>
              </a:buClr>
              <a:buSzPts val="1800"/>
              <a:buFont typeface="Arial"/>
              <a:buNone/>
            </a:pPr>
            <a:r>
              <a:rPr i="1" lang="en-US" sz="1800">
                <a:solidFill>
                  <a:schemeClr val="lt1"/>
                </a:solidFill>
                <a:latin typeface="Arial"/>
                <a:ea typeface="Arial"/>
                <a:cs typeface="Arial"/>
                <a:sym typeface="Arial"/>
              </a:rPr>
              <a:t>Examples:</a:t>
            </a:r>
            <a:endParaRPr/>
          </a:p>
          <a:p>
            <a:pPr indent="0" lvl="0" marL="0" marR="0" rtl="0" algn="l">
              <a:spcBef>
                <a:spcPts val="0"/>
              </a:spcBef>
              <a:spcAft>
                <a:spcPts val="0"/>
              </a:spcAft>
              <a:buClr>
                <a:schemeClr val="lt1"/>
              </a:buClr>
              <a:buSzPts val="1800"/>
              <a:buFont typeface="Arial"/>
              <a:buNone/>
            </a:pPr>
            <a:r>
              <a:t/>
            </a:r>
            <a:endParaRPr b="1" sz="1800">
              <a:solidFill>
                <a:srgbClr val="5577AE"/>
              </a:solidFill>
              <a:latin typeface="Arial"/>
              <a:ea typeface="Arial"/>
              <a:cs typeface="Arial"/>
              <a:sym typeface="Arial"/>
            </a:endParaRPr>
          </a:p>
          <a:p>
            <a:pPr indent="-457200" lvl="0" marL="457200" marR="0" rtl="0" algn="l">
              <a:spcBef>
                <a:spcPts val="0"/>
              </a:spcBef>
              <a:spcAft>
                <a:spcPts val="0"/>
              </a:spcAft>
              <a:buClr>
                <a:srgbClr val="5577AE"/>
              </a:buClr>
              <a:buSzPts val="1800"/>
              <a:buFont typeface="Arial"/>
              <a:buNone/>
            </a:pPr>
            <a:r>
              <a:rPr lang="en-US" sz="1800">
                <a:solidFill>
                  <a:srgbClr val="5577AE"/>
                </a:solidFill>
                <a:latin typeface="Arial"/>
                <a:ea typeface="Arial"/>
                <a:cs typeface="Arial"/>
                <a:sym typeface="Arial"/>
              </a:rPr>
              <a:t>Belton, John. “Painting by the Numbers: The Digital Intermediate.” </a:t>
            </a:r>
            <a:r>
              <a:rPr i="1" lang="en-US" sz="1800">
                <a:solidFill>
                  <a:srgbClr val="5577AE"/>
                </a:solidFill>
                <a:latin typeface="Arial"/>
                <a:ea typeface="Arial"/>
                <a:cs typeface="Arial"/>
                <a:sym typeface="Arial"/>
              </a:rPr>
              <a:t>Film Quarterly</a:t>
            </a:r>
            <a:r>
              <a:rPr lang="en-US" sz="1800">
                <a:solidFill>
                  <a:srgbClr val="5577AE"/>
                </a:solidFill>
                <a:latin typeface="Arial"/>
                <a:ea typeface="Arial"/>
                <a:cs typeface="Arial"/>
                <a:sym typeface="Arial"/>
              </a:rPr>
              <a:t>, vol. 61, no. 3, Spring 2008, pp. 58-65.</a:t>
            </a:r>
            <a:endParaRPr/>
          </a:p>
          <a:p>
            <a:pPr indent="-457200" lvl="0" marL="457200" marR="0" rtl="0" algn="l">
              <a:spcBef>
                <a:spcPts val="0"/>
              </a:spcBef>
              <a:spcAft>
                <a:spcPts val="0"/>
              </a:spcAft>
              <a:buClr>
                <a:schemeClr val="lt1"/>
              </a:buClr>
              <a:buSzPts val="1800"/>
              <a:buFont typeface="Arial"/>
              <a:buNone/>
            </a:pPr>
            <a:r>
              <a:t/>
            </a:r>
            <a:endParaRPr sz="1800">
              <a:solidFill>
                <a:srgbClr val="5577AE"/>
              </a:solidFill>
              <a:latin typeface="Arial"/>
              <a:ea typeface="Arial"/>
              <a:cs typeface="Arial"/>
              <a:sym typeface="Arial"/>
            </a:endParaRPr>
          </a:p>
          <a:p>
            <a:pPr indent="-457200" lvl="0" marL="457200" marR="0" rtl="0" algn="l">
              <a:spcBef>
                <a:spcPts val="0"/>
              </a:spcBef>
              <a:spcAft>
                <a:spcPts val="0"/>
              </a:spcAft>
              <a:buClr>
                <a:srgbClr val="5577AE"/>
              </a:buClr>
              <a:buSzPts val="1800"/>
              <a:buFont typeface="Arial"/>
              <a:buNone/>
            </a:pPr>
            <a:r>
              <a:rPr lang="en-US" sz="1800">
                <a:solidFill>
                  <a:srgbClr val="5577AE"/>
                </a:solidFill>
                <a:latin typeface="Arial"/>
                <a:ea typeface="Arial"/>
                <a:cs typeface="Arial"/>
                <a:sym typeface="Arial"/>
              </a:rPr>
              <a:t>“Hush.” </a:t>
            </a:r>
            <a:r>
              <a:rPr i="1" lang="en-US" sz="1800">
                <a:solidFill>
                  <a:srgbClr val="5577AE"/>
                </a:solidFill>
                <a:latin typeface="Arial"/>
                <a:ea typeface="Arial"/>
                <a:cs typeface="Arial"/>
                <a:sym typeface="Arial"/>
              </a:rPr>
              <a:t>Buffy the Vampire Slayer</a:t>
            </a:r>
            <a:r>
              <a:rPr lang="en-US" sz="1800">
                <a:solidFill>
                  <a:srgbClr val="5577AE"/>
                </a:solidFill>
                <a:latin typeface="Arial"/>
                <a:ea typeface="Arial"/>
                <a:cs typeface="Arial"/>
                <a:sym typeface="Arial"/>
              </a:rPr>
              <a:t>, created by Joss Whedon, performance by Sarah Michelle Gellar, season 4, Mutant Enemy, 1999.</a:t>
            </a:r>
            <a:endParaRPr/>
          </a:p>
          <a:p>
            <a:pPr indent="0" lvl="0" marL="0" marR="0" rtl="0" algn="l">
              <a:spcBef>
                <a:spcPts val="0"/>
              </a:spcBef>
              <a:spcAft>
                <a:spcPts val="0"/>
              </a:spcAft>
              <a:buClr>
                <a:schemeClr val="lt1"/>
              </a:buClr>
              <a:buSzPts val="1800"/>
              <a:buFont typeface="Arial"/>
              <a:buNone/>
            </a:pPr>
            <a:r>
              <a:t/>
            </a:r>
            <a:endParaRPr b="1" sz="1800">
              <a:solidFill>
                <a:srgbClr val="5577AE"/>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54"/>
          <p:cNvSpPr txBox="1"/>
          <p:nvPr>
            <p:ph type="ctrTitle"/>
          </p:nvPr>
        </p:nvSpPr>
        <p:spPr>
          <a:xfrm>
            <a:off x="118408" y="431919"/>
            <a:ext cx="6925732" cy="512448"/>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lt2"/>
              </a:buClr>
              <a:buSzPts val="3600"/>
              <a:buFont typeface="Arial"/>
              <a:buNone/>
            </a:pPr>
            <a:r>
              <a:rPr lang="en-US" sz="3600"/>
              <a:t>Works Cited List: Location</a:t>
            </a:r>
            <a:endParaRPr/>
          </a:p>
        </p:txBody>
      </p:sp>
      <p:sp>
        <p:nvSpPr>
          <p:cNvPr id="498" name="Google Shape;498;p54"/>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499" name="Google Shape;499;p54"/>
          <p:cNvPicPr preferRelativeResize="0"/>
          <p:nvPr/>
        </p:nvPicPr>
        <p:blipFill rotWithShape="1">
          <a:blip r:embed="rId3">
            <a:alphaModFix/>
          </a:blip>
          <a:srcRect b="0" l="0" r="0" t="0"/>
          <a:stretch/>
        </p:blipFill>
        <p:spPr>
          <a:xfrm>
            <a:off x="462008" y="6072299"/>
            <a:ext cx="3370923" cy="365760"/>
          </a:xfrm>
          <a:prstGeom prst="rect">
            <a:avLst/>
          </a:prstGeom>
          <a:noFill/>
          <a:ln>
            <a:noFill/>
          </a:ln>
        </p:spPr>
      </p:pic>
      <p:sp>
        <p:nvSpPr>
          <p:cNvPr id="500" name="Google Shape;500;p54"/>
          <p:cNvSpPr txBox="1"/>
          <p:nvPr/>
        </p:nvSpPr>
        <p:spPr>
          <a:xfrm>
            <a:off x="462008" y="1443841"/>
            <a:ext cx="8102600" cy="39703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Location – specifies work’s location, such as page range</a:t>
            </a:r>
            <a:endParaRPr/>
          </a:p>
          <a:p>
            <a:pPr indent="0" lvl="0" marL="0" marR="0" rtl="0" algn="l">
              <a:spcBef>
                <a:spcPts val="0"/>
              </a:spcBef>
              <a:spcAft>
                <a:spcPts val="0"/>
              </a:spcAft>
              <a:buClr>
                <a:schemeClr val="lt1"/>
              </a:buClr>
              <a:buSzPts val="1800"/>
              <a:buFont typeface="Arial"/>
              <a:buNone/>
            </a:pPr>
            <a:r>
              <a:t/>
            </a:r>
            <a:endParaRPr b="1" sz="1800">
              <a:solidFill>
                <a:schemeClr val="lt1"/>
              </a:solidFill>
              <a:latin typeface="Arial"/>
              <a:ea typeface="Arial"/>
              <a:cs typeface="Arial"/>
              <a:sym typeface="Arial"/>
            </a:endParaRPr>
          </a:p>
          <a:p>
            <a:pPr indent="0" lvl="0" marL="0" marR="0" rtl="0" algn="l">
              <a:spcBef>
                <a:spcPts val="0"/>
              </a:spcBef>
              <a:spcAft>
                <a:spcPts val="0"/>
              </a:spcAft>
              <a:buClr>
                <a:srgbClr val="5577AE"/>
              </a:buClr>
              <a:buSzPts val="1800"/>
              <a:buFont typeface="Arial"/>
              <a:buNone/>
            </a:pPr>
            <a:r>
              <a:rPr lang="en-US" sz="1800">
                <a:solidFill>
                  <a:srgbClr val="5577AE"/>
                </a:solidFill>
                <a:latin typeface="Arial"/>
                <a:ea typeface="Arial"/>
                <a:cs typeface="Arial"/>
                <a:sym typeface="Arial"/>
              </a:rPr>
              <a:t>Be as specific as possible in identifying a work’s location.</a:t>
            </a:r>
            <a:endParaRPr/>
          </a:p>
          <a:p>
            <a:pPr indent="0" lvl="0" marL="0" marR="0" rtl="0" algn="l">
              <a:spcBef>
                <a:spcPts val="0"/>
              </a:spcBef>
              <a:spcAft>
                <a:spcPts val="0"/>
              </a:spcAft>
              <a:buClr>
                <a:schemeClr val="lt1"/>
              </a:buClr>
              <a:buSzPts val="1800"/>
              <a:buFont typeface="Arial"/>
              <a:buNone/>
            </a:pPr>
            <a:r>
              <a:t/>
            </a:r>
            <a:endParaRPr sz="1800">
              <a:solidFill>
                <a:srgbClr val="5577AE"/>
              </a:solidFill>
              <a:latin typeface="Arial"/>
              <a:ea typeface="Arial"/>
              <a:cs typeface="Arial"/>
              <a:sym typeface="Arial"/>
            </a:endParaRPr>
          </a:p>
          <a:p>
            <a:pPr indent="0" lvl="0" marL="0" marR="0" rtl="0" algn="l">
              <a:spcBef>
                <a:spcPts val="0"/>
              </a:spcBef>
              <a:spcAft>
                <a:spcPts val="0"/>
              </a:spcAft>
              <a:buClr>
                <a:schemeClr val="lt1"/>
              </a:buClr>
              <a:buSzPts val="1800"/>
              <a:buFont typeface="Arial"/>
              <a:buNone/>
            </a:pPr>
            <a:r>
              <a:rPr i="1" lang="en-US" sz="1800">
                <a:solidFill>
                  <a:schemeClr val="lt1"/>
                </a:solidFill>
                <a:latin typeface="Arial"/>
                <a:ea typeface="Arial"/>
                <a:cs typeface="Arial"/>
                <a:sym typeface="Arial"/>
              </a:rPr>
              <a:t>Examples:</a:t>
            </a:r>
            <a:endParaRPr/>
          </a:p>
          <a:p>
            <a:pPr indent="0" lvl="0" marL="0" marR="0" rtl="0" algn="l">
              <a:spcBef>
                <a:spcPts val="0"/>
              </a:spcBef>
              <a:spcAft>
                <a:spcPts val="0"/>
              </a:spcAft>
              <a:buClr>
                <a:schemeClr val="lt1"/>
              </a:buClr>
              <a:buSzPts val="1800"/>
              <a:buFont typeface="Arial"/>
              <a:buNone/>
            </a:pPr>
            <a:r>
              <a:t/>
            </a:r>
            <a:endParaRPr i="1" sz="1800">
              <a:solidFill>
                <a:schemeClr val="lt1"/>
              </a:solidFill>
              <a:latin typeface="Arial"/>
              <a:ea typeface="Arial"/>
              <a:cs typeface="Arial"/>
              <a:sym typeface="Arial"/>
            </a:endParaRPr>
          </a:p>
          <a:p>
            <a:pPr indent="-457200" lvl="0" marL="457200" marR="0" rtl="0" algn="l">
              <a:spcBef>
                <a:spcPts val="0"/>
              </a:spcBef>
              <a:spcAft>
                <a:spcPts val="0"/>
              </a:spcAft>
              <a:buClr>
                <a:srgbClr val="5577AE"/>
              </a:buClr>
              <a:buSzPts val="1800"/>
              <a:buFont typeface="Arial"/>
              <a:buNone/>
            </a:pPr>
            <a:r>
              <a:rPr lang="en-US" sz="1800">
                <a:solidFill>
                  <a:srgbClr val="5577AE"/>
                </a:solidFill>
                <a:latin typeface="Arial"/>
                <a:ea typeface="Arial"/>
                <a:cs typeface="Arial"/>
                <a:sym typeface="Arial"/>
              </a:rPr>
              <a:t>Adiche, Chimamanda Ngozi. “On Monday of Last Week.” </a:t>
            </a:r>
            <a:r>
              <a:rPr i="1" lang="en-US" sz="1800">
                <a:solidFill>
                  <a:srgbClr val="5577AE"/>
                </a:solidFill>
                <a:latin typeface="Arial"/>
                <a:ea typeface="Arial"/>
                <a:cs typeface="Arial"/>
                <a:sym typeface="Arial"/>
              </a:rPr>
              <a:t>The Thing around Your Neck, </a:t>
            </a:r>
            <a:r>
              <a:rPr lang="en-US" sz="1800">
                <a:solidFill>
                  <a:srgbClr val="5577AE"/>
                </a:solidFill>
                <a:latin typeface="Arial"/>
                <a:ea typeface="Arial"/>
                <a:cs typeface="Arial"/>
                <a:sym typeface="Arial"/>
              </a:rPr>
              <a:t>Alfred A. Knopf, 2009, pp. 74-94.</a:t>
            </a:r>
            <a:endParaRPr/>
          </a:p>
          <a:p>
            <a:pPr indent="-457200" lvl="0" marL="457200" marR="0" rtl="0" algn="l">
              <a:spcBef>
                <a:spcPts val="0"/>
              </a:spcBef>
              <a:spcAft>
                <a:spcPts val="0"/>
              </a:spcAft>
              <a:buClr>
                <a:srgbClr val="5577AE"/>
              </a:buClr>
              <a:buSzPts val="1800"/>
              <a:buFont typeface="Arial"/>
              <a:buNone/>
            </a:pPr>
            <a:r>
              <a:rPr lang="en-US" sz="1800">
                <a:solidFill>
                  <a:srgbClr val="5577AE"/>
                </a:solidFill>
                <a:latin typeface="Arial"/>
                <a:ea typeface="Arial"/>
                <a:cs typeface="Arial"/>
                <a:sym typeface="Arial"/>
              </a:rPr>
              <a:t> </a:t>
            </a:r>
            <a:endParaRPr/>
          </a:p>
          <a:p>
            <a:pPr indent="-457200" lvl="0" marL="457200" marR="0" rtl="0" algn="l">
              <a:spcBef>
                <a:spcPts val="0"/>
              </a:spcBef>
              <a:spcAft>
                <a:spcPts val="0"/>
              </a:spcAft>
              <a:buClr>
                <a:srgbClr val="5577AE"/>
              </a:buClr>
              <a:buSzPts val="1800"/>
              <a:buFont typeface="Arial"/>
              <a:buNone/>
            </a:pPr>
            <a:r>
              <a:rPr lang="en-US" sz="1800">
                <a:solidFill>
                  <a:srgbClr val="5577AE"/>
                </a:solidFill>
                <a:latin typeface="Arial"/>
                <a:ea typeface="Arial"/>
                <a:cs typeface="Arial"/>
                <a:sym typeface="Arial"/>
              </a:rPr>
              <a:t>Deresiewicz, William. “The Death of the Artist—and the Birth of the Creative Entrepreneur.” </a:t>
            </a:r>
            <a:r>
              <a:rPr i="1" lang="en-US" sz="1800">
                <a:solidFill>
                  <a:srgbClr val="5577AE"/>
                </a:solidFill>
                <a:latin typeface="Arial"/>
                <a:ea typeface="Arial"/>
                <a:cs typeface="Arial"/>
                <a:sym typeface="Arial"/>
              </a:rPr>
              <a:t>The Atlantic</a:t>
            </a:r>
            <a:r>
              <a:rPr lang="en-US" sz="1800">
                <a:solidFill>
                  <a:srgbClr val="5577AE"/>
                </a:solidFill>
                <a:latin typeface="Arial"/>
                <a:ea typeface="Arial"/>
                <a:cs typeface="Arial"/>
                <a:sym typeface="Arial"/>
              </a:rPr>
              <a:t>, 28 Dec. 2014, www.theatlantic.com/magazine/archive/2015/01/the-death-of-the-artist-and-the-birth-of-the-creative-entrepreneur/383497/. Bearden, Romare. </a:t>
            </a:r>
            <a:r>
              <a:rPr i="1" lang="en-US" sz="1800">
                <a:solidFill>
                  <a:srgbClr val="5577AE"/>
                </a:solidFill>
                <a:latin typeface="Arial"/>
                <a:ea typeface="Arial"/>
                <a:cs typeface="Arial"/>
                <a:sym typeface="Arial"/>
              </a:rPr>
              <a:t>The Train</a:t>
            </a:r>
            <a:r>
              <a:rPr lang="en-US" sz="1800">
                <a:solidFill>
                  <a:srgbClr val="5577AE"/>
                </a:solidFill>
                <a:latin typeface="Arial"/>
                <a:ea typeface="Arial"/>
                <a:cs typeface="Arial"/>
                <a:sym typeface="Arial"/>
              </a:rPr>
              <a:t>. 1975, Museum of Modern Art, New York.</a:t>
            </a:r>
            <a:endParaRPr i="1" sz="1800">
              <a:solidFill>
                <a:srgbClr val="5577AE"/>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55"/>
          <p:cNvSpPr txBox="1"/>
          <p:nvPr>
            <p:ph type="ctrTitle"/>
          </p:nvPr>
        </p:nvSpPr>
        <p:spPr>
          <a:xfrm>
            <a:off x="118407" y="445987"/>
            <a:ext cx="6925732" cy="512448"/>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lt2"/>
              </a:buClr>
              <a:buSzPts val="3600"/>
              <a:buFont typeface="Arial"/>
              <a:buNone/>
            </a:pPr>
            <a:r>
              <a:rPr lang="en-US" sz="3600"/>
              <a:t>Works Cited List: Optional Elements</a:t>
            </a:r>
            <a:endParaRPr/>
          </a:p>
        </p:txBody>
      </p:sp>
      <p:sp>
        <p:nvSpPr>
          <p:cNvPr id="507" name="Google Shape;507;p55"/>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508" name="Google Shape;508;p55"/>
          <p:cNvPicPr preferRelativeResize="0"/>
          <p:nvPr/>
        </p:nvPicPr>
        <p:blipFill rotWithShape="1">
          <a:blip r:embed="rId3">
            <a:alphaModFix/>
          </a:blip>
          <a:srcRect b="0" l="0" r="0" t="0"/>
          <a:stretch/>
        </p:blipFill>
        <p:spPr>
          <a:xfrm>
            <a:off x="462008" y="6072299"/>
            <a:ext cx="3370923" cy="365760"/>
          </a:xfrm>
          <a:prstGeom prst="rect">
            <a:avLst/>
          </a:prstGeom>
          <a:noFill/>
          <a:ln>
            <a:noFill/>
          </a:ln>
        </p:spPr>
      </p:pic>
      <p:sp>
        <p:nvSpPr>
          <p:cNvPr id="509" name="Google Shape;509;p55"/>
          <p:cNvSpPr txBox="1"/>
          <p:nvPr/>
        </p:nvSpPr>
        <p:spPr>
          <a:xfrm>
            <a:off x="563563" y="1367738"/>
            <a:ext cx="7686675" cy="36933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Optional elements:</a:t>
            </a:r>
            <a:endParaRPr/>
          </a:p>
          <a:p>
            <a:pPr indent="0" lvl="0" marL="0" marR="0" rtl="0" algn="l">
              <a:spcBef>
                <a:spcPts val="0"/>
              </a:spcBef>
              <a:spcAft>
                <a:spcPts val="0"/>
              </a:spcAft>
              <a:buClr>
                <a:schemeClr val="lt1"/>
              </a:buClr>
              <a:buSzPts val="1800"/>
              <a:buFont typeface="Arial"/>
              <a:buNone/>
            </a:pPr>
            <a:r>
              <a:t/>
            </a:r>
            <a:endParaRPr b="1" sz="1800">
              <a:solidFill>
                <a:schemeClr val="lt1"/>
              </a:solidFill>
              <a:latin typeface="Arial"/>
              <a:ea typeface="Arial"/>
              <a:cs typeface="Arial"/>
              <a:sym typeface="Arial"/>
            </a:endParaRPr>
          </a:p>
          <a:p>
            <a:pPr indent="-285750" lvl="0" marL="285750" marR="0" rtl="0" algn="l">
              <a:spcBef>
                <a:spcPts val="0"/>
              </a:spcBef>
              <a:spcAft>
                <a:spcPts val="0"/>
              </a:spcAft>
              <a:buClr>
                <a:srgbClr val="5577AE"/>
              </a:buClr>
              <a:buSzPts val="1800"/>
              <a:buFont typeface="Noto Sans Symbols"/>
              <a:buChar char="▪"/>
            </a:pPr>
            <a:r>
              <a:rPr b="1" lang="en-US" sz="1800">
                <a:solidFill>
                  <a:srgbClr val="5577AE"/>
                </a:solidFill>
                <a:latin typeface="Arial"/>
                <a:ea typeface="Arial"/>
                <a:cs typeface="Arial"/>
                <a:sym typeface="Arial"/>
              </a:rPr>
              <a:t>Date of original publication:</a:t>
            </a:r>
            <a:endParaRPr/>
          </a:p>
          <a:p>
            <a:pPr indent="0" lvl="0" marL="0" marR="0" rtl="0" algn="l">
              <a:spcBef>
                <a:spcPts val="0"/>
              </a:spcBef>
              <a:spcAft>
                <a:spcPts val="0"/>
              </a:spcAft>
              <a:buClr>
                <a:schemeClr val="lt1"/>
              </a:buClr>
              <a:buSzPts val="1800"/>
              <a:buFont typeface="Arial"/>
              <a:buNone/>
            </a:pPr>
            <a:r>
              <a:t/>
            </a:r>
            <a:endParaRPr sz="1800">
              <a:solidFill>
                <a:srgbClr val="5577AE"/>
              </a:solidFill>
              <a:latin typeface="Arial"/>
              <a:ea typeface="Arial"/>
              <a:cs typeface="Arial"/>
              <a:sym typeface="Arial"/>
            </a:endParaRPr>
          </a:p>
          <a:p>
            <a:pPr indent="-457200" lvl="0" marL="457200" marR="0" rtl="0" algn="l">
              <a:spcBef>
                <a:spcPts val="0"/>
              </a:spcBef>
              <a:spcAft>
                <a:spcPts val="0"/>
              </a:spcAft>
              <a:buClr>
                <a:srgbClr val="5577AE"/>
              </a:buClr>
              <a:buSzPts val="1800"/>
              <a:buFont typeface="Arial"/>
              <a:buNone/>
            </a:pPr>
            <a:r>
              <a:rPr lang="en-US" sz="1800">
                <a:solidFill>
                  <a:srgbClr val="5577AE"/>
                </a:solidFill>
                <a:latin typeface="Arial"/>
                <a:ea typeface="Arial"/>
                <a:cs typeface="Arial"/>
                <a:sym typeface="Arial"/>
              </a:rPr>
              <a:t>Franklin, Benjamin. “Emigration to America.” 1782. </a:t>
            </a:r>
            <a:r>
              <a:rPr i="1" lang="en-US" sz="1800">
                <a:solidFill>
                  <a:srgbClr val="5577AE"/>
                </a:solidFill>
                <a:latin typeface="Arial"/>
                <a:ea typeface="Arial"/>
                <a:cs typeface="Arial"/>
                <a:sym typeface="Arial"/>
              </a:rPr>
              <a:t>The Faber Book of America</a:t>
            </a:r>
            <a:r>
              <a:rPr lang="en-US" sz="1800">
                <a:solidFill>
                  <a:srgbClr val="5577AE"/>
                </a:solidFill>
                <a:latin typeface="Arial"/>
                <a:ea typeface="Arial"/>
                <a:cs typeface="Arial"/>
                <a:sym typeface="Arial"/>
              </a:rPr>
              <a:t>, edited by Christopher Ricks and William L. Vance, Faber and Faber, 1992, pp. 24-26.</a:t>
            </a:r>
            <a:endParaRPr/>
          </a:p>
          <a:p>
            <a:pPr indent="0" lvl="0" marL="0" marR="0" rtl="0" algn="l">
              <a:spcBef>
                <a:spcPts val="0"/>
              </a:spcBef>
              <a:spcAft>
                <a:spcPts val="0"/>
              </a:spcAft>
              <a:buClr>
                <a:schemeClr val="lt1"/>
              </a:buClr>
              <a:buSzPts val="1800"/>
              <a:buFont typeface="Arial"/>
              <a:buNone/>
            </a:pPr>
            <a:r>
              <a:t/>
            </a:r>
            <a:endParaRPr sz="1800">
              <a:solidFill>
                <a:srgbClr val="5577AE"/>
              </a:solidFill>
              <a:latin typeface="Arial"/>
              <a:ea typeface="Arial"/>
              <a:cs typeface="Arial"/>
              <a:sym typeface="Arial"/>
            </a:endParaRPr>
          </a:p>
          <a:p>
            <a:pPr indent="-285750" lvl="0" marL="285750" marR="0" rtl="0" algn="l">
              <a:spcBef>
                <a:spcPts val="0"/>
              </a:spcBef>
              <a:spcAft>
                <a:spcPts val="0"/>
              </a:spcAft>
              <a:buClr>
                <a:srgbClr val="5577AE"/>
              </a:buClr>
              <a:buSzPts val="1800"/>
              <a:buFont typeface="Noto Sans Symbols"/>
              <a:buChar char="▪"/>
            </a:pPr>
            <a:r>
              <a:rPr b="1" lang="en-US" sz="1800">
                <a:solidFill>
                  <a:srgbClr val="5577AE"/>
                </a:solidFill>
                <a:latin typeface="Arial"/>
                <a:ea typeface="Arial"/>
                <a:cs typeface="Arial"/>
                <a:sym typeface="Arial"/>
              </a:rPr>
              <a:t>City of publication:</a:t>
            </a:r>
            <a:endParaRPr/>
          </a:p>
          <a:p>
            <a:pPr indent="0" lvl="0" marL="0" marR="0" rtl="0" algn="l">
              <a:spcBef>
                <a:spcPts val="0"/>
              </a:spcBef>
              <a:spcAft>
                <a:spcPts val="0"/>
              </a:spcAft>
              <a:buClr>
                <a:schemeClr val="lt1"/>
              </a:buClr>
              <a:buSzPts val="1800"/>
              <a:buFont typeface="Arial"/>
              <a:buNone/>
            </a:pPr>
            <a:r>
              <a:t/>
            </a:r>
            <a:endParaRPr b="1" sz="1800">
              <a:solidFill>
                <a:srgbClr val="5577AE"/>
              </a:solidFill>
              <a:latin typeface="Arial"/>
              <a:ea typeface="Arial"/>
              <a:cs typeface="Arial"/>
              <a:sym typeface="Arial"/>
            </a:endParaRPr>
          </a:p>
          <a:p>
            <a:pPr indent="-457200" lvl="0" marL="457200" marR="0" rtl="0" algn="l">
              <a:spcBef>
                <a:spcPts val="0"/>
              </a:spcBef>
              <a:spcAft>
                <a:spcPts val="0"/>
              </a:spcAft>
              <a:buClr>
                <a:srgbClr val="5577AE"/>
              </a:buClr>
              <a:buSzPts val="1800"/>
              <a:buFont typeface="Arial"/>
              <a:buNone/>
            </a:pPr>
            <a:r>
              <a:rPr lang="en-US" sz="1800">
                <a:solidFill>
                  <a:srgbClr val="5577AE"/>
                </a:solidFill>
                <a:latin typeface="Arial"/>
                <a:ea typeface="Arial"/>
                <a:cs typeface="Arial"/>
                <a:sym typeface="Arial"/>
              </a:rPr>
              <a:t>Goethe, Johann Wolfgang von. </a:t>
            </a:r>
            <a:r>
              <a:rPr i="1" lang="en-US" sz="1800">
                <a:solidFill>
                  <a:srgbClr val="5577AE"/>
                </a:solidFill>
                <a:latin typeface="Arial"/>
                <a:ea typeface="Arial"/>
                <a:cs typeface="Arial"/>
                <a:sym typeface="Arial"/>
              </a:rPr>
              <a:t>Conversations of Goethe with Eckermann and Soret. </a:t>
            </a:r>
            <a:r>
              <a:rPr lang="en-US" sz="1800">
                <a:solidFill>
                  <a:srgbClr val="5577AE"/>
                </a:solidFill>
                <a:latin typeface="Arial"/>
                <a:ea typeface="Arial"/>
                <a:cs typeface="Arial"/>
                <a:sym typeface="Arial"/>
              </a:rPr>
              <a:t>Translated by John Oxenford, new ed., London, 1875.</a:t>
            </a:r>
            <a:endParaRPr/>
          </a:p>
          <a:p>
            <a:pPr indent="0" lvl="0" marL="0" marR="0" rtl="0" algn="l">
              <a:spcBef>
                <a:spcPts val="0"/>
              </a:spcBef>
              <a:spcAft>
                <a:spcPts val="0"/>
              </a:spcAft>
              <a:buClr>
                <a:schemeClr val="lt1"/>
              </a:buClr>
              <a:buSzPts val="1800"/>
              <a:buFont typeface="Arial"/>
              <a:buNone/>
            </a:pPr>
            <a:r>
              <a:t/>
            </a:r>
            <a:endParaRPr sz="1800">
              <a:solidFill>
                <a:schemeClr val="lt1"/>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56"/>
          <p:cNvSpPr txBox="1"/>
          <p:nvPr>
            <p:ph type="ctrTitle"/>
          </p:nvPr>
        </p:nvSpPr>
        <p:spPr>
          <a:xfrm>
            <a:off x="146543" y="435227"/>
            <a:ext cx="6925732" cy="512448"/>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lt2"/>
              </a:buClr>
              <a:buSzPts val="3600"/>
              <a:buFont typeface="Arial"/>
              <a:buNone/>
            </a:pPr>
            <a:r>
              <a:rPr lang="en-US" sz="3600"/>
              <a:t>Works Cited List: Optional Elements  </a:t>
            </a:r>
            <a:endParaRPr/>
          </a:p>
        </p:txBody>
      </p:sp>
      <p:sp>
        <p:nvSpPr>
          <p:cNvPr id="516" name="Google Shape;516;p56"/>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517" name="Google Shape;517;p56"/>
          <p:cNvPicPr preferRelativeResize="0"/>
          <p:nvPr/>
        </p:nvPicPr>
        <p:blipFill rotWithShape="1">
          <a:blip r:embed="rId3">
            <a:alphaModFix/>
          </a:blip>
          <a:srcRect b="0" l="0" r="0" t="0"/>
          <a:stretch/>
        </p:blipFill>
        <p:spPr>
          <a:xfrm>
            <a:off x="462008" y="6072299"/>
            <a:ext cx="3370923" cy="365760"/>
          </a:xfrm>
          <a:prstGeom prst="rect">
            <a:avLst/>
          </a:prstGeom>
          <a:noFill/>
          <a:ln>
            <a:noFill/>
          </a:ln>
        </p:spPr>
      </p:pic>
      <p:sp>
        <p:nvSpPr>
          <p:cNvPr id="518" name="Google Shape;518;p56"/>
          <p:cNvSpPr txBox="1"/>
          <p:nvPr/>
        </p:nvSpPr>
        <p:spPr>
          <a:xfrm>
            <a:off x="726699" y="1108202"/>
            <a:ext cx="7686675" cy="424731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Optional elements:</a:t>
            </a:r>
            <a:endParaRPr/>
          </a:p>
          <a:p>
            <a:pPr indent="0" lvl="0" marL="0" marR="0" rtl="0" algn="l">
              <a:spcBef>
                <a:spcPts val="0"/>
              </a:spcBef>
              <a:spcAft>
                <a:spcPts val="0"/>
              </a:spcAft>
              <a:buClr>
                <a:schemeClr val="lt1"/>
              </a:buClr>
              <a:buSzPts val="1800"/>
              <a:buFont typeface="Arial"/>
              <a:buNone/>
            </a:pPr>
            <a:r>
              <a:t/>
            </a:r>
            <a:endParaRPr b="1" sz="1800">
              <a:solidFill>
                <a:schemeClr val="lt1"/>
              </a:solidFill>
              <a:latin typeface="Arial"/>
              <a:ea typeface="Arial"/>
              <a:cs typeface="Arial"/>
              <a:sym typeface="Arial"/>
            </a:endParaRPr>
          </a:p>
          <a:p>
            <a:pPr indent="-285750" lvl="0" marL="285750" marR="0" rtl="0" algn="l">
              <a:spcBef>
                <a:spcPts val="0"/>
              </a:spcBef>
              <a:spcAft>
                <a:spcPts val="0"/>
              </a:spcAft>
              <a:buClr>
                <a:srgbClr val="5577AE"/>
              </a:buClr>
              <a:buSzPts val="1800"/>
              <a:buFont typeface="Noto Sans Symbols"/>
              <a:buChar char="▪"/>
            </a:pPr>
            <a:r>
              <a:rPr b="1" lang="en-US" sz="1800">
                <a:solidFill>
                  <a:srgbClr val="5577AE"/>
                </a:solidFill>
                <a:latin typeface="Arial"/>
                <a:ea typeface="Arial"/>
                <a:cs typeface="Arial"/>
                <a:sym typeface="Arial"/>
              </a:rPr>
              <a:t>URLs</a:t>
            </a:r>
            <a:endParaRPr/>
          </a:p>
          <a:p>
            <a:pPr indent="0" lvl="0" marL="0" marR="0" rtl="0" algn="l">
              <a:spcBef>
                <a:spcPts val="0"/>
              </a:spcBef>
              <a:spcAft>
                <a:spcPts val="0"/>
              </a:spcAft>
              <a:buClr>
                <a:srgbClr val="5577AE"/>
              </a:buClr>
              <a:buSzPts val="1800"/>
              <a:buFont typeface="Arial"/>
              <a:buNone/>
            </a:pPr>
            <a:r>
              <a:rPr lang="en-US" sz="1800">
                <a:solidFill>
                  <a:srgbClr val="5577AE"/>
                </a:solidFill>
                <a:latin typeface="Arial"/>
                <a:ea typeface="Arial"/>
                <a:cs typeface="Arial"/>
                <a:sym typeface="Arial"/>
              </a:rPr>
              <a:t>	</a:t>
            </a:r>
            <a:endParaRPr/>
          </a:p>
          <a:p>
            <a:pPr indent="-285750" lvl="0" marL="285750" marR="0" rtl="0" algn="l">
              <a:spcBef>
                <a:spcPts val="0"/>
              </a:spcBef>
              <a:spcAft>
                <a:spcPts val="0"/>
              </a:spcAft>
              <a:buClr>
                <a:srgbClr val="5577AE"/>
              </a:buClr>
              <a:buSzPts val="1800"/>
              <a:buFont typeface="Noto Sans Symbols"/>
              <a:buChar char="▪"/>
            </a:pPr>
            <a:r>
              <a:rPr b="1" lang="en-US" sz="1800">
                <a:solidFill>
                  <a:srgbClr val="5577AE"/>
                </a:solidFill>
                <a:latin typeface="Arial"/>
                <a:ea typeface="Arial"/>
                <a:cs typeface="Arial"/>
                <a:sym typeface="Arial"/>
              </a:rPr>
              <a:t>DOIs (digital object identifier)</a:t>
            </a:r>
            <a:endParaRPr/>
          </a:p>
          <a:p>
            <a:pPr indent="0" lvl="0" marL="0" marR="0" rtl="0" algn="l">
              <a:spcBef>
                <a:spcPts val="0"/>
              </a:spcBef>
              <a:spcAft>
                <a:spcPts val="0"/>
              </a:spcAft>
              <a:buClr>
                <a:schemeClr val="lt1"/>
              </a:buClr>
              <a:buSzPts val="1800"/>
              <a:buFont typeface="Arial"/>
              <a:buNone/>
            </a:pPr>
            <a:r>
              <a:t/>
            </a:r>
            <a:endParaRPr sz="1800">
              <a:solidFill>
                <a:schemeClr val="lt1"/>
              </a:solidFill>
              <a:latin typeface="Arial"/>
              <a:ea typeface="Arial"/>
              <a:cs typeface="Arial"/>
              <a:sym typeface="Arial"/>
            </a:endParaRPr>
          </a:p>
          <a:p>
            <a:pPr indent="-457200" lvl="0" marL="457200" marR="0" rtl="0" algn="l">
              <a:spcBef>
                <a:spcPts val="0"/>
              </a:spcBef>
              <a:spcAft>
                <a:spcPts val="0"/>
              </a:spcAft>
              <a:buClr>
                <a:srgbClr val="5577AE"/>
              </a:buClr>
              <a:buSzPts val="1800"/>
              <a:buFont typeface="Arial"/>
              <a:buNone/>
            </a:pPr>
            <a:r>
              <a:rPr lang="en-US" sz="1800">
                <a:solidFill>
                  <a:srgbClr val="5577AE"/>
                </a:solidFill>
                <a:latin typeface="Arial"/>
                <a:ea typeface="Arial"/>
                <a:cs typeface="Arial"/>
                <a:sym typeface="Arial"/>
              </a:rPr>
              <a:t>Chan, Evans. “Postmodernism and Hong Kong Cinema.” </a:t>
            </a:r>
            <a:r>
              <a:rPr i="1" lang="en-US" sz="1800">
                <a:solidFill>
                  <a:srgbClr val="5577AE"/>
                </a:solidFill>
                <a:latin typeface="Arial"/>
                <a:ea typeface="Arial"/>
                <a:cs typeface="Arial"/>
                <a:sym typeface="Arial"/>
              </a:rPr>
              <a:t>Postmodern Culture</a:t>
            </a:r>
            <a:r>
              <a:rPr lang="en-US" sz="1800">
                <a:solidFill>
                  <a:srgbClr val="5577AE"/>
                </a:solidFill>
                <a:latin typeface="Arial"/>
                <a:ea typeface="Arial"/>
                <a:cs typeface="Arial"/>
                <a:sym typeface="Arial"/>
              </a:rPr>
              <a:t>, vol. 10, no. 3, May 2000. </a:t>
            </a:r>
            <a:r>
              <a:rPr i="1" lang="en-US" sz="1800">
                <a:solidFill>
                  <a:srgbClr val="5577AE"/>
                </a:solidFill>
                <a:latin typeface="Arial"/>
                <a:ea typeface="Arial"/>
                <a:cs typeface="Arial"/>
                <a:sym typeface="Arial"/>
              </a:rPr>
              <a:t>Project Muse</a:t>
            </a:r>
            <a:r>
              <a:rPr lang="en-US" sz="1800">
                <a:solidFill>
                  <a:srgbClr val="5577AE"/>
                </a:solidFill>
                <a:latin typeface="Arial"/>
                <a:ea typeface="Arial"/>
                <a:cs typeface="Arial"/>
                <a:sym typeface="Arial"/>
              </a:rPr>
              <a:t>, doi: 10.1353/pmc.2000.0021.</a:t>
            </a:r>
            <a:endParaRPr/>
          </a:p>
          <a:p>
            <a:pPr indent="0" lvl="0" marL="0" marR="0" rtl="0" algn="l">
              <a:spcBef>
                <a:spcPts val="0"/>
              </a:spcBef>
              <a:spcAft>
                <a:spcPts val="0"/>
              </a:spcAft>
              <a:buClr>
                <a:schemeClr val="lt1"/>
              </a:buClr>
              <a:buSzPts val="1800"/>
              <a:buFont typeface="Arial"/>
              <a:buNone/>
            </a:pPr>
            <a:r>
              <a:t/>
            </a:r>
            <a:endParaRPr b="1" sz="1800">
              <a:solidFill>
                <a:srgbClr val="5577AE"/>
              </a:solidFill>
              <a:latin typeface="Arial"/>
              <a:ea typeface="Arial"/>
              <a:cs typeface="Arial"/>
              <a:sym typeface="Arial"/>
            </a:endParaRPr>
          </a:p>
          <a:p>
            <a:pPr indent="-285750" lvl="0" marL="285750" marR="0" rtl="0" algn="l">
              <a:spcBef>
                <a:spcPts val="0"/>
              </a:spcBef>
              <a:spcAft>
                <a:spcPts val="0"/>
              </a:spcAft>
              <a:buClr>
                <a:srgbClr val="5577AE"/>
              </a:buClr>
              <a:buSzPts val="1800"/>
              <a:buFont typeface="Noto Sans Symbols"/>
              <a:buChar char="▪"/>
            </a:pPr>
            <a:r>
              <a:rPr b="1" lang="en-US" sz="1800">
                <a:solidFill>
                  <a:srgbClr val="5577AE"/>
                </a:solidFill>
                <a:latin typeface="Arial"/>
                <a:ea typeface="Arial"/>
                <a:cs typeface="Arial"/>
                <a:sym typeface="Arial"/>
              </a:rPr>
              <a:t>Date of access</a:t>
            </a:r>
            <a:endParaRPr/>
          </a:p>
          <a:p>
            <a:pPr indent="0" lvl="0" marL="0" marR="0" rtl="0" algn="l">
              <a:spcBef>
                <a:spcPts val="0"/>
              </a:spcBef>
              <a:spcAft>
                <a:spcPts val="0"/>
              </a:spcAft>
              <a:buClr>
                <a:schemeClr val="lt1"/>
              </a:buClr>
              <a:buSzPts val="1800"/>
              <a:buFont typeface="Arial"/>
              <a:buNone/>
            </a:pPr>
            <a:r>
              <a:t/>
            </a:r>
            <a:endParaRPr b="1" sz="1800">
              <a:solidFill>
                <a:srgbClr val="5577AE"/>
              </a:solidFill>
              <a:latin typeface="Arial"/>
              <a:ea typeface="Arial"/>
              <a:cs typeface="Arial"/>
              <a:sym typeface="Arial"/>
            </a:endParaRPr>
          </a:p>
          <a:p>
            <a:pPr indent="-457200" lvl="0" marL="457200" marR="0" rtl="0" algn="l">
              <a:spcBef>
                <a:spcPts val="0"/>
              </a:spcBef>
              <a:spcAft>
                <a:spcPts val="0"/>
              </a:spcAft>
              <a:buClr>
                <a:srgbClr val="5577AE"/>
              </a:buClr>
              <a:buSzPts val="1800"/>
              <a:buFont typeface="Arial"/>
              <a:buNone/>
            </a:pPr>
            <a:r>
              <a:rPr lang="en-US" sz="1800">
                <a:solidFill>
                  <a:srgbClr val="5577AE"/>
                </a:solidFill>
                <a:latin typeface="Arial"/>
                <a:ea typeface="Arial"/>
                <a:cs typeface="Arial"/>
                <a:sym typeface="Arial"/>
              </a:rPr>
              <a:t>“Under the Gun.” </a:t>
            </a:r>
            <a:r>
              <a:rPr i="1" lang="en-US" sz="1800">
                <a:solidFill>
                  <a:srgbClr val="5577AE"/>
                </a:solidFill>
                <a:latin typeface="Arial"/>
                <a:ea typeface="Arial"/>
                <a:cs typeface="Arial"/>
                <a:sym typeface="Arial"/>
              </a:rPr>
              <a:t>Pretty Little Liars</a:t>
            </a:r>
            <a:r>
              <a:rPr lang="en-US" sz="1800">
                <a:solidFill>
                  <a:srgbClr val="5577AE"/>
                </a:solidFill>
                <a:latin typeface="Arial"/>
                <a:ea typeface="Arial"/>
                <a:cs typeface="Arial"/>
                <a:sym typeface="Arial"/>
              </a:rPr>
              <a:t>, season 4, episode 6, ABC Family, 16 July 2013. </a:t>
            </a:r>
            <a:r>
              <a:rPr i="1" lang="en-US" sz="1800">
                <a:solidFill>
                  <a:srgbClr val="5577AE"/>
                </a:solidFill>
                <a:latin typeface="Arial"/>
                <a:ea typeface="Arial"/>
                <a:cs typeface="Arial"/>
                <a:sym typeface="Arial"/>
              </a:rPr>
              <a:t>Hulu</a:t>
            </a:r>
            <a:r>
              <a:rPr lang="en-US" sz="1800">
                <a:solidFill>
                  <a:srgbClr val="5577AE"/>
                </a:solidFill>
                <a:latin typeface="Arial"/>
                <a:ea typeface="Arial"/>
                <a:cs typeface="Arial"/>
                <a:sym typeface="Arial"/>
              </a:rPr>
              <a:t>, www.hulu.com/watch/511318. Accessed 23 July 2013.</a:t>
            </a:r>
            <a:endParaRPr/>
          </a:p>
          <a:p>
            <a:pPr indent="0" lvl="0" marL="0" marR="0" rtl="0" algn="l">
              <a:spcBef>
                <a:spcPts val="0"/>
              </a:spcBef>
              <a:spcAft>
                <a:spcPts val="0"/>
              </a:spcAft>
              <a:buClr>
                <a:schemeClr val="lt1"/>
              </a:buClr>
              <a:buSzPts val="1800"/>
              <a:buFont typeface="Arial"/>
              <a:buNone/>
            </a:pPr>
            <a:r>
              <a:t/>
            </a:r>
            <a:endParaRPr b="1" sz="1800">
              <a:solidFill>
                <a:schemeClr val="lt1"/>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57"/>
          <p:cNvSpPr txBox="1"/>
          <p:nvPr>
            <p:ph type="ctrTitle"/>
          </p:nvPr>
        </p:nvSpPr>
        <p:spPr>
          <a:xfrm>
            <a:off x="104340" y="419941"/>
            <a:ext cx="6925732" cy="512448"/>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lt2"/>
              </a:buClr>
              <a:buSzPts val="3600"/>
              <a:buFont typeface="Arial"/>
              <a:buNone/>
            </a:pPr>
            <a:r>
              <a:rPr lang="en-US" sz="3600"/>
              <a:t>Works Cited List: Optional Elements   </a:t>
            </a:r>
            <a:endParaRPr/>
          </a:p>
        </p:txBody>
      </p:sp>
      <p:sp>
        <p:nvSpPr>
          <p:cNvPr id="525" name="Google Shape;525;p57"/>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526" name="Google Shape;526;p57"/>
          <p:cNvPicPr preferRelativeResize="0"/>
          <p:nvPr/>
        </p:nvPicPr>
        <p:blipFill rotWithShape="1">
          <a:blip r:embed="rId3">
            <a:alphaModFix/>
          </a:blip>
          <a:srcRect b="0" l="0" r="0" t="0"/>
          <a:stretch/>
        </p:blipFill>
        <p:spPr>
          <a:xfrm>
            <a:off x="462008" y="6072299"/>
            <a:ext cx="3370923" cy="365760"/>
          </a:xfrm>
          <a:prstGeom prst="rect">
            <a:avLst/>
          </a:prstGeom>
          <a:noFill/>
          <a:ln>
            <a:noFill/>
          </a:ln>
        </p:spPr>
      </p:pic>
      <p:sp>
        <p:nvSpPr>
          <p:cNvPr id="527" name="Google Shape;527;p57"/>
          <p:cNvSpPr txBox="1"/>
          <p:nvPr/>
        </p:nvSpPr>
        <p:spPr>
          <a:xfrm>
            <a:off x="726699" y="1517535"/>
            <a:ext cx="7686675" cy="424731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Annotated Bibliography</a:t>
            </a:r>
            <a:endParaRPr/>
          </a:p>
          <a:p>
            <a:pPr indent="0" lvl="0" marL="0" marR="0" rtl="0" algn="l">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Annotations: </a:t>
            </a:r>
            <a:endParaRPr b="1" sz="1800">
              <a:solidFill>
                <a:srgbClr val="5577AE"/>
              </a:solidFill>
              <a:latin typeface="Arial"/>
              <a:ea typeface="Arial"/>
              <a:cs typeface="Arial"/>
              <a:sym typeface="Arial"/>
            </a:endParaRPr>
          </a:p>
          <a:p>
            <a:pPr indent="-285750" lvl="0" marL="285750" marR="0" rtl="0" algn="l">
              <a:spcBef>
                <a:spcPts val="0"/>
              </a:spcBef>
              <a:spcAft>
                <a:spcPts val="0"/>
              </a:spcAft>
              <a:buClr>
                <a:srgbClr val="5577AE"/>
              </a:buClr>
              <a:buSzPts val="1800"/>
              <a:buFont typeface="Noto Sans Symbols"/>
              <a:buChar char="▪"/>
            </a:pPr>
            <a:r>
              <a:rPr b="1" lang="en-US" sz="1800">
                <a:solidFill>
                  <a:srgbClr val="5577AE"/>
                </a:solidFill>
                <a:latin typeface="Arial"/>
                <a:ea typeface="Arial"/>
                <a:cs typeface="Arial"/>
                <a:sym typeface="Arial"/>
              </a:rPr>
              <a:t>Are succinct descriptions or evaluations of a source.</a:t>
            </a:r>
            <a:endParaRPr/>
          </a:p>
          <a:p>
            <a:pPr indent="-285750" lvl="0" marL="285750" marR="0" rtl="0" algn="l">
              <a:spcBef>
                <a:spcPts val="0"/>
              </a:spcBef>
              <a:spcAft>
                <a:spcPts val="0"/>
              </a:spcAft>
              <a:buClr>
                <a:srgbClr val="5577AE"/>
              </a:buClr>
              <a:buSzPts val="1800"/>
              <a:buFont typeface="Noto Sans Symbols"/>
              <a:buChar char="▪"/>
            </a:pPr>
            <a:r>
              <a:rPr b="1" lang="en-US" sz="1800">
                <a:solidFill>
                  <a:srgbClr val="5577AE"/>
                </a:solidFill>
                <a:latin typeface="Arial"/>
                <a:ea typeface="Arial"/>
                <a:cs typeface="Arial"/>
                <a:sym typeface="Arial"/>
              </a:rPr>
              <a:t>Are at the end of an entry, with a one-inch indentation from where the entry begins.</a:t>
            </a:r>
            <a:endParaRPr/>
          </a:p>
          <a:p>
            <a:pPr indent="-285750" lvl="0" marL="285750" marR="0" rtl="0" algn="l">
              <a:spcBef>
                <a:spcPts val="0"/>
              </a:spcBef>
              <a:spcAft>
                <a:spcPts val="0"/>
              </a:spcAft>
              <a:buClr>
                <a:srgbClr val="5577AE"/>
              </a:buClr>
              <a:buSzPts val="1800"/>
              <a:buFont typeface="Noto Sans Symbols"/>
              <a:buChar char="▪"/>
            </a:pPr>
            <a:r>
              <a:rPr b="1" lang="en-US" sz="1800">
                <a:solidFill>
                  <a:srgbClr val="5577AE"/>
                </a:solidFill>
                <a:latin typeface="Arial"/>
                <a:ea typeface="Arial"/>
                <a:cs typeface="Arial"/>
                <a:sym typeface="Arial"/>
              </a:rPr>
              <a:t>Can be concise phrases or complete sentences, but not exceed a single paragraph.</a:t>
            </a:r>
            <a:endParaRPr sz="1800">
              <a:solidFill>
                <a:schemeClr val="lt1"/>
              </a:solidFill>
              <a:latin typeface="Arial"/>
              <a:ea typeface="Arial"/>
              <a:cs typeface="Arial"/>
              <a:sym typeface="Arial"/>
            </a:endParaRPr>
          </a:p>
          <a:p>
            <a:pPr indent="-457200" lvl="0" marL="457200" marR="0" rtl="0" algn="l">
              <a:spcBef>
                <a:spcPts val="0"/>
              </a:spcBef>
              <a:spcAft>
                <a:spcPts val="0"/>
              </a:spcAft>
              <a:buClr>
                <a:schemeClr val="lt1"/>
              </a:buClr>
              <a:buSzPts val="1800"/>
              <a:buFont typeface="Arial"/>
              <a:buNone/>
            </a:pPr>
            <a:r>
              <a:t/>
            </a:r>
            <a:endParaRPr sz="1800">
              <a:solidFill>
                <a:srgbClr val="5577AE"/>
              </a:solidFill>
              <a:latin typeface="Arial"/>
              <a:ea typeface="Arial"/>
              <a:cs typeface="Arial"/>
              <a:sym typeface="Arial"/>
            </a:endParaRPr>
          </a:p>
          <a:p>
            <a:pPr indent="-457200" lvl="0" marL="457200" marR="0" rtl="0" algn="l">
              <a:spcBef>
                <a:spcPts val="0"/>
              </a:spcBef>
              <a:spcAft>
                <a:spcPts val="0"/>
              </a:spcAft>
              <a:buClr>
                <a:srgbClr val="5577AE"/>
              </a:buClr>
              <a:buSzPts val="1800"/>
              <a:buFont typeface="Arial"/>
              <a:buNone/>
            </a:pPr>
            <a:r>
              <a:rPr lang="en-US" sz="1800">
                <a:solidFill>
                  <a:srgbClr val="5577AE"/>
                </a:solidFill>
                <a:latin typeface="Arial"/>
                <a:ea typeface="Arial"/>
                <a:cs typeface="Arial"/>
                <a:sym typeface="Arial"/>
              </a:rPr>
              <a:t>Spinoza, Benedict de. </a:t>
            </a:r>
            <a:r>
              <a:rPr i="1" lang="en-US" sz="1800">
                <a:solidFill>
                  <a:srgbClr val="5577AE"/>
                </a:solidFill>
                <a:latin typeface="Arial"/>
                <a:ea typeface="Arial"/>
                <a:cs typeface="Arial"/>
                <a:sym typeface="Arial"/>
              </a:rPr>
              <a:t>Ethnics Proved in Geometrical Order. </a:t>
            </a:r>
            <a:r>
              <a:rPr lang="en-US" sz="1800">
                <a:solidFill>
                  <a:srgbClr val="5577AE"/>
                </a:solidFill>
                <a:latin typeface="Arial"/>
                <a:ea typeface="Arial"/>
                <a:cs typeface="Arial"/>
                <a:sym typeface="Arial"/>
              </a:rPr>
              <a:t>Edited by Matthew J. Kisner. Translated by Michael Silverhorne and Matthew J. Kisner. Cambridge UP, 2018. </a:t>
            </a:r>
            <a:endParaRPr/>
          </a:p>
          <a:p>
            <a:pPr indent="-457200" lvl="0" marL="457200" marR="0" rtl="0" algn="l">
              <a:spcBef>
                <a:spcPts val="0"/>
              </a:spcBef>
              <a:spcAft>
                <a:spcPts val="0"/>
              </a:spcAft>
              <a:buClr>
                <a:srgbClr val="5577AE"/>
              </a:buClr>
              <a:buSzPts val="1800"/>
              <a:buFont typeface="Arial"/>
              <a:buNone/>
            </a:pPr>
            <a:r>
              <a:rPr lang="en-US" sz="1800">
                <a:solidFill>
                  <a:srgbClr val="5577AE"/>
                </a:solidFill>
                <a:latin typeface="Arial"/>
                <a:ea typeface="Arial"/>
                <a:cs typeface="Arial"/>
                <a:sym typeface="Arial"/>
              </a:rPr>
              <a:t>		A comprehensive work that systemically lays out Spinoza’s 	rationalist philosophy, explaining the nature of God, humanity’s 	place in the universe, human psychology, our freedom, and the 	best ethical life.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58"/>
          <p:cNvSpPr txBox="1"/>
          <p:nvPr>
            <p:ph type="ctrTitle"/>
          </p:nvPr>
        </p:nvSpPr>
        <p:spPr>
          <a:xfrm>
            <a:off x="1089144" y="1664822"/>
            <a:ext cx="5500897" cy="85408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1"/>
              </a:buClr>
              <a:buSzPts val="6000"/>
              <a:buFont typeface="Arial"/>
              <a:buNone/>
            </a:pPr>
            <a:r>
              <a:rPr lang="en-US"/>
              <a:t>THANK YOU</a:t>
            </a:r>
            <a:endParaRPr/>
          </a:p>
        </p:txBody>
      </p:sp>
      <p:sp>
        <p:nvSpPr>
          <p:cNvPr id="534" name="Google Shape;534;p58"/>
          <p:cNvSpPr/>
          <p:nvPr>
            <p:ph idx="12" type="sldNum"/>
          </p:nvPr>
        </p:nvSpPr>
        <p:spPr>
          <a:xfrm>
            <a:off x="8413374" y="6181281"/>
            <a:ext cx="365760" cy="365760"/>
          </a:xfrm>
          <a:prstGeom prst="ellipse">
            <a:avLst/>
          </a:prstGeom>
          <a:noFill/>
          <a:ln>
            <a:noFill/>
          </a:ln>
        </p:spPr>
        <p:txBody>
          <a:bodyPr anchorCtr="0" anchor="ctr" bIns="45700" lIns="18275" spcFirstLastPara="1" rIns="1827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535" name="Google Shape;535;p58"/>
          <p:cNvPicPr preferRelativeResize="0"/>
          <p:nvPr/>
        </p:nvPicPr>
        <p:blipFill rotWithShape="1">
          <a:blip r:embed="rId3">
            <a:alphaModFix/>
          </a:blip>
          <a:srcRect b="0" l="0" r="0" t="0"/>
          <a:stretch/>
        </p:blipFill>
        <p:spPr>
          <a:xfrm>
            <a:off x="462008" y="6072299"/>
            <a:ext cx="3370923" cy="36576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urdue1">
  <a:themeElements>
    <a:clrScheme name="PurdueColors">
      <a:dk1>
        <a:srgbClr val="000000"/>
      </a:dk1>
      <a:lt1>
        <a:srgbClr val="000000"/>
      </a:lt1>
      <a:dk2>
        <a:srgbClr val="C4BFC0"/>
      </a:dk2>
      <a:lt2>
        <a:srgbClr val="C9B991"/>
      </a:lt2>
      <a:accent1>
        <a:srgbClr val="8E6F3E"/>
      </a:accent1>
      <a:accent2>
        <a:srgbClr val="555960"/>
      </a:accent2>
      <a:accent3>
        <a:srgbClr val="C9B991"/>
      </a:accent3>
      <a:accent4>
        <a:srgbClr val="FFFFFF"/>
      </a:accent4>
      <a:accent5>
        <a:srgbClr val="000000"/>
      </a:accent5>
      <a:accent6>
        <a:srgbClr val="555960"/>
      </a:accent6>
      <a:hlink>
        <a:srgbClr val="000000"/>
      </a:hlink>
      <a:folHlink>
        <a:srgbClr val="55596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urdue1">
  <a:themeElements>
    <a:clrScheme name="PurdueColors">
      <a:dk1>
        <a:srgbClr val="000000"/>
      </a:dk1>
      <a:lt1>
        <a:srgbClr val="000000"/>
      </a:lt1>
      <a:dk2>
        <a:srgbClr val="C4BFC0"/>
      </a:dk2>
      <a:lt2>
        <a:srgbClr val="C9B991"/>
      </a:lt2>
      <a:accent1>
        <a:srgbClr val="8E6F3E"/>
      </a:accent1>
      <a:accent2>
        <a:srgbClr val="555960"/>
      </a:accent2>
      <a:accent3>
        <a:srgbClr val="C9B991"/>
      </a:accent3>
      <a:accent4>
        <a:srgbClr val="FFFFFF"/>
      </a:accent4>
      <a:accent5>
        <a:srgbClr val="000000"/>
      </a:accent5>
      <a:accent6>
        <a:srgbClr val="555960"/>
      </a:accent6>
      <a:hlink>
        <a:srgbClr val="000000"/>
      </a:hlink>
      <a:folHlink>
        <a:srgbClr val="55596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