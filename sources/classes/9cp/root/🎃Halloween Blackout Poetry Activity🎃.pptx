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Lst>
  <p:sldSz cy="10058400" cx="7772400"/>
  <p:notesSz cx="6858000" cy="9144000"/>
  <p:embeddedFontLst>
    <p:embeddedFont>
      <p:font typeface="Helvetica Neue"/>
      <p:regular r:id="rId9"/>
      <p:bold r:id="rId10"/>
      <p:italic r:id="rId11"/>
      <p:boldItalic r:id="rId12"/>
    </p:embeddedFont>
    <p:embeddedFont>
      <p:font typeface="Alfa Slab One"/>
      <p:regular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HelveticaNeue-italic.fntdata"/><Relationship Id="rId10" Type="http://schemas.openxmlformats.org/officeDocument/2006/relationships/font" Target="fonts/HelveticaNeue-bold.fntdata"/><Relationship Id="rId13" Type="http://schemas.openxmlformats.org/officeDocument/2006/relationships/font" Target="fonts/AlfaSlabOne-regular.fntdata"/><Relationship Id="rId12" Type="http://schemas.openxmlformats.org/officeDocument/2006/relationships/font" Target="fonts/HelveticaNeue-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HelveticaNeue-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d28191b82e_0_15: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d28191b82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The Raven</a:t>
            </a:r>
            <a:endParaRPr u="sng"/>
          </a:p>
          <a:p>
            <a:pPr indent="0" lvl="0" marL="0" rtl="0" algn="l">
              <a:spcBef>
                <a:spcPts val="0"/>
              </a:spcBef>
              <a:spcAft>
                <a:spcPts val="0"/>
              </a:spcAft>
              <a:buNone/>
            </a:pPr>
            <a:r>
              <a:rPr lang="en"/>
              <a:t>Edgar Allen Poe</a:t>
            </a:r>
            <a:endParaRPr/>
          </a:p>
          <a:p>
            <a:pPr indent="0" lvl="0" marL="0" rtl="0" algn="l">
              <a:spcBef>
                <a:spcPts val="0"/>
              </a:spcBef>
              <a:spcAft>
                <a:spcPts val="0"/>
              </a:spcAft>
              <a:buNone/>
            </a:pPr>
            <a:r>
              <a:rPr lang="en"/>
              <a:t>Part 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d28191b82e_0_4: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d28191b82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A Ghost Story</a:t>
            </a:r>
            <a:endParaRPr/>
          </a:p>
          <a:p>
            <a:pPr indent="0" lvl="0" marL="0" rtl="0" algn="l">
              <a:spcBef>
                <a:spcPts val="0"/>
              </a:spcBef>
              <a:spcAft>
                <a:spcPts val="0"/>
              </a:spcAft>
              <a:buNone/>
            </a:pPr>
            <a:r>
              <a:rPr lang="en"/>
              <a:t>Mark Twain</a:t>
            </a:r>
            <a:endParaRPr/>
          </a:p>
          <a:p>
            <a:pPr indent="0" lvl="0" marL="0" rtl="0" algn="l">
              <a:spcBef>
                <a:spcPts val="0"/>
              </a:spcBef>
              <a:spcAft>
                <a:spcPts val="0"/>
              </a:spcAft>
              <a:buNone/>
            </a:pPr>
            <a:r>
              <a:rPr lang="en"/>
              <a:t>Part 1</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d28191b82e_0_8: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d28191b82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The Witches </a:t>
            </a:r>
            <a:endParaRPr/>
          </a:p>
          <a:p>
            <a:pPr indent="0" lvl="0" marL="0" rtl="0" algn="l">
              <a:spcBef>
                <a:spcPts val="0"/>
              </a:spcBef>
              <a:spcAft>
                <a:spcPts val="0"/>
              </a:spcAft>
              <a:buNone/>
            </a:pPr>
            <a:r>
              <a:rPr lang="en" sz="1150">
                <a:highlight>
                  <a:srgbClr val="FFFFFF"/>
                </a:highlight>
              </a:rPr>
              <a:t>Roald Dahl</a:t>
            </a:r>
            <a:endParaRPr sz="1150">
              <a:highlight>
                <a:srgbClr val="FFFFFF"/>
              </a:highlight>
            </a:endParaRPr>
          </a:p>
          <a:p>
            <a:pPr indent="0" lvl="0" marL="0" rtl="0" algn="l">
              <a:spcBef>
                <a:spcPts val="0"/>
              </a:spcBef>
              <a:spcAft>
                <a:spcPts val="0"/>
              </a:spcAft>
              <a:buNone/>
            </a:pPr>
            <a:r>
              <a:rPr lang="en"/>
              <a:t>A Note About Witches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64952" y="1456058"/>
            <a:ext cx="7242600" cy="40140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64945" y="5542289"/>
            <a:ext cx="7242600" cy="1550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64945" y="4206107"/>
            <a:ext cx="72426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64945" y="2253729"/>
            <a:ext cx="7242600" cy="6681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64945" y="2253729"/>
            <a:ext cx="33999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107540" y="2253729"/>
            <a:ext cx="33999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64945" y="1086507"/>
            <a:ext cx="2386800" cy="1477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64945" y="2717440"/>
            <a:ext cx="2386800" cy="6217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16713" y="880293"/>
            <a:ext cx="5412600" cy="7999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5675" y="2411542"/>
            <a:ext cx="3438300" cy="2898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5675" y="5481569"/>
            <a:ext cx="3438300" cy="2415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98575" y="1415969"/>
            <a:ext cx="3261600" cy="7226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64945" y="8273124"/>
            <a:ext cx="5099100" cy="11832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64945" y="2163089"/>
            <a:ext cx="7242600" cy="38397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64945" y="6164351"/>
            <a:ext cx="7242600" cy="2543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nib-HQmNUkbSjDuJBL717QCyGVLVfJqzucEAJc39Xko/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docs.google.com/presentation/d/1nib-HQmNUkbSjDuJBL717QCyGVLVfJqzucEAJc39Xko/edit?usp=shar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docs.google.com/presentation/d/1nib-HQmNUkbSjDuJBL717QCyGVLVfJqzucEAJc39Xko/edit?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7275" y="249675"/>
            <a:ext cx="7568100" cy="10577700"/>
          </a:xfrm>
          <a:prstGeom prst="rect">
            <a:avLst/>
          </a:prstGeom>
          <a:noFill/>
          <a:ln>
            <a:noFill/>
          </a:ln>
        </p:spPr>
        <p:txBody>
          <a:bodyPr anchorCtr="0" anchor="t" bIns="91425" lIns="91425" spcFirstLastPara="1" rIns="91425" wrap="square" tIns="91425">
            <a:spAutoFit/>
          </a:bodyPr>
          <a:lstStyle/>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Once upon a midnight dreary, while I pondered, weak and weary,</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Over many a quaint and curious volume of forgotten lore—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While I nodded, nearly napping, suddenly there came a tapping,</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As of some one gently rapping, rapping at my chamber door.</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“’Tis some visitor,” I muttered, “tapping at my chamber door—</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Only this and nothing more.”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Ah, distinctly I remember it was in the bleak December;</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And each separate dying ember wrought its ghost upon the floor.</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Eagerly I wished the morrow;—vainly I had sought to borrow</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From my books surcease of sorrow—sorrow for the lost Lenore—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For the rare and radiant maiden whom the angels name Lenore—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Nameless </a:t>
            </a:r>
            <a:r>
              <a:rPr i="1" lang="en" sz="1500">
                <a:solidFill>
                  <a:schemeClr val="dk1"/>
                </a:solidFill>
                <a:highlight>
                  <a:srgbClr val="FFFFFF"/>
                </a:highlight>
              </a:rPr>
              <a:t>here</a:t>
            </a:r>
            <a:r>
              <a:rPr lang="en" sz="1500">
                <a:solidFill>
                  <a:schemeClr val="dk1"/>
                </a:solidFill>
                <a:highlight>
                  <a:srgbClr val="FFFFFF"/>
                </a:highlight>
              </a:rPr>
              <a:t> for evermore.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And the silken, sad, uncertain rustling of each purple curtain</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Thrilled me—filled me with fantastic terrors never felt before;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So that now, to still the beating of my heart, I stood repeating</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“’Tis some visitor entreating entrance at my chamber door—</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Some late visitor entreating entrance at my chamber door;—</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This it is and nothing more.”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Presently my soul grew stronger; hesitating then no longer,</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“Sir,” said I, “or Madam, truly your forgiveness I implore;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But the fact is I was napping, and so gently you came rapping,</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And so faintly you came tapping, tapping at my chamber door,</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That I scarce was sure I heard you”—here I opened wide the door;—</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Darkness there and nothing more.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Deep into that darkness peering, long I stood there wondering, fearing,</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Doubting, dreaming dreams no mortal ever dared to dream before;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But the silence was unbroken, and the stillness gave no token,</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And the only word there spoken was the whispered word, “Lenore?”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This I whispered, and an echo murmured back the word, “Lenore!”—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Merely this and nothing more.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Back into the chamber turning, all my soul within me burning,</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Soon again I heard a tapping somewhat louder than before.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“Surely,” said I, “surely that is something at my window lattice;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Let me see, then, what thereat is, and this mystery explore—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Let my heart be still a moment and this mystery explore;—</a:t>
            </a:r>
            <a:endParaRPr sz="1500">
              <a:solidFill>
                <a:schemeClr val="dk1"/>
              </a:solidFill>
              <a:highlight>
                <a:srgbClr val="FFFFFF"/>
              </a:highlight>
            </a:endParaRPr>
          </a:p>
          <a:p>
            <a:pPr indent="-190500" lvl="0" marL="139700" rtl="0" algn="ctr">
              <a:lnSpc>
                <a:spcPct val="115000"/>
              </a:lnSpc>
              <a:spcBef>
                <a:spcPts val="0"/>
              </a:spcBef>
              <a:spcAft>
                <a:spcPts val="0"/>
              </a:spcAft>
              <a:buClr>
                <a:schemeClr val="dk1"/>
              </a:buClr>
              <a:buSzPts val="1100"/>
              <a:buFont typeface="Arial"/>
              <a:buNone/>
            </a:pPr>
            <a:r>
              <a:rPr lang="en" sz="1500">
                <a:solidFill>
                  <a:schemeClr val="dk1"/>
                </a:solidFill>
                <a:highlight>
                  <a:srgbClr val="FFFFFF"/>
                </a:highlight>
              </a:rPr>
              <a:t>            ’Tis the wind and nothing more!”</a:t>
            </a:r>
            <a:endParaRPr sz="1500">
              <a:solidFill>
                <a:schemeClr val="dk1"/>
              </a:solidFill>
              <a:highlight>
                <a:srgbClr val="FFFFFF"/>
              </a:highlight>
            </a:endParaRPr>
          </a:p>
          <a:p>
            <a:pPr indent="-190500" lvl="0" marL="139700" rtl="0" algn="l">
              <a:lnSpc>
                <a:spcPct val="115000"/>
              </a:lnSpc>
              <a:spcBef>
                <a:spcPts val="0"/>
              </a:spcBef>
              <a:spcAft>
                <a:spcPts val="0"/>
              </a:spcAft>
              <a:buClr>
                <a:schemeClr val="dk1"/>
              </a:buClr>
              <a:buSzPts val="1100"/>
              <a:buFont typeface="Arial"/>
              <a:buNone/>
            </a:pPr>
            <a:r>
              <a:t/>
            </a:r>
            <a:endParaRPr sz="1500">
              <a:solidFill>
                <a:schemeClr val="dk1"/>
              </a:solidFill>
              <a:highlight>
                <a:srgbClr val="FFFFFF"/>
              </a:highlight>
            </a:endParaRPr>
          </a:p>
          <a:p>
            <a:pPr indent="-190500" lvl="0" marL="139700" rtl="0" algn="l">
              <a:lnSpc>
                <a:spcPct val="115000"/>
              </a:lnSpc>
              <a:spcBef>
                <a:spcPts val="0"/>
              </a:spcBef>
              <a:spcAft>
                <a:spcPts val="0"/>
              </a:spcAft>
              <a:buClr>
                <a:schemeClr val="dk1"/>
              </a:buClr>
              <a:buSzPts val="1100"/>
              <a:buFont typeface="Arial"/>
              <a:buNone/>
            </a:pPr>
            <a:r>
              <a:t/>
            </a:r>
            <a:endParaRPr sz="1500">
              <a:solidFill>
                <a:schemeClr val="dk1"/>
              </a:solidFill>
              <a:highlight>
                <a:srgbClr val="FFFFFF"/>
              </a:highlight>
            </a:endParaRPr>
          </a:p>
          <a:p>
            <a:pPr indent="178886" lvl="0" marL="81643" marR="0" rtl="0" algn="just">
              <a:lnSpc>
                <a:spcPct val="115000"/>
              </a:lnSpc>
              <a:spcBef>
                <a:spcPts val="83"/>
              </a:spcBef>
              <a:spcAft>
                <a:spcPts val="0"/>
              </a:spcAft>
              <a:buNone/>
            </a:pPr>
            <a:r>
              <a:t/>
            </a:r>
            <a:endParaRPr sz="1900">
              <a:solidFill>
                <a:srgbClr val="231F20"/>
              </a:solidFill>
            </a:endParaRPr>
          </a:p>
        </p:txBody>
      </p:sp>
      <p:sp>
        <p:nvSpPr>
          <p:cNvPr id="55" name="Google Shape;55;p13"/>
          <p:cNvSpPr txBox="1"/>
          <p:nvPr/>
        </p:nvSpPr>
        <p:spPr>
          <a:xfrm>
            <a:off x="-4392275" y="173250"/>
            <a:ext cx="4096800" cy="1314600"/>
          </a:xfrm>
          <a:prstGeom prst="rect">
            <a:avLst/>
          </a:prstGeom>
          <a:solidFill>
            <a:srgbClr val="00FFE7">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u="sng">
                <a:solidFill>
                  <a:schemeClr val="hlink"/>
                </a:solidFill>
                <a:latin typeface="Alfa Slab One"/>
                <a:ea typeface="Alfa Slab One"/>
                <a:cs typeface="Alfa Slab One"/>
                <a:sym typeface="Alfa Slab One"/>
                <a:hlinkClick r:id="rId3"/>
              </a:rPr>
              <a:t>Click here of instructions.</a:t>
            </a:r>
            <a:endParaRPr sz="2700">
              <a:solidFill>
                <a:schemeClr val="dk1"/>
              </a:solidFill>
              <a:latin typeface="Alfa Slab One"/>
              <a:ea typeface="Alfa Slab One"/>
              <a:cs typeface="Alfa Slab One"/>
              <a:sym typeface="Alfa Slab O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97275" y="173475"/>
            <a:ext cx="7568100" cy="10136700"/>
          </a:xfrm>
          <a:prstGeom prst="rect">
            <a:avLst/>
          </a:prstGeom>
          <a:noFill/>
          <a:ln>
            <a:noFill/>
          </a:ln>
        </p:spPr>
        <p:txBody>
          <a:bodyPr anchorCtr="0" anchor="t" bIns="91425" lIns="91425" spcFirstLastPara="1" rIns="91425" wrap="square" tIns="91425">
            <a:spAutoFit/>
          </a:bodyPr>
          <a:lstStyle/>
          <a:p>
            <a:pPr indent="152413" lvl="0" marL="16624" marR="377151" rtl="0" algn="just">
              <a:lnSpc>
                <a:spcPct val="100000"/>
              </a:lnSpc>
              <a:spcBef>
                <a:spcPts val="67"/>
              </a:spcBef>
              <a:spcAft>
                <a:spcPts val="0"/>
              </a:spcAft>
              <a:buNone/>
            </a:pPr>
            <a:r>
              <a:rPr lang="en" sz="1900">
                <a:solidFill>
                  <a:srgbClr val="333333"/>
                </a:solidFill>
                <a:latin typeface="Helvetica Neue"/>
                <a:ea typeface="Helvetica Neue"/>
                <a:cs typeface="Helvetica Neue"/>
                <a:sym typeface="Helvetica Neue"/>
              </a:rPr>
              <a:t>I took a large room, far up Broadway, in a huge old building whose upper stories had been wholly unoccupied for years until I came. The place had long been given up to dust and cobwebs, to solitude and silence. I seemed groping among the tombs and invading the privacy of the dead, that first night I climbed up to my quarters. For the first time in my life a superstitious dread came over me; and as I turned a dark angle of the stairway and an invisible cobweb swung its slazy woof in my face and clung there, I shuddered as one who had encountered a phantom. I was glad enough when I reached my room and locked out the mold and the darkness. A cheery fire was burning in the grate, and I sat down before it with a comforting sense of relief. For two hours I sat there, thinking of bygone times; recalling old scenes, and summoning half- forgotten faces out of the mists of the past; listening, in fancy, to voices that long ago grew silent for all time, and to once familiar songs that nobody sings now. And as my reverie softened down to a sadder and sadder pathos, the shrieking of the winds outside softened to a wail, the angry beating of the rain against the panes diminished to a tranquil patter, and one by one the noises in the street subsided, until the hurrying footsteps of the last belated straggler died away in the distance and left no sound behind. The fire had burned low. A sense of loneliness crept over me. I arose and undressed, moving on tiptoe about the room, doing stealthily what I had to do, as if I were environed by sleeping enemies whose slumbers it would be fatal to break. I covered up in bed, and lay listening to the rain and wind and the faint creaking of distant shutters, till they lulled me to sleep. I slept profoundly, but how long I do not know. All at once I found myself awake, and filled with a shuddering expectancy. All was still. All but my own heart--I could hear it beat. Presently the bedclothes began to slip away slowly toward the foot of the bed, as if </a:t>
            </a:r>
            <a:r>
              <a:rPr lang="en" sz="1900">
                <a:solidFill>
                  <a:srgbClr val="333333"/>
                </a:solidFill>
                <a:latin typeface="Helvetica Neue"/>
                <a:ea typeface="Helvetica Neue"/>
                <a:cs typeface="Helvetica Neue"/>
                <a:sym typeface="Helvetica Neue"/>
              </a:rPr>
              <a:t>someone</a:t>
            </a:r>
            <a:r>
              <a:rPr lang="en" sz="1900">
                <a:solidFill>
                  <a:srgbClr val="333333"/>
                </a:solidFill>
                <a:latin typeface="Helvetica Neue"/>
                <a:ea typeface="Helvetica Neue"/>
                <a:cs typeface="Helvetica Neue"/>
                <a:sym typeface="Helvetica Neue"/>
              </a:rPr>
              <a:t> were pulling them! I could not stir;</a:t>
            </a:r>
            <a:endParaRPr sz="1900">
              <a:solidFill>
                <a:srgbClr val="333333"/>
              </a:solidFill>
              <a:latin typeface="Helvetica Neue"/>
              <a:ea typeface="Helvetica Neue"/>
              <a:cs typeface="Helvetica Neue"/>
              <a:sym typeface="Helvetica Neue"/>
            </a:endParaRPr>
          </a:p>
          <a:p>
            <a:pPr indent="152413" lvl="0" marL="16624" marR="377151" rtl="0" algn="just">
              <a:lnSpc>
                <a:spcPct val="113026"/>
              </a:lnSpc>
              <a:spcBef>
                <a:spcPts val="67"/>
              </a:spcBef>
              <a:spcAft>
                <a:spcPts val="0"/>
              </a:spcAft>
              <a:buNone/>
            </a:pPr>
            <a:r>
              <a:t/>
            </a:r>
            <a:endParaRPr sz="1900">
              <a:solidFill>
                <a:srgbClr val="333333"/>
              </a:solidFill>
              <a:latin typeface="Helvetica Neue"/>
              <a:ea typeface="Helvetica Neue"/>
              <a:cs typeface="Helvetica Neue"/>
              <a:sym typeface="Helvetica Neue"/>
            </a:endParaRPr>
          </a:p>
        </p:txBody>
      </p:sp>
      <p:sp>
        <p:nvSpPr>
          <p:cNvPr id="61" name="Google Shape;61;p14"/>
          <p:cNvSpPr txBox="1"/>
          <p:nvPr/>
        </p:nvSpPr>
        <p:spPr>
          <a:xfrm>
            <a:off x="-4392275" y="173250"/>
            <a:ext cx="4096800" cy="1314600"/>
          </a:xfrm>
          <a:prstGeom prst="rect">
            <a:avLst/>
          </a:prstGeom>
          <a:solidFill>
            <a:srgbClr val="00FFE7">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u="sng">
                <a:solidFill>
                  <a:schemeClr val="hlink"/>
                </a:solidFill>
                <a:latin typeface="Alfa Slab One"/>
                <a:ea typeface="Alfa Slab One"/>
                <a:cs typeface="Alfa Slab One"/>
                <a:sym typeface="Alfa Slab One"/>
                <a:hlinkClick r:id="rId3"/>
              </a:rPr>
              <a:t>Click here of instructions.</a:t>
            </a:r>
            <a:endParaRPr sz="2700">
              <a:solidFill>
                <a:schemeClr val="dk1"/>
              </a:solidFill>
              <a:latin typeface="Alfa Slab One"/>
              <a:ea typeface="Alfa Slab One"/>
              <a:cs typeface="Alfa Slab One"/>
              <a:sym typeface="Alfa Slab On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nvSpPr>
        <p:spPr>
          <a:xfrm>
            <a:off x="97275" y="173475"/>
            <a:ext cx="7568100" cy="9732600"/>
          </a:xfrm>
          <a:prstGeom prst="rect">
            <a:avLst/>
          </a:prstGeom>
          <a:noFill/>
          <a:ln>
            <a:noFill/>
          </a:ln>
        </p:spPr>
        <p:txBody>
          <a:bodyPr anchorCtr="0" anchor="t" bIns="91425" lIns="91425" spcFirstLastPara="1" rIns="91425" wrap="square" tIns="91425">
            <a:spAutoFit/>
          </a:bodyPr>
          <a:lstStyle/>
          <a:p>
            <a:pPr indent="152413" lvl="0" marL="16624" marR="377151" rtl="0" algn="just">
              <a:lnSpc>
                <a:spcPct val="113026"/>
              </a:lnSpc>
              <a:spcBef>
                <a:spcPts val="67"/>
              </a:spcBef>
              <a:spcAft>
                <a:spcPts val="0"/>
              </a:spcAft>
              <a:buNone/>
            </a:pPr>
            <a:r>
              <a:rPr lang="en" sz="1900">
                <a:solidFill>
                  <a:srgbClr val="231F20"/>
                </a:solidFill>
              </a:rPr>
              <a:t>As far as children are concerned, a REAL WITCH is easily the most dangerous of all the living creatures on earth. What makes her doubly dangerous is the fact that she doesn'tlook dangerous. Even when you know all the secrets (you will hear about those in a minute), you can still never be quite sure whether it is a witch you are gazing at or just a kind lady. If a tiger were able to make himself look like a large dog with a waggy tail, you would probably go up and pat him on the head. And that would be the end of you. It is the same with witches. They all look like nice ladies.  For all you know, a witch might be living next door to you right now. Or she might be the woman with the bright eyes who sat opposite you on the bus this morning. She might be the lady with the dazzling smile who offered you a sweet from a white paper bag in the street before lunch. She might even--- and this will make you jump--- she might even be your lovely school-teacher who is reading these words to you at this very moment. Look carefully at that teacher. Perhaps she is smiling at the absurdity of such a sugges-tion. Don't let that put you off. It could be part of her cleverness. I am not, of course, telling you for one second that your teacher actually is a witch. All I am saying is that shemight be one. It is most unlikely. But--- and here comes the big "but"---it is not impossible. Oh, if only there were a way of telling for sure whether a woman was a witch or not, then we could round them all up and put them in the meat--grinder. Unhappily, there is no such way. But thereare a number of little signals you can look out for, little quirky habits that all witches have in common, and if you know about these, if you remember them always, then you might just poss-ibly manage to escape from being squelched before you are very much older.</a:t>
            </a:r>
            <a:endParaRPr sz="1900">
              <a:solidFill>
                <a:srgbClr val="231F20"/>
              </a:solidFill>
            </a:endParaRPr>
          </a:p>
        </p:txBody>
      </p:sp>
      <p:sp>
        <p:nvSpPr>
          <p:cNvPr id="67" name="Google Shape;67;p15"/>
          <p:cNvSpPr txBox="1"/>
          <p:nvPr/>
        </p:nvSpPr>
        <p:spPr>
          <a:xfrm>
            <a:off x="-4392275" y="173250"/>
            <a:ext cx="4096800" cy="1314600"/>
          </a:xfrm>
          <a:prstGeom prst="rect">
            <a:avLst/>
          </a:prstGeom>
          <a:solidFill>
            <a:srgbClr val="00FFE7">
              <a:alpha val="547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u="sng">
                <a:solidFill>
                  <a:schemeClr val="hlink"/>
                </a:solidFill>
                <a:latin typeface="Alfa Slab One"/>
                <a:ea typeface="Alfa Slab One"/>
                <a:cs typeface="Alfa Slab One"/>
                <a:sym typeface="Alfa Slab One"/>
                <a:hlinkClick r:id="rId3"/>
              </a:rPr>
              <a:t>Click here of instructions.</a:t>
            </a:r>
            <a:endParaRPr sz="2700">
              <a:solidFill>
                <a:schemeClr val="dk1"/>
              </a:solidFill>
              <a:latin typeface="Alfa Slab One"/>
              <a:ea typeface="Alfa Slab One"/>
              <a:cs typeface="Alfa Slab One"/>
              <a:sym typeface="Alfa Slab One"/>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