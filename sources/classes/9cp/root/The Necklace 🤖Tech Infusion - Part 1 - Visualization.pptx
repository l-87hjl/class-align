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Grandstander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Grandstander-boldItalic.fntdata"/><Relationship Id="rId10" Type="http://schemas.openxmlformats.org/officeDocument/2006/relationships/font" Target="fonts/Grandstander-italic.fntdata"/><Relationship Id="rId9" Type="http://schemas.openxmlformats.org/officeDocument/2006/relationships/font" Target="fonts/Grandstand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Grandstand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3c047efab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3c047efab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3c047efab1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3c047efab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5.png"/><Relationship Id="rId5" Type="http://schemas.openxmlformats.org/officeDocument/2006/relationships/image" Target="../media/image1.jpg"/><Relationship Id="rId6" Type="http://schemas.openxmlformats.org/officeDocument/2006/relationships/image" Target="../media/image3.png"/><Relationship Id="rId7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1914" r="1923" t="0"/>
          <a:stretch/>
        </p:blipFill>
        <p:spPr>
          <a:xfrm>
            <a:off x="428125" y="1557100"/>
            <a:ext cx="1764850" cy="160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1812" l="0" r="0" t="1812"/>
          <a:stretch/>
        </p:blipFill>
        <p:spPr>
          <a:xfrm>
            <a:off x="456950" y="3263075"/>
            <a:ext cx="2404495" cy="15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1812" l="0" r="0" t="1812"/>
          <a:stretch/>
        </p:blipFill>
        <p:spPr>
          <a:xfrm>
            <a:off x="2976775" y="2675750"/>
            <a:ext cx="2898650" cy="209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5">
            <a:alphaModFix/>
          </a:blip>
          <a:srcRect b="12558" l="3810" r="-3810" t="-7121"/>
          <a:stretch/>
        </p:blipFill>
        <p:spPr>
          <a:xfrm>
            <a:off x="428125" y="348575"/>
            <a:ext cx="1764850" cy="1109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1812" l="0" r="0" t="1812"/>
          <a:stretch/>
        </p:blipFill>
        <p:spPr>
          <a:xfrm>
            <a:off x="6065300" y="348576"/>
            <a:ext cx="2664000" cy="29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4">
            <a:alphaModFix/>
          </a:blip>
          <a:srcRect b="1812" l="0" r="0" t="1812"/>
          <a:stretch/>
        </p:blipFill>
        <p:spPr>
          <a:xfrm>
            <a:off x="2382838" y="348575"/>
            <a:ext cx="3492587" cy="219581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6065300" y="3429000"/>
            <a:ext cx="2664000" cy="1345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00FF"/>
                </a:solidFill>
              </a:rPr>
              <a:t>Visualization of the Necklace in “The Necklace”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-2533700" y="47850"/>
            <a:ext cx="2404500" cy="431400"/>
          </a:xfrm>
          <a:prstGeom prst="rect">
            <a:avLst/>
          </a:prstGeom>
          <a:solidFill>
            <a:srgbClr val="9400FF">
              <a:alpha val="75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Collage Option Template</a:t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-2533700" y="562275"/>
            <a:ext cx="2404500" cy="209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R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ight-click on </a:t>
            </a: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an image, then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 select “Replace image” to replace the image with an image searched from the web or uploaded from your device. Repeat this process until your collage is complete.</a:t>
            </a:r>
            <a:endParaRPr>
              <a:solidFill>
                <a:srgbClr val="000000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73200" y="0"/>
            <a:ext cx="2975106" cy="304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 rotWithShape="1">
          <a:blip r:embed="rId7">
            <a:alphaModFix/>
          </a:blip>
          <a:srcRect b="23360" l="0" r="4068" t="0"/>
          <a:stretch/>
        </p:blipFill>
        <p:spPr>
          <a:xfrm>
            <a:off x="9273200" y="3134025"/>
            <a:ext cx="2093275" cy="14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0" l="0" r="0" t="27225"/>
          <a:stretch/>
        </p:blipFill>
        <p:spPr>
          <a:xfrm>
            <a:off x="128200" y="1520323"/>
            <a:ext cx="8902201" cy="66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14"/>
          <p:cNvCxnSpPr/>
          <p:nvPr/>
        </p:nvCxnSpPr>
        <p:spPr>
          <a:xfrm flipH="1" rot="10800000">
            <a:off x="609326" y="1804695"/>
            <a:ext cx="1470600" cy="22068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4"/>
          <p:cNvCxnSpPr/>
          <p:nvPr/>
        </p:nvCxnSpPr>
        <p:spPr>
          <a:xfrm rot="10800000">
            <a:off x="3515336" y="2095847"/>
            <a:ext cx="1884900" cy="17037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4"/>
          <p:cNvSpPr txBox="1"/>
          <p:nvPr/>
        </p:nvSpPr>
        <p:spPr>
          <a:xfrm>
            <a:off x="128200" y="91600"/>
            <a:ext cx="89022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Use “Insert” then “Image” to search the web or to upload a file.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