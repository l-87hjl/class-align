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10058400" cx="777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29a124118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729a1241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Click the text boxes to type the title, author, and scene or character description. Then, print this page to sketch your scene or character on it. Text boxes can be resized and moved. </a:t>
            </a:r>
            <a:r>
              <a:rPr lang="en">
                <a:solidFill>
                  <a:schemeClr val="dk1"/>
                </a:solidFill>
              </a:rPr>
              <a:t>Font size and type can be changed.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300" cy="7226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531800" y="423600"/>
            <a:ext cx="6738300" cy="30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INSTRUCTIONS</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Design a souvenir t-shirt that one might find in the gift shop of TIME SAFARI, INC (at the beginning of the story) or TYME SEFARI INC. (at the end of the story).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Include:</a:t>
            </a:r>
            <a:endParaRPr sz="1800"/>
          </a:p>
          <a:p>
            <a:pPr indent="-342900" lvl="0" marL="457200" rtl="0" algn="l">
              <a:spcBef>
                <a:spcPts val="0"/>
              </a:spcBef>
              <a:spcAft>
                <a:spcPts val="0"/>
              </a:spcAft>
              <a:buSzPts val="1800"/>
              <a:buChar char="●"/>
            </a:pPr>
            <a:r>
              <a:rPr lang="en" sz="1800"/>
              <a:t>A company logo</a:t>
            </a:r>
            <a:endParaRPr sz="1800"/>
          </a:p>
          <a:p>
            <a:pPr indent="-342900" lvl="0" marL="457200" rtl="0" algn="l">
              <a:spcBef>
                <a:spcPts val="0"/>
              </a:spcBef>
              <a:spcAft>
                <a:spcPts val="0"/>
              </a:spcAft>
              <a:buSzPts val="1800"/>
              <a:buChar char="●"/>
            </a:pPr>
            <a:r>
              <a:rPr lang="en" sz="1800"/>
              <a:t>A slogan</a:t>
            </a:r>
            <a:endParaRPr sz="1800"/>
          </a:p>
          <a:p>
            <a:pPr indent="-342900" lvl="0" marL="457200" rtl="0" algn="l">
              <a:spcBef>
                <a:spcPts val="0"/>
              </a:spcBef>
              <a:spcAft>
                <a:spcPts val="0"/>
              </a:spcAft>
              <a:buSzPts val="1800"/>
              <a:buChar char="●"/>
            </a:pPr>
            <a:r>
              <a:rPr lang="en" sz="1800"/>
              <a:t>Colors or images</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