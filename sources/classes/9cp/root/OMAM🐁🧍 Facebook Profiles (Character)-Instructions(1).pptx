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22278975" cx="15754350"/>
  <p:notesSz cx="6858000" cy="9144000"/>
  <p:embeddedFontLst>
    <p:embeddedFont>
      <p:font typeface="Barlow"/>
      <p:regular r:id="rId11"/>
      <p:bold r:id="rId12"/>
      <p:italic r:id="rId13"/>
      <p:boldItalic r:id="rId14"/>
    </p:embeddedFont>
    <p:embeddedFont>
      <p:font typeface="Alfa Slab One"/>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regular.fntdata"/><Relationship Id="rId10" Type="http://schemas.openxmlformats.org/officeDocument/2006/relationships/slide" Target="slides/slide5.xml"/><Relationship Id="rId13" Type="http://schemas.openxmlformats.org/officeDocument/2006/relationships/font" Target="fonts/Barlow-italic.fntdata"/><Relationship Id="rId12" Type="http://schemas.openxmlformats.org/officeDocument/2006/relationships/font" Target="fonts/Barlow-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lfaSlabOne-regular.fntdata"/><Relationship Id="rId14" Type="http://schemas.openxmlformats.org/officeDocument/2006/relationships/font" Target="fonts/Barlow-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7d9df6de46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7d9df6de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7d9df6de46_0_8: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7d9df6de4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8759d02311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8759d023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8759d02311_0_3: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8759d0231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3688147" y="677950"/>
            <a:ext cx="10749673" cy="15814840"/>
          </a:xfrm>
          <a:prstGeom prst="rect">
            <a:avLst/>
          </a:prstGeom>
          <a:noFill/>
          <a:ln>
            <a:noFill/>
          </a:ln>
        </p:spPr>
      </p:pic>
      <p:sp>
        <p:nvSpPr>
          <p:cNvPr id="62" name="Google Shape;62;p14"/>
          <p:cNvSpPr/>
          <p:nvPr/>
        </p:nvSpPr>
        <p:spPr>
          <a:xfrm>
            <a:off x="6694953" y="3220682"/>
            <a:ext cx="7454100" cy="1067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3254650" y="7569600"/>
            <a:ext cx="3923100" cy="2345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3254650" y="12167078"/>
            <a:ext cx="3923100" cy="3857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3496084" y="9915020"/>
            <a:ext cx="3923100" cy="2345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6694953" y="4162408"/>
            <a:ext cx="8867400" cy="128553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 name="Google Shape;67;p14"/>
          <p:cNvPicPr preferRelativeResize="0"/>
          <p:nvPr/>
        </p:nvPicPr>
        <p:blipFill>
          <a:blip r:embed="rId4">
            <a:alphaModFix/>
          </a:blip>
          <a:stretch>
            <a:fillRect/>
          </a:stretch>
        </p:blipFill>
        <p:spPr>
          <a:xfrm>
            <a:off x="284025" y="15370220"/>
            <a:ext cx="2838950" cy="6565075"/>
          </a:xfrm>
          <a:prstGeom prst="rect">
            <a:avLst/>
          </a:prstGeom>
          <a:noFill/>
          <a:ln>
            <a:noFill/>
          </a:ln>
        </p:spPr>
      </p:pic>
      <p:cxnSp>
        <p:nvCxnSpPr>
          <p:cNvPr id="68" name="Google Shape;68;p14"/>
          <p:cNvCxnSpPr>
            <a:stCxn id="67" idx="0"/>
            <a:endCxn id="65" idx="2"/>
          </p:cNvCxnSpPr>
          <p:nvPr/>
        </p:nvCxnSpPr>
        <p:spPr>
          <a:xfrm rot="-5400000">
            <a:off x="458500" y="12332720"/>
            <a:ext cx="4282500" cy="1792500"/>
          </a:xfrm>
          <a:prstGeom prst="bentConnector2">
            <a:avLst/>
          </a:prstGeom>
          <a:noFill/>
          <a:ln cap="flat" cmpd="sng" w="76200">
            <a:solidFill>
              <a:srgbClr val="00FF00"/>
            </a:solidFill>
            <a:prstDash val="solid"/>
            <a:round/>
            <a:headEnd len="med" w="med" type="none"/>
            <a:tailEnd len="med" w="med" type="triangle"/>
          </a:ln>
        </p:spPr>
      </p:cxnSp>
      <p:pic>
        <p:nvPicPr>
          <p:cNvPr id="69" name="Google Shape;69;p14"/>
          <p:cNvPicPr preferRelativeResize="0"/>
          <p:nvPr/>
        </p:nvPicPr>
        <p:blipFill rotWithShape="1">
          <a:blip r:embed="rId5">
            <a:alphaModFix/>
          </a:blip>
          <a:srcRect b="21340" l="0" r="0" t="0"/>
          <a:stretch/>
        </p:blipFill>
        <p:spPr>
          <a:xfrm>
            <a:off x="4494775" y="17184550"/>
            <a:ext cx="11067576" cy="4896975"/>
          </a:xfrm>
          <a:prstGeom prst="rect">
            <a:avLst/>
          </a:prstGeom>
          <a:noFill/>
          <a:ln>
            <a:noFill/>
          </a:ln>
        </p:spPr>
      </p:pic>
      <p:sp>
        <p:nvSpPr>
          <p:cNvPr id="70" name="Google Shape;70;p14"/>
          <p:cNvSpPr txBox="1"/>
          <p:nvPr/>
        </p:nvSpPr>
        <p:spPr>
          <a:xfrm>
            <a:off x="284025" y="677950"/>
            <a:ext cx="3000000" cy="42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dk1"/>
                </a:solidFill>
                <a:latin typeface="Barlow"/>
                <a:ea typeface="Barlow"/>
                <a:cs typeface="Barlow"/>
                <a:sym typeface="Barlow"/>
              </a:rPr>
              <a:t>Helpful Hint</a:t>
            </a:r>
            <a:endParaRPr b="1" sz="3400">
              <a:solidFill>
                <a:schemeClr val="dk1"/>
              </a:solidFill>
              <a:latin typeface="Barlow"/>
              <a:ea typeface="Barlow"/>
              <a:cs typeface="Barlow"/>
              <a:sym typeface="Barlow"/>
            </a:endParaRPr>
          </a:p>
          <a:p>
            <a:pPr indent="-431800" lvl="0" marL="457200" rtl="0" algn="l">
              <a:spcBef>
                <a:spcPts val="0"/>
              </a:spcBef>
              <a:spcAft>
                <a:spcPts val="0"/>
              </a:spcAft>
              <a:buClr>
                <a:schemeClr val="dk1"/>
              </a:buClr>
              <a:buSzPts val="3200"/>
              <a:buFont typeface="Barlow"/>
              <a:buChar char="●"/>
            </a:pPr>
            <a:r>
              <a:rPr lang="en" sz="3200">
                <a:solidFill>
                  <a:schemeClr val="dk1"/>
                </a:solidFill>
                <a:latin typeface="Barlow"/>
                <a:ea typeface="Barlow"/>
                <a:cs typeface="Barlow"/>
                <a:sym typeface="Barlow"/>
              </a:rPr>
              <a:t>When searching for images, use search terms like “transparent” and “clipart.”</a:t>
            </a:r>
            <a:endParaRPr sz="3200">
              <a:solidFill>
                <a:schemeClr val="dk1"/>
              </a:solidFill>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15"/>
          <p:cNvSpPr txBox="1"/>
          <p:nvPr/>
        </p:nvSpPr>
        <p:spPr>
          <a:xfrm rot="-1468720">
            <a:off x="-398180" y="4429444"/>
            <a:ext cx="14545515" cy="4343889"/>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0">
                <a:solidFill>
                  <a:srgbClr val="FF0000"/>
                </a:solidFill>
                <a:latin typeface="Alfa Slab One"/>
                <a:ea typeface="Alfa Slab One"/>
                <a:cs typeface="Alfa Slab One"/>
                <a:sym typeface="Alfa Slab One"/>
              </a:rPr>
              <a:t>Example</a:t>
            </a:r>
            <a:endParaRPr sz="20000">
              <a:solidFill>
                <a:srgbClr val="FF0000"/>
              </a:solidFill>
              <a:latin typeface="Alfa Slab One"/>
              <a:ea typeface="Alfa Slab One"/>
              <a:cs typeface="Alfa Slab One"/>
              <a:sym typeface="Alfa Slab On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p:cNvPicPr preferRelativeResize="0"/>
          <p:nvPr/>
        </p:nvPicPr>
        <p:blipFill rotWithShape="1">
          <a:blip r:embed="rId3">
            <a:alphaModFix/>
          </a:blip>
          <a:srcRect b="0" l="0" r="38808" t="0"/>
          <a:stretch/>
        </p:blipFill>
        <p:spPr>
          <a:xfrm>
            <a:off x="185900" y="164325"/>
            <a:ext cx="13378774" cy="11373925"/>
          </a:xfrm>
          <a:prstGeom prst="rect">
            <a:avLst/>
          </a:prstGeom>
          <a:noFill/>
          <a:ln>
            <a:noFill/>
          </a:ln>
        </p:spPr>
      </p:pic>
      <p:pic>
        <p:nvPicPr>
          <p:cNvPr id="81" name="Google Shape;81;p16"/>
          <p:cNvPicPr preferRelativeResize="0"/>
          <p:nvPr/>
        </p:nvPicPr>
        <p:blipFill rotWithShape="1">
          <a:blip r:embed="rId3">
            <a:alphaModFix/>
          </a:blip>
          <a:srcRect b="0" l="26036" r="0" t="0"/>
          <a:stretch/>
        </p:blipFill>
        <p:spPr>
          <a:xfrm>
            <a:off x="1135375" y="11882400"/>
            <a:ext cx="14472974" cy="10179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7"/>
          <p:cNvPicPr preferRelativeResize="0"/>
          <p:nvPr/>
        </p:nvPicPr>
        <p:blipFill rotWithShape="1">
          <a:blip r:embed="rId3">
            <a:alphaModFix/>
          </a:blip>
          <a:srcRect b="0" l="0" r="24716" t="0"/>
          <a:stretch/>
        </p:blipFill>
        <p:spPr>
          <a:xfrm>
            <a:off x="298450" y="10900025"/>
            <a:ext cx="15455899" cy="11378950"/>
          </a:xfrm>
          <a:prstGeom prst="rect">
            <a:avLst/>
          </a:prstGeom>
          <a:noFill/>
          <a:ln>
            <a:noFill/>
          </a:ln>
        </p:spPr>
      </p:pic>
      <p:pic>
        <p:nvPicPr>
          <p:cNvPr id="87" name="Google Shape;87;p17"/>
          <p:cNvPicPr preferRelativeResize="0"/>
          <p:nvPr/>
        </p:nvPicPr>
        <p:blipFill rotWithShape="1">
          <a:blip r:embed="rId3">
            <a:alphaModFix/>
          </a:blip>
          <a:srcRect b="0" l="36135" r="0" t="0"/>
          <a:stretch/>
        </p:blipFill>
        <p:spPr>
          <a:xfrm>
            <a:off x="0" y="167425"/>
            <a:ext cx="11890379" cy="10319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