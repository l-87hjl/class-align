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aleway"/>
      <p:regular r:id="rId7"/>
      <p:bold r:id="rId8"/>
      <p:italic r:id="rId9"/>
      <p:boldItalic r:id="rId10"/>
    </p:embeddedFont>
    <p:embeddedFont>
      <p:font typeface="Grandstander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randstander-regular.fntdata"/><Relationship Id="rId10" Type="http://schemas.openxmlformats.org/officeDocument/2006/relationships/font" Target="fonts/Raleway-boldItalic.fntdata"/><Relationship Id="rId13" Type="http://schemas.openxmlformats.org/officeDocument/2006/relationships/font" Target="fonts/Grandstander-italic.fntdata"/><Relationship Id="rId12" Type="http://schemas.openxmlformats.org/officeDocument/2006/relationships/font" Target="fonts/Grandstand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italic.fntdata"/><Relationship Id="rId15" Type="http://schemas.openxmlformats.org/officeDocument/2006/relationships/font" Target="fonts/Lato-regular.fntdata"/><Relationship Id="rId14" Type="http://schemas.openxmlformats.org/officeDocument/2006/relationships/font" Target="fonts/Grandstander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font" Target="fonts/Raleway-regular.fntdata"/><Relationship Id="rId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93b26f5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93b26f5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925" y="1297275"/>
            <a:ext cx="3624850" cy="362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 rotWithShape="1">
          <a:blip r:embed="rId5">
            <a:alphaModFix/>
          </a:blip>
          <a:srcRect b="1812" l="0" r="0" t="1812"/>
          <a:stretch/>
        </p:blipFill>
        <p:spPr>
          <a:xfrm>
            <a:off x="255673" y="355325"/>
            <a:ext cx="3950200" cy="24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-2533700" y="0"/>
            <a:ext cx="2404500" cy="22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R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ight-click on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an image that is closest to the orientation of the image you wish to upload, then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select “Replace image” to replace the image with an image uploaded from your device. You need only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submit one picture.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</a:t>
            </a:r>
            <a:endParaRPr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3200" y="0"/>
            <a:ext cx="2975106" cy="304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 rotWithShape="1">
          <a:blip r:embed="rId7">
            <a:alphaModFix/>
          </a:blip>
          <a:srcRect b="23360" l="0" r="4068" t="0"/>
          <a:stretch/>
        </p:blipFill>
        <p:spPr>
          <a:xfrm>
            <a:off x="9273200" y="3134025"/>
            <a:ext cx="2093275" cy="14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 rotWithShape="1">
          <a:blip r:embed="rId5">
            <a:alphaModFix/>
          </a:blip>
          <a:srcRect b="1812" l="0" r="0" t="1812"/>
          <a:stretch/>
        </p:blipFill>
        <p:spPr>
          <a:xfrm>
            <a:off x="6084424" y="355325"/>
            <a:ext cx="2710150" cy="40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