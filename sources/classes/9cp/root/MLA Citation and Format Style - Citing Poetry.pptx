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480c3559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480c3559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480c3559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480c3559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480c3559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3480c3559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3480c3559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3480c355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wl.purdue.edu/owl/research_and_citation/mla_style/mla_style_introduc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Citing Poetry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MLA Format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Citing </a:t>
            </a:r>
            <a:r>
              <a:rPr lang="en"/>
              <a:t>Poetry (Three or Fewer Lines)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63" y="1568250"/>
            <a:ext cx="8762875" cy="18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Citing Poetry (Four or More Lines)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62675"/>
            <a:ext cx="6316773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Omitting Lines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51907"/>
          <a:stretch/>
        </p:blipFill>
        <p:spPr>
          <a:xfrm>
            <a:off x="311700" y="1220575"/>
            <a:ext cx="6975425" cy="36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304850"/>
            <a:ext cx="8520600" cy="17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Purdue OWL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12850" y="6811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more information, visit: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