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5143500" cx="9144000"/>
  <p:notesSz cx="6858000" cy="9144000"/>
  <p:embeddedFontLst>
    <p:embeddedFont>
      <p:font typeface="Alfa Slab One"/>
      <p:regular r:id="rId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font" Target="fonts/AlfaSlabOne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dark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hyperlink" Target="https://docs.google.com/document/d/1PRUKVgaCZY8VG9hGw7Ex193KPy6a017HD3eSdRKjIUY/edit?usp=drive_link" TargetMode="External"/><Relationship Id="rId5" Type="http://schemas.openxmlformats.org/officeDocument/2006/relationships/hyperlink" Target="https://docs.google.com/document/d/1PRUKVgaCZY8VG9hGw7Ex193KPy6a017HD3eSdRKjIUY/edit?usp=drive_link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-5400000">
            <a:off x="2282388" y="-1578213"/>
            <a:ext cx="4066525" cy="8007901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>
            <p:ph type="ctrTitle"/>
          </p:nvPr>
        </p:nvSpPr>
        <p:spPr>
          <a:xfrm>
            <a:off x="311708" y="622300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0">
                <a:latin typeface="Times New Roman"/>
                <a:ea typeface="Times New Roman"/>
                <a:cs typeface="Times New Roman"/>
                <a:sym typeface="Times New Roman"/>
              </a:rPr>
              <a:t>1. Insert text</a:t>
            </a:r>
            <a:endParaRPr b="1" sz="6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6" name="Google Shape;56;p13"/>
          <p:cNvSpPr txBox="1"/>
          <p:nvPr>
            <p:ph type="ctrTitle"/>
          </p:nvPr>
        </p:nvSpPr>
        <p:spPr>
          <a:xfrm>
            <a:off x="311708" y="2787200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b="1" lang="en" sz="6000">
                <a:latin typeface="Times New Roman"/>
                <a:ea typeface="Times New Roman"/>
                <a:cs typeface="Times New Roman"/>
                <a:sym typeface="Times New Roman"/>
              </a:rPr>
              <a:t>2. Insert text</a:t>
            </a:r>
            <a:endParaRPr b="1" sz="6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-2543100" y="244925"/>
            <a:ext cx="2376300" cy="1532100"/>
          </a:xfrm>
          <a:prstGeom prst="rect">
            <a:avLst/>
          </a:prstGeom>
          <a:solidFill>
            <a:srgbClr val="00CAFF">
              <a:alpha val="522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u="sng">
                <a:solidFill>
                  <a:schemeClr val="lt1"/>
                </a:solidFill>
                <a:latin typeface="Alfa Slab One"/>
                <a:ea typeface="Alfa Slab One"/>
                <a:cs typeface="Alfa Slab One"/>
                <a:sym typeface="Alfa Slab One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Click HERE for </a:t>
            </a:r>
            <a:r>
              <a:rPr lang="en" sz="1800" u="sng">
                <a:solidFill>
                  <a:schemeClr val="lt1"/>
                </a:solidFill>
                <a:latin typeface="Alfa Slab One"/>
                <a:ea typeface="Alfa Slab One"/>
                <a:cs typeface="Alfa Slab One"/>
                <a:sym typeface="Alfa Slab One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Instructions</a:t>
            </a:r>
            <a:endParaRPr sz="1800">
              <a:solidFill>
                <a:schemeClr val="lt1"/>
              </a:solidFill>
              <a:latin typeface="Alfa Slab One"/>
              <a:ea typeface="Alfa Slab One"/>
              <a:cs typeface="Alfa Slab One"/>
              <a:sym typeface="Alfa Slab One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