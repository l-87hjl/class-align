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80650" y="635050"/>
            <a:ext cx="8253600" cy="3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If your internet connection fails on your (student) chromebook:  </a:t>
            </a:r>
            <a:endParaRPr sz="22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22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According to tech services, the new process is the following:</a:t>
            </a:r>
            <a:endParaRPr sz="22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22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After a powerwash, chromebooks need to be connected to LodiUSD_Onboarding to get enrolled and go through setup. </a:t>
            </a:r>
            <a:endParaRPr sz="22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Once setup is complete, all chromebook should now to be connecting to LodiUSD_Primary instead of the LUSD Student network.</a:t>
            </a:r>
            <a:endParaRPr sz="22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