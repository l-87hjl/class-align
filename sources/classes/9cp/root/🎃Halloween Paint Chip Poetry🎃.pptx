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71DD0E-1FDE-45AF-953A-3CBE030F8447}">
  <a:tblStyle styleId="{BB71DD0E-1FDE-45AF-953A-3CBE030F84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4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06dd4caa5_0_57:notes"/>
          <p:cNvSpPr/>
          <p:nvPr>
            <p:ph idx="2" type="sldImg"/>
          </p:nvPr>
        </p:nvSpPr>
        <p:spPr>
          <a:xfrm>
            <a:off x="2104484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06dd4caa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06dd4caa5_0_130:notes"/>
          <p:cNvSpPr/>
          <p:nvPr>
            <p:ph idx="2" type="sldImg"/>
          </p:nvPr>
        </p:nvSpPr>
        <p:spPr>
          <a:xfrm>
            <a:off x="2104484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06dd4caa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498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5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80001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5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2.png"/><Relationship Id="rId22" Type="http://schemas.openxmlformats.org/officeDocument/2006/relationships/image" Target="../media/image23.png"/><Relationship Id="rId21" Type="http://schemas.openxmlformats.org/officeDocument/2006/relationships/image" Target="../media/image27.png"/><Relationship Id="rId24" Type="http://schemas.openxmlformats.org/officeDocument/2006/relationships/image" Target="../media/image21.png"/><Relationship Id="rId23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26" Type="http://schemas.openxmlformats.org/officeDocument/2006/relationships/image" Target="../media/image17.png"/><Relationship Id="rId25" Type="http://schemas.openxmlformats.org/officeDocument/2006/relationships/image" Target="../media/image20.png"/><Relationship Id="rId28" Type="http://schemas.openxmlformats.org/officeDocument/2006/relationships/image" Target="../media/image16.png"/><Relationship Id="rId27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10.png"/><Relationship Id="rId11" Type="http://schemas.openxmlformats.org/officeDocument/2006/relationships/image" Target="../media/image11.png"/><Relationship Id="rId10" Type="http://schemas.openxmlformats.org/officeDocument/2006/relationships/image" Target="../media/image6.png"/><Relationship Id="rId13" Type="http://schemas.openxmlformats.org/officeDocument/2006/relationships/image" Target="../media/image13.png"/><Relationship Id="rId12" Type="http://schemas.openxmlformats.org/officeDocument/2006/relationships/image" Target="../media/image3.png"/><Relationship Id="rId15" Type="http://schemas.openxmlformats.org/officeDocument/2006/relationships/image" Target="../media/image22.png"/><Relationship Id="rId14" Type="http://schemas.openxmlformats.org/officeDocument/2006/relationships/image" Target="../media/image1.png"/><Relationship Id="rId17" Type="http://schemas.openxmlformats.org/officeDocument/2006/relationships/image" Target="../media/image8.png"/><Relationship Id="rId16" Type="http://schemas.openxmlformats.org/officeDocument/2006/relationships/image" Target="../media/image14.png"/><Relationship Id="rId19" Type="http://schemas.openxmlformats.org/officeDocument/2006/relationships/image" Target="../media/image5.png"/><Relationship Id="rId1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3779475" y="604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{BB71DD0E-1FDE-45AF-953A-3CBE030F8447}</a:tableStyleId>
              </a:tblPr>
              <a:tblGrid>
                <a:gridCol w="3515850"/>
              </a:tblGrid>
              <a:tr h="182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Write the first line of your poem here.</a:t>
                      </a:r>
                      <a:endParaRPr sz="30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solidFill>
                      <a:srgbClr val="E87F08">
                        <a:alpha val="76730"/>
                      </a:srgbClr>
                    </a:solidFill>
                  </a:tcPr>
                </a:tc>
              </a:tr>
              <a:tr h="175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Write the second line of your poem here.</a:t>
                      </a:r>
                      <a:endParaRPr sz="36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solidFill>
                      <a:srgbClr val="E87F08">
                        <a:alpha val="76730"/>
                      </a:srgbClr>
                    </a:solidFill>
                  </a:tcPr>
                </a:tc>
              </a:tr>
              <a:tr h="175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Write the third line of your poem here.</a:t>
                      </a:r>
                      <a:endParaRPr sz="36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solidFill>
                      <a:srgbClr val="E87F08">
                        <a:alpha val="76730"/>
                      </a:srgbClr>
                    </a:solidFill>
                  </a:tcPr>
                </a:tc>
              </a:tr>
              <a:tr h="175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Write the fourth line of your poem here.</a:t>
                      </a:r>
                      <a:endParaRPr sz="36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solidFill>
                      <a:srgbClr val="E87F08">
                        <a:alpha val="76730"/>
                      </a:srgbClr>
                    </a:solidFill>
                  </a:tcPr>
                </a:tc>
              </a:tr>
              <a:tr h="175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lt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Write the fifth line of your poem here.</a:t>
                      </a:r>
                      <a:endParaRPr sz="3600">
                        <a:solidFill>
                          <a:schemeClr val="lt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solidFill>
                      <a:srgbClr val="E87F08">
                        <a:alpha val="7673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0605637" y="1163725"/>
            <a:ext cx="3400425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7200450" y="1178000"/>
            <a:ext cx="3419475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3776225" y="1135125"/>
            <a:ext cx="340042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10581837" y="2935375"/>
            <a:ext cx="340042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7186150" y="2935338"/>
            <a:ext cx="339090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-3761937" y="2935338"/>
            <a:ext cx="33718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-10577025" y="4692713"/>
            <a:ext cx="33718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-7186162" y="4692713"/>
            <a:ext cx="339090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-3761937" y="4687950"/>
            <a:ext cx="337185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-10600887" y="6440538"/>
            <a:ext cx="3438525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-7176637" y="6469113"/>
            <a:ext cx="337185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-3776225" y="6450063"/>
            <a:ext cx="3400425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-10572312" y="8231238"/>
            <a:ext cx="33813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-7190937" y="8226463"/>
            <a:ext cx="340042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-3790500" y="8216950"/>
            <a:ext cx="342900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4934738" y="4840363"/>
            <a:ext cx="3381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558324" y="4826075"/>
            <a:ext cx="3400105" cy="1771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148200" y="4802238"/>
            <a:ext cx="3371850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4934750" y="6459588"/>
            <a:ext cx="33718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11548720" y="6521521"/>
            <a:ext cx="3419315" cy="1733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8133888" y="6564375"/>
            <a:ext cx="334327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8133888" y="8255050"/>
            <a:ext cx="3343275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3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11534325" y="8274104"/>
            <a:ext cx="3438525" cy="1743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3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14934738" y="8231225"/>
            <a:ext cx="3381375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 txBox="1"/>
          <p:nvPr/>
        </p:nvSpPr>
        <p:spPr>
          <a:xfrm>
            <a:off x="8151375" y="115300"/>
            <a:ext cx="6821400" cy="456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Georgia"/>
              <a:buChar char="●"/>
            </a:pPr>
            <a:r>
              <a:rPr lang="en" sz="3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Choose five (5) spooky paint chips.</a:t>
            </a:r>
            <a:endParaRPr sz="3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Georgia"/>
              <a:buChar char="●"/>
            </a:pPr>
            <a:r>
              <a:rPr lang="en" sz="3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them next to the line in which you will use it.</a:t>
            </a:r>
            <a:endParaRPr sz="3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Georgia"/>
              <a:buChar char="●"/>
            </a:pPr>
            <a:r>
              <a:rPr lang="en" sz="3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Create a poem that uses the phrases on the paint chips.</a:t>
            </a:r>
            <a:endParaRPr sz="3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Georgia"/>
              <a:buChar char="●"/>
            </a:pPr>
            <a:r>
              <a:rPr lang="en" sz="3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Highlight</a:t>
            </a:r>
            <a:r>
              <a:rPr lang="en" sz="3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the paint chip words in your finished poem.</a:t>
            </a:r>
            <a:endParaRPr sz="3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-1809450" y="0"/>
            <a:ext cx="1224000" cy="9756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81" name="Google Shape;81;p13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-2122050" y="-383744"/>
            <a:ext cx="17430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