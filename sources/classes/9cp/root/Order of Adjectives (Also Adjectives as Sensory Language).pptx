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72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210572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1052ee9064_0_1:notes"/>
          <p:cNvSpPr/>
          <p:nvPr>
            <p:ph idx="2" type="sldImg"/>
          </p:nvPr>
        </p:nvSpPr>
        <p:spPr>
          <a:xfrm>
            <a:off x="1210572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1052ee906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1052ee9064_0_5:notes"/>
          <p:cNvSpPr/>
          <p:nvPr>
            <p:ph idx="2" type="sldImg"/>
          </p:nvPr>
        </p:nvSpPr>
        <p:spPr>
          <a:xfrm>
            <a:off x="1210572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1052ee906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1052ee9064_0_9:notes"/>
          <p:cNvSpPr/>
          <p:nvPr>
            <p:ph idx="2" type="sldImg"/>
          </p:nvPr>
        </p:nvSpPr>
        <p:spPr>
          <a:xfrm>
            <a:off x="1210572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1052ee906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900" cy="310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9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900" cy="12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9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400" cy="61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400" cy="55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900" cy="296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900" cy="19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9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lide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46875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hq72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00" y="1161900"/>
            <a:ext cx="9683200" cy="544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3938"/>
            <a:ext cx="9753603" cy="5544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downloa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125" y="718000"/>
            <a:ext cx="9732150" cy="633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