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99cc3d9f0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99cc3d9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583975"/>
            <a:ext cx="6156600" cy="1023300"/>
          </a:xfrm>
          <a:prstGeom prst="rect">
            <a:avLst/>
          </a:prstGeom>
          <a:solidFill>
            <a:srgbClr val="FFFF00">
              <a:alpha val="56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Candidate Name</a:t>
            </a:r>
            <a:endParaRPr sz="600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42890" l="31964" r="32229" t="0"/>
          <a:stretch/>
        </p:blipFill>
        <p:spPr>
          <a:xfrm flipH="1">
            <a:off x="3886200" y="3859999"/>
            <a:ext cx="3886200" cy="61984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890650" y="3860000"/>
            <a:ext cx="4370100" cy="88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Replace silhouette with an image of the candidate.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4485275" y="5226350"/>
            <a:ext cx="4370100" cy="88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Create a campaign slogan.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9375" y="5150600"/>
            <a:ext cx="3000300" cy="884400"/>
          </a:xfrm>
          <a:prstGeom prst="rect">
            <a:avLst/>
          </a:prstGeom>
          <a:solidFill>
            <a:srgbClr val="FFFF00">
              <a:alpha val="569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text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9375" y="8098750"/>
            <a:ext cx="3000300" cy="1539900"/>
          </a:xfrm>
          <a:prstGeom prst="rect">
            <a:avLst/>
          </a:prstGeom>
          <a:solidFill>
            <a:srgbClr val="FFFF00">
              <a:alpha val="569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text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00" y="6204725"/>
            <a:ext cx="1824650" cy="18246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-4485275" y="6674850"/>
            <a:ext cx="4370100" cy="88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Insert an image or logo </a:t>
            </a:r>
            <a:r>
              <a:rPr lang="en" sz="1800">
                <a:solidFill>
                  <a:schemeClr val="dk1"/>
                </a:solidFill>
              </a:rPr>
              <a:t>consistent with the campaign.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4485275" y="8426500"/>
            <a:ext cx="4370100" cy="88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Provide a few details about the campaign or vision for society.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4485275" y="2870175"/>
            <a:ext cx="4370100" cy="450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Select Keith or Deutscher.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