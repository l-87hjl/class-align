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22278975" cx="15754350"/>
  <p:notesSz cx="6858000" cy="9144000"/>
  <p:embeddedFontLst>
    <p:embeddedFont>
      <p:font typeface="Barlow"/>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017">
          <p15:clr>
            <a:srgbClr val="A4A3A4"/>
          </p15:clr>
        </p15:guide>
        <p15:guide id="2" pos="49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017" orient="horz"/>
        <p:guide pos="496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Barlow-boldItalic.fntdata"/><Relationship Id="rId9" Type="http://schemas.openxmlformats.org/officeDocument/2006/relationships/font" Target="fonts/Barlow-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Barlow-regular.fntdata"/><Relationship Id="rId8" Type="http://schemas.openxmlformats.org/officeDocument/2006/relationships/font" Target="fonts/Barlow-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3ab0aa421e_0_0: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3ab0aa42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537048" y="3225113"/>
            <a:ext cx="14680200" cy="88908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3500"/>
              <a:buNone/>
              <a:defRPr sz="13500"/>
            </a:lvl1pPr>
            <a:lvl2pPr lvl="1" algn="ctr">
              <a:spcBef>
                <a:spcPts val="0"/>
              </a:spcBef>
              <a:spcAft>
                <a:spcPts val="0"/>
              </a:spcAft>
              <a:buSzPts val="13500"/>
              <a:buNone/>
              <a:defRPr sz="13500"/>
            </a:lvl2pPr>
            <a:lvl3pPr lvl="2" algn="ctr">
              <a:spcBef>
                <a:spcPts val="0"/>
              </a:spcBef>
              <a:spcAft>
                <a:spcPts val="0"/>
              </a:spcAft>
              <a:buSzPts val="13500"/>
              <a:buNone/>
              <a:defRPr sz="13500"/>
            </a:lvl3pPr>
            <a:lvl4pPr lvl="3" algn="ctr">
              <a:spcBef>
                <a:spcPts val="0"/>
              </a:spcBef>
              <a:spcAft>
                <a:spcPts val="0"/>
              </a:spcAft>
              <a:buSzPts val="13500"/>
              <a:buNone/>
              <a:defRPr sz="13500"/>
            </a:lvl4pPr>
            <a:lvl5pPr lvl="4" algn="ctr">
              <a:spcBef>
                <a:spcPts val="0"/>
              </a:spcBef>
              <a:spcAft>
                <a:spcPts val="0"/>
              </a:spcAft>
              <a:buSzPts val="13500"/>
              <a:buNone/>
              <a:defRPr sz="13500"/>
            </a:lvl5pPr>
            <a:lvl6pPr lvl="5" algn="ctr">
              <a:spcBef>
                <a:spcPts val="0"/>
              </a:spcBef>
              <a:spcAft>
                <a:spcPts val="0"/>
              </a:spcAft>
              <a:buSzPts val="13500"/>
              <a:buNone/>
              <a:defRPr sz="13500"/>
            </a:lvl6pPr>
            <a:lvl7pPr lvl="6" algn="ctr">
              <a:spcBef>
                <a:spcPts val="0"/>
              </a:spcBef>
              <a:spcAft>
                <a:spcPts val="0"/>
              </a:spcAft>
              <a:buSzPts val="13500"/>
              <a:buNone/>
              <a:defRPr sz="13500"/>
            </a:lvl7pPr>
            <a:lvl8pPr lvl="7" algn="ctr">
              <a:spcBef>
                <a:spcPts val="0"/>
              </a:spcBef>
              <a:spcAft>
                <a:spcPts val="0"/>
              </a:spcAft>
              <a:buSzPts val="13500"/>
              <a:buNone/>
              <a:defRPr sz="13500"/>
            </a:lvl8pPr>
            <a:lvl9pPr lvl="8" algn="ctr">
              <a:spcBef>
                <a:spcPts val="0"/>
              </a:spcBef>
              <a:spcAft>
                <a:spcPts val="0"/>
              </a:spcAft>
              <a:buSzPts val="13500"/>
              <a:buNone/>
              <a:defRPr sz="13500"/>
            </a:lvl9pPr>
          </a:lstStyle>
          <a:p/>
        </p:txBody>
      </p:sp>
      <p:sp>
        <p:nvSpPr>
          <p:cNvPr id="11" name="Google Shape;11;p2"/>
          <p:cNvSpPr txBox="1"/>
          <p:nvPr>
            <p:ph idx="1" type="subTitle"/>
          </p:nvPr>
        </p:nvSpPr>
        <p:spPr>
          <a:xfrm>
            <a:off x="537033" y="12275960"/>
            <a:ext cx="14680200" cy="34332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7300"/>
              <a:buNone/>
              <a:defRPr sz="7300"/>
            </a:lvl1pPr>
            <a:lvl2pPr lvl="1" algn="ctr">
              <a:lnSpc>
                <a:spcPct val="100000"/>
              </a:lnSpc>
              <a:spcBef>
                <a:spcPts val="0"/>
              </a:spcBef>
              <a:spcAft>
                <a:spcPts val="0"/>
              </a:spcAft>
              <a:buSzPts val="7300"/>
              <a:buNone/>
              <a:defRPr sz="7300"/>
            </a:lvl2pPr>
            <a:lvl3pPr lvl="2" algn="ctr">
              <a:lnSpc>
                <a:spcPct val="100000"/>
              </a:lnSpc>
              <a:spcBef>
                <a:spcPts val="0"/>
              </a:spcBef>
              <a:spcAft>
                <a:spcPts val="0"/>
              </a:spcAft>
              <a:buSzPts val="7300"/>
              <a:buNone/>
              <a:defRPr sz="7300"/>
            </a:lvl3pPr>
            <a:lvl4pPr lvl="3" algn="ctr">
              <a:lnSpc>
                <a:spcPct val="100000"/>
              </a:lnSpc>
              <a:spcBef>
                <a:spcPts val="0"/>
              </a:spcBef>
              <a:spcAft>
                <a:spcPts val="0"/>
              </a:spcAft>
              <a:buSzPts val="7300"/>
              <a:buNone/>
              <a:defRPr sz="7300"/>
            </a:lvl4pPr>
            <a:lvl5pPr lvl="4" algn="ctr">
              <a:lnSpc>
                <a:spcPct val="100000"/>
              </a:lnSpc>
              <a:spcBef>
                <a:spcPts val="0"/>
              </a:spcBef>
              <a:spcAft>
                <a:spcPts val="0"/>
              </a:spcAft>
              <a:buSzPts val="7300"/>
              <a:buNone/>
              <a:defRPr sz="7300"/>
            </a:lvl5pPr>
            <a:lvl6pPr lvl="5" algn="ctr">
              <a:lnSpc>
                <a:spcPct val="100000"/>
              </a:lnSpc>
              <a:spcBef>
                <a:spcPts val="0"/>
              </a:spcBef>
              <a:spcAft>
                <a:spcPts val="0"/>
              </a:spcAft>
              <a:buSzPts val="7300"/>
              <a:buNone/>
              <a:defRPr sz="7300"/>
            </a:lvl6pPr>
            <a:lvl7pPr lvl="6" algn="ctr">
              <a:lnSpc>
                <a:spcPct val="100000"/>
              </a:lnSpc>
              <a:spcBef>
                <a:spcPts val="0"/>
              </a:spcBef>
              <a:spcAft>
                <a:spcPts val="0"/>
              </a:spcAft>
              <a:buSzPts val="7300"/>
              <a:buNone/>
              <a:defRPr sz="7300"/>
            </a:lvl7pPr>
            <a:lvl8pPr lvl="7" algn="ctr">
              <a:lnSpc>
                <a:spcPct val="100000"/>
              </a:lnSpc>
              <a:spcBef>
                <a:spcPts val="0"/>
              </a:spcBef>
              <a:spcAft>
                <a:spcPts val="0"/>
              </a:spcAft>
              <a:buSzPts val="7300"/>
              <a:buNone/>
              <a:defRPr sz="7300"/>
            </a:lvl8pPr>
            <a:lvl9pPr lvl="8" algn="ctr">
              <a:lnSpc>
                <a:spcPct val="100000"/>
              </a:lnSpc>
              <a:spcBef>
                <a:spcPts val="0"/>
              </a:spcBef>
              <a:spcAft>
                <a:spcPts val="0"/>
              </a:spcAft>
              <a:buSzPts val="7300"/>
              <a:buNone/>
              <a:defRPr sz="7300"/>
            </a:lvl9pPr>
          </a:lstStyle>
          <a:p/>
        </p:txBody>
      </p:sp>
      <p:sp>
        <p:nvSpPr>
          <p:cNvPr id="12" name="Google Shape;12;p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537033" y="9316367"/>
            <a:ext cx="14680200" cy="3646200"/>
          </a:xfrm>
          <a:prstGeom prst="rect">
            <a:avLst/>
          </a:prstGeom>
        </p:spPr>
        <p:txBody>
          <a:bodyPr anchorCtr="0" anchor="ctr" bIns="237025" lIns="237025" spcFirstLastPara="1" rIns="237025" wrap="square" tIns="237025">
            <a:noAutofit/>
          </a:bodyPr>
          <a:lstStyle>
            <a:lvl1pPr lvl="0" algn="ctr">
              <a:spcBef>
                <a:spcPts val="0"/>
              </a:spcBef>
              <a:spcAft>
                <a:spcPts val="0"/>
              </a:spcAft>
              <a:buSzPts val="9300"/>
              <a:buNone/>
              <a:defRPr sz="9300"/>
            </a:lvl1pPr>
            <a:lvl2pPr lvl="1" algn="ctr">
              <a:spcBef>
                <a:spcPts val="0"/>
              </a:spcBef>
              <a:spcAft>
                <a:spcPts val="0"/>
              </a:spcAft>
              <a:buSzPts val="9300"/>
              <a:buNone/>
              <a:defRPr sz="9300"/>
            </a:lvl2pPr>
            <a:lvl3pPr lvl="2" algn="ctr">
              <a:spcBef>
                <a:spcPts val="0"/>
              </a:spcBef>
              <a:spcAft>
                <a:spcPts val="0"/>
              </a:spcAft>
              <a:buSzPts val="9300"/>
              <a:buNone/>
              <a:defRPr sz="9300"/>
            </a:lvl3pPr>
            <a:lvl4pPr lvl="3" algn="ctr">
              <a:spcBef>
                <a:spcPts val="0"/>
              </a:spcBef>
              <a:spcAft>
                <a:spcPts val="0"/>
              </a:spcAft>
              <a:buSzPts val="9300"/>
              <a:buNone/>
              <a:defRPr sz="9300"/>
            </a:lvl4pPr>
            <a:lvl5pPr lvl="4" algn="ctr">
              <a:spcBef>
                <a:spcPts val="0"/>
              </a:spcBef>
              <a:spcAft>
                <a:spcPts val="0"/>
              </a:spcAft>
              <a:buSzPts val="9300"/>
              <a:buNone/>
              <a:defRPr sz="9300"/>
            </a:lvl5pPr>
            <a:lvl6pPr lvl="5" algn="ctr">
              <a:spcBef>
                <a:spcPts val="0"/>
              </a:spcBef>
              <a:spcAft>
                <a:spcPts val="0"/>
              </a:spcAft>
              <a:buSzPts val="9300"/>
              <a:buNone/>
              <a:defRPr sz="9300"/>
            </a:lvl6pPr>
            <a:lvl7pPr lvl="6" algn="ctr">
              <a:spcBef>
                <a:spcPts val="0"/>
              </a:spcBef>
              <a:spcAft>
                <a:spcPts val="0"/>
              </a:spcAft>
              <a:buSzPts val="9300"/>
              <a:buNone/>
              <a:defRPr sz="9300"/>
            </a:lvl7pPr>
            <a:lvl8pPr lvl="7" algn="ctr">
              <a:spcBef>
                <a:spcPts val="0"/>
              </a:spcBef>
              <a:spcAft>
                <a:spcPts val="0"/>
              </a:spcAft>
              <a:buSzPts val="9300"/>
              <a:buNone/>
              <a:defRPr sz="9300"/>
            </a:lvl8pPr>
            <a:lvl9pPr lvl="8" algn="ctr">
              <a:spcBef>
                <a:spcPts val="0"/>
              </a:spcBef>
              <a:spcAft>
                <a:spcPts val="0"/>
              </a:spcAft>
              <a:buSzPts val="9300"/>
              <a:buNone/>
              <a:defRPr sz="9300"/>
            </a:lvl9pPr>
          </a:lstStyle>
          <a:p/>
        </p:txBody>
      </p:sp>
      <p:sp>
        <p:nvSpPr>
          <p:cNvPr id="15" name="Google Shape;15;p3"/>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18" name="Google Shape;18;p4"/>
          <p:cNvSpPr txBox="1"/>
          <p:nvPr>
            <p:ph idx="1" type="body"/>
          </p:nvPr>
        </p:nvSpPr>
        <p:spPr>
          <a:xfrm>
            <a:off x="537033" y="4991924"/>
            <a:ext cx="14680200" cy="14798100"/>
          </a:xfrm>
          <a:prstGeom prst="rect">
            <a:avLst/>
          </a:prstGeom>
        </p:spPr>
        <p:txBody>
          <a:bodyPr anchorCtr="0" anchor="t"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19" name="Google Shape;19;p4"/>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2" name="Google Shape;22;p5"/>
          <p:cNvSpPr txBox="1"/>
          <p:nvPr>
            <p:ph idx="1" type="body"/>
          </p:nvPr>
        </p:nvSpPr>
        <p:spPr>
          <a:xfrm>
            <a:off x="53703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3" name="Google Shape;23;p5"/>
          <p:cNvSpPr txBox="1"/>
          <p:nvPr>
            <p:ph idx="2" type="body"/>
          </p:nvPr>
        </p:nvSpPr>
        <p:spPr>
          <a:xfrm>
            <a:off x="832582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4" name="Google Shape;24;p5"/>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7" name="Google Shape;27;p6"/>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537033" y="2406571"/>
            <a:ext cx="4837800" cy="3273300"/>
          </a:xfrm>
          <a:prstGeom prst="rect">
            <a:avLst/>
          </a:prstGeom>
        </p:spPr>
        <p:txBody>
          <a:bodyPr anchorCtr="0" anchor="b" bIns="237025" lIns="237025" spcFirstLastPara="1" rIns="237025" wrap="square" tIns="237025">
            <a:noAutofit/>
          </a:bodyPr>
          <a:lstStyle>
            <a:lvl1pPr lvl="0">
              <a:spcBef>
                <a:spcPts val="0"/>
              </a:spcBef>
              <a:spcAft>
                <a:spcPts val="0"/>
              </a:spcAft>
              <a:buSzPts val="6200"/>
              <a:buNone/>
              <a:defRPr sz="6200"/>
            </a:lvl1pPr>
            <a:lvl2pPr lvl="1">
              <a:spcBef>
                <a:spcPts val="0"/>
              </a:spcBef>
              <a:spcAft>
                <a:spcPts val="0"/>
              </a:spcAft>
              <a:buSzPts val="6200"/>
              <a:buNone/>
              <a:defRPr sz="6200"/>
            </a:lvl2pPr>
            <a:lvl3pPr lvl="2">
              <a:spcBef>
                <a:spcPts val="0"/>
              </a:spcBef>
              <a:spcAft>
                <a:spcPts val="0"/>
              </a:spcAft>
              <a:buSzPts val="6200"/>
              <a:buNone/>
              <a:defRPr sz="6200"/>
            </a:lvl3pPr>
            <a:lvl4pPr lvl="3">
              <a:spcBef>
                <a:spcPts val="0"/>
              </a:spcBef>
              <a:spcAft>
                <a:spcPts val="0"/>
              </a:spcAft>
              <a:buSzPts val="6200"/>
              <a:buNone/>
              <a:defRPr sz="6200"/>
            </a:lvl4pPr>
            <a:lvl5pPr lvl="4">
              <a:spcBef>
                <a:spcPts val="0"/>
              </a:spcBef>
              <a:spcAft>
                <a:spcPts val="0"/>
              </a:spcAft>
              <a:buSzPts val="6200"/>
              <a:buNone/>
              <a:defRPr sz="6200"/>
            </a:lvl5pPr>
            <a:lvl6pPr lvl="5">
              <a:spcBef>
                <a:spcPts val="0"/>
              </a:spcBef>
              <a:spcAft>
                <a:spcPts val="0"/>
              </a:spcAft>
              <a:buSzPts val="6200"/>
              <a:buNone/>
              <a:defRPr sz="6200"/>
            </a:lvl6pPr>
            <a:lvl7pPr lvl="6">
              <a:spcBef>
                <a:spcPts val="0"/>
              </a:spcBef>
              <a:spcAft>
                <a:spcPts val="0"/>
              </a:spcAft>
              <a:buSzPts val="6200"/>
              <a:buNone/>
              <a:defRPr sz="6200"/>
            </a:lvl7pPr>
            <a:lvl8pPr lvl="7">
              <a:spcBef>
                <a:spcPts val="0"/>
              </a:spcBef>
              <a:spcAft>
                <a:spcPts val="0"/>
              </a:spcAft>
              <a:buSzPts val="6200"/>
              <a:buNone/>
              <a:defRPr sz="6200"/>
            </a:lvl8pPr>
            <a:lvl9pPr lvl="8">
              <a:spcBef>
                <a:spcPts val="0"/>
              </a:spcBef>
              <a:spcAft>
                <a:spcPts val="0"/>
              </a:spcAft>
              <a:buSzPts val="6200"/>
              <a:buNone/>
              <a:defRPr sz="6200"/>
            </a:lvl9pPr>
          </a:lstStyle>
          <a:p/>
        </p:txBody>
      </p:sp>
      <p:sp>
        <p:nvSpPr>
          <p:cNvPr id="30" name="Google Shape;30;p7"/>
          <p:cNvSpPr txBox="1"/>
          <p:nvPr>
            <p:ph idx="1" type="body"/>
          </p:nvPr>
        </p:nvSpPr>
        <p:spPr>
          <a:xfrm>
            <a:off x="537033" y="6019027"/>
            <a:ext cx="4837800" cy="13771500"/>
          </a:xfrm>
          <a:prstGeom prst="rect">
            <a:avLst/>
          </a:prstGeom>
        </p:spPr>
        <p:txBody>
          <a:bodyPr anchorCtr="0" anchor="t" bIns="237025" lIns="237025" spcFirstLastPara="1" rIns="237025" wrap="square" tIns="237025">
            <a:noAutofit/>
          </a:bodyPr>
          <a:lstStyle>
            <a:lvl1pPr indent="-425450" lvl="0" marL="457200">
              <a:spcBef>
                <a:spcPts val="0"/>
              </a:spcBef>
              <a:spcAft>
                <a:spcPts val="0"/>
              </a:spcAft>
              <a:buSzPts val="3100"/>
              <a:buChar char="●"/>
              <a:defRPr sz="31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31" name="Google Shape;31;p7"/>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844660" y="1949816"/>
            <a:ext cx="10971300" cy="17719200"/>
          </a:xfrm>
          <a:prstGeom prst="rect">
            <a:avLst/>
          </a:prstGeom>
        </p:spPr>
        <p:txBody>
          <a:bodyPr anchorCtr="0" anchor="ctr" bIns="237025" lIns="237025" spcFirstLastPara="1" rIns="237025" wrap="square" tIns="237025">
            <a:noAutofit/>
          </a:bodyPr>
          <a:lstStyle>
            <a:lvl1pPr lvl="0">
              <a:spcBef>
                <a:spcPts val="0"/>
              </a:spcBef>
              <a:spcAft>
                <a:spcPts val="0"/>
              </a:spcAft>
              <a:buSzPts val="12400"/>
              <a:buNone/>
              <a:defRPr sz="12400"/>
            </a:lvl1pPr>
            <a:lvl2pPr lvl="1">
              <a:spcBef>
                <a:spcPts val="0"/>
              </a:spcBef>
              <a:spcAft>
                <a:spcPts val="0"/>
              </a:spcAft>
              <a:buSzPts val="12400"/>
              <a:buNone/>
              <a:defRPr sz="12400"/>
            </a:lvl2pPr>
            <a:lvl3pPr lvl="2">
              <a:spcBef>
                <a:spcPts val="0"/>
              </a:spcBef>
              <a:spcAft>
                <a:spcPts val="0"/>
              </a:spcAft>
              <a:buSzPts val="12400"/>
              <a:buNone/>
              <a:defRPr sz="12400"/>
            </a:lvl3pPr>
            <a:lvl4pPr lvl="3">
              <a:spcBef>
                <a:spcPts val="0"/>
              </a:spcBef>
              <a:spcAft>
                <a:spcPts val="0"/>
              </a:spcAft>
              <a:buSzPts val="12400"/>
              <a:buNone/>
              <a:defRPr sz="12400"/>
            </a:lvl4pPr>
            <a:lvl5pPr lvl="4">
              <a:spcBef>
                <a:spcPts val="0"/>
              </a:spcBef>
              <a:spcAft>
                <a:spcPts val="0"/>
              </a:spcAft>
              <a:buSzPts val="12400"/>
              <a:buNone/>
              <a:defRPr sz="12400"/>
            </a:lvl5pPr>
            <a:lvl6pPr lvl="5">
              <a:spcBef>
                <a:spcPts val="0"/>
              </a:spcBef>
              <a:spcAft>
                <a:spcPts val="0"/>
              </a:spcAft>
              <a:buSzPts val="12400"/>
              <a:buNone/>
              <a:defRPr sz="12400"/>
            </a:lvl6pPr>
            <a:lvl7pPr lvl="6">
              <a:spcBef>
                <a:spcPts val="0"/>
              </a:spcBef>
              <a:spcAft>
                <a:spcPts val="0"/>
              </a:spcAft>
              <a:buSzPts val="12400"/>
              <a:buNone/>
              <a:defRPr sz="12400"/>
            </a:lvl7pPr>
            <a:lvl8pPr lvl="7">
              <a:spcBef>
                <a:spcPts val="0"/>
              </a:spcBef>
              <a:spcAft>
                <a:spcPts val="0"/>
              </a:spcAft>
              <a:buSzPts val="12400"/>
              <a:buNone/>
              <a:defRPr sz="12400"/>
            </a:lvl8pPr>
            <a:lvl9pPr lvl="8">
              <a:spcBef>
                <a:spcPts val="0"/>
              </a:spcBef>
              <a:spcAft>
                <a:spcPts val="0"/>
              </a:spcAft>
              <a:buSzPts val="12400"/>
              <a:buNone/>
              <a:defRPr sz="12400"/>
            </a:lvl9pPr>
          </a:lstStyle>
          <a:p/>
        </p:txBody>
      </p:sp>
      <p:sp>
        <p:nvSpPr>
          <p:cNvPr id="34" name="Google Shape;34;p8"/>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7877175" y="-541"/>
            <a:ext cx="7877100" cy="22278900"/>
          </a:xfrm>
          <a:prstGeom prst="rect">
            <a:avLst/>
          </a:prstGeom>
          <a:solidFill>
            <a:schemeClr val="lt2"/>
          </a:solidFill>
          <a:ln>
            <a:noFill/>
          </a:ln>
        </p:spPr>
        <p:txBody>
          <a:bodyPr anchorCtr="0" anchor="ctr" bIns="237025" lIns="237025" spcFirstLastPara="1" rIns="237025" wrap="square" tIns="2370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457434" y="5341475"/>
            <a:ext cx="6969600" cy="64206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0900"/>
              <a:buNone/>
              <a:defRPr sz="10900"/>
            </a:lvl1pPr>
            <a:lvl2pPr lvl="1" algn="ctr">
              <a:spcBef>
                <a:spcPts val="0"/>
              </a:spcBef>
              <a:spcAft>
                <a:spcPts val="0"/>
              </a:spcAft>
              <a:buSzPts val="10900"/>
              <a:buNone/>
              <a:defRPr sz="10900"/>
            </a:lvl2pPr>
            <a:lvl3pPr lvl="2" algn="ctr">
              <a:spcBef>
                <a:spcPts val="0"/>
              </a:spcBef>
              <a:spcAft>
                <a:spcPts val="0"/>
              </a:spcAft>
              <a:buSzPts val="10900"/>
              <a:buNone/>
              <a:defRPr sz="10900"/>
            </a:lvl3pPr>
            <a:lvl4pPr lvl="3" algn="ctr">
              <a:spcBef>
                <a:spcPts val="0"/>
              </a:spcBef>
              <a:spcAft>
                <a:spcPts val="0"/>
              </a:spcAft>
              <a:buSzPts val="10900"/>
              <a:buNone/>
              <a:defRPr sz="10900"/>
            </a:lvl4pPr>
            <a:lvl5pPr lvl="4" algn="ctr">
              <a:spcBef>
                <a:spcPts val="0"/>
              </a:spcBef>
              <a:spcAft>
                <a:spcPts val="0"/>
              </a:spcAft>
              <a:buSzPts val="10900"/>
              <a:buNone/>
              <a:defRPr sz="10900"/>
            </a:lvl5pPr>
            <a:lvl6pPr lvl="5" algn="ctr">
              <a:spcBef>
                <a:spcPts val="0"/>
              </a:spcBef>
              <a:spcAft>
                <a:spcPts val="0"/>
              </a:spcAft>
              <a:buSzPts val="10900"/>
              <a:buNone/>
              <a:defRPr sz="10900"/>
            </a:lvl6pPr>
            <a:lvl7pPr lvl="6" algn="ctr">
              <a:spcBef>
                <a:spcPts val="0"/>
              </a:spcBef>
              <a:spcAft>
                <a:spcPts val="0"/>
              </a:spcAft>
              <a:buSzPts val="10900"/>
              <a:buNone/>
              <a:defRPr sz="10900"/>
            </a:lvl7pPr>
            <a:lvl8pPr lvl="7" algn="ctr">
              <a:spcBef>
                <a:spcPts val="0"/>
              </a:spcBef>
              <a:spcAft>
                <a:spcPts val="0"/>
              </a:spcAft>
              <a:buSzPts val="10900"/>
              <a:buNone/>
              <a:defRPr sz="10900"/>
            </a:lvl8pPr>
            <a:lvl9pPr lvl="8" algn="ctr">
              <a:spcBef>
                <a:spcPts val="0"/>
              </a:spcBef>
              <a:spcAft>
                <a:spcPts val="0"/>
              </a:spcAft>
              <a:buSzPts val="10900"/>
              <a:buNone/>
              <a:defRPr sz="10900"/>
            </a:lvl9pPr>
          </a:lstStyle>
          <a:p/>
        </p:txBody>
      </p:sp>
      <p:sp>
        <p:nvSpPr>
          <p:cNvPr id="38" name="Google Shape;38;p9"/>
          <p:cNvSpPr txBox="1"/>
          <p:nvPr>
            <p:ph idx="1" type="subTitle"/>
          </p:nvPr>
        </p:nvSpPr>
        <p:spPr>
          <a:xfrm>
            <a:off x="457434" y="12141467"/>
            <a:ext cx="6969600" cy="53499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39" name="Google Shape;39;p9"/>
          <p:cNvSpPr txBox="1"/>
          <p:nvPr>
            <p:ph idx="2" type="body"/>
          </p:nvPr>
        </p:nvSpPr>
        <p:spPr>
          <a:xfrm>
            <a:off x="8510347" y="3136317"/>
            <a:ext cx="6610800" cy="16005300"/>
          </a:xfrm>
          <a:prstGeom prst="rect">
            <a:avLst/>
          </a:prstGeom>
        </p:spPr>
        <p:txBody>
          <a:bodyPr anchorCtr="0" anchor="ctr"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40" name="Google Shape;40;p9"/>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537033" y="18324657"/>
            <a:ext cx="10335300" cy="2621100"/>
          </a:xfrm>
          <a:prstGeom prst="rect">
            <a:avLst/>
          </a:prstGeom>
        </p:spPr>
        <p:txBody>
          <a:bodyPr anchorCtr="0" anchor="ctr" bIns="237025" lIns="237025" spcFirstLastPara="1" rIns="237025" wrap="square" tIns="237025">
            <a:noAutofit/>
          </a:bodyPr>
          <a:lstStyle>
            <a:lvl1pPr indent="-228600" lvl="0" marL="457200">
              <a:lnSpc>
                <a:spcPct val="100000"/>
              </a:lnSpc>
              <a:spcBef>
                <a:spcPts val="0"/>
              </a:spcBef>
              <a:spcAft>
                <a:spcPts val="0"/>
              </a:spcAft>
              <a:buSzPts val="4700"/>
              <a:buNone/>
              <a:defRPr/>
            </a:lvl1pPr>
          </a:lstStyle>
          <a:p/>
        </p:txBody>
      </p:sp>
      <p:sp>
        <p:nvSpPr>
          <p:cNvPr id="43" name="Google Shape;43;p10"/>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537033" y="4791160"/>
            <a:ext cx="14680200" cy="85050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31100"/>
              <a:buNone/>
              <a:defRPr sz="31100"/>
            </a:lvl1pPr>
            <a:lvl2pPr lvl="1" algn="ctr">
              <a:spcBef>
                <a:spcPts val="0"/>
              </a:spcBef>
              <a:spcAft>
                <a:spcPts val="0"/>
              </a:spcAft>
              <a:buSzPts val="31100"/>
              <a:buNone/>
              <a:defRPr sz="31100"/>
            </a:lvl2pPr>
            <a:lvl3pPr lvl="2" algn="ctr">
              <a:spcBef>
                <a:spcPts val="0"/>
              </a:spcBef>
              <a:spcAft>
                <a:spcPts val="0"/>
              </a:spcAft>
              <a:buSzPts val="31100"/>
              <a:buNone/>
              <a:defRPr sz="31100"/>
            </a:lvl3pPr>
            <a:lvl4pPr lvl="3" algn="ctr">
              <a:spcBef>
                <a:spcPts val="0"/>
              </a:spcBef>
              <a:spcAft>
                <a:spcPts val="0"/>
              </a:spcAft>
              <a:buSzPts val="31100"/>
              <a:buNone/>
              <a:defRPr sz="31100"/>
            </a:lvl4pPr>
            <a:lvl5pPr lvl="4" algn="ctr">
              <a:spcBef>
                <a:spcPts val="0"/>
              </a:spcBef>
              <a:spcAft>
                <a:spcPts val="0"/>
              </a:spcAft>
              <a:buSzPts val="31100"/>
              <a:buNone/>
              <a:defRPr sz="31100"/>
            </a:lvl5pPr>
            <a:lvl6pPr lvl="5" algn="ctr">
              <a:spcBef>
                <a:spcPts val="0"/>
              </a:spcBef>
              <a:spcAft>
                <a:spcPts val="0"/>
              </a:spcAft>
              <a:buSzPts val="31100"/>
              <a:buNone/>
              <a:defRPr sz="31100"/>
            </a:lvl6pPr>
            <a:lvl7pPr lvl="6" algn="ctr">
              <a:spcBef>
                <a:spcPts val="0"/>
              </a:spcBef>
              <a:spcAft>
                <a:spcPts val="0"/>
              </a:spcAft>
              <a:buSzPts val="31100"/>
              <a:buNone/>
              <a:defRPr sz="31100"/>
            </a:lvl7pPr>
            <a:lvl8pPr lvl="7" algn="ctr">
              <a:spcBef>
                <a:spcPts val="0"/>
              </a:spcBef>
              <a:spcAft>
                <a:spcPts val="0"/>
              </a:spcAft>
              <a:buSzPts val="31100"/>
              <a:buNone/>
              <a:defRPr sz="31100"/>
            </a:lvl8pPr>
            <a:lvl9pPr lvl="8" algn="ctr">
              <a:spcBef>
                <a:spcPts val="0"/>
              </a:spcBef>
              <a:spcAft>
                <a:spcPts val="0"/>
              </a:spcAft>
              <a:buSzPts val="31100"/>
              <a:buNone/>
              <a:defRPr sz="31100"/>
            </a:lvl9pPr>
          </a:lstStyle>
          <a:p>
            <a:r>
              <a:t>xx%</a:t>
            </a:r>
          </a:p>
        </p:txBody>
      </p:sp>
      <p:sp>
        <p:nvSpPr>
          <p:cNvPr id="46" name="Google Shape;46;p11"/>
          <p:cNvSpPr txBox="1"/>
          <p:nvPr>
            <p:ph idx="1" type="body"/>
          </p:nvPr>
        </p:nvSpPr>
        <p:spPr>
          <a:xfrm>
            <a:off x="537033" y="13653804"/>
            <a:ext cx="14680200" cy="5634300"/>
          </a:xfrm>
          <a:prstGeom prst="rect">
            <a:avLst/>
          </a:prstGeom>
        </p:spPr>
        <p:txBody>
          <a:bodyPr anchorCtr="0" anchor="t" bIns="237025" lIns="237025" spcFirstLastPara="1" rIns="237025" wrap="square" tIns="237025">
            <a:noAutofit/>
          </a:bodyPr>
          <a:lstStyle>
            <a:lvl1pPr indent="-527050" lvl="0" marL="457200" algn="ctr">
              <a:spcBef>
                <a:spcPts val="0"/>
              </a:spcBef>
              <a:spcAft>
                <a:spcPts val="0"/>
              </a:spcAft>
              <a:buSzPts val="4700"/>
              <a:buChar char="●"/>
              <a:defRPr/>
            </a:lvl1pPr>
            <a:lvl2pPr indent="-457200" lvl="1" marL="914400" algn="ctr">
              <a:spcBef>
                <a:spcPts val="0"/>
              </a:spcBef>
              <a:spcAft>
                <a:spcPts val="0"/>
              </a:spcAft>
              <a:buSzPts val="3600"/>
              <a:buChar char="○"/>
              <a:defRPr/>
            </a:lvl2pPr>
            <a:lvl3pPr indent="-457200" lvl="2" marL="1371600" algn="ctr">
              <a:spcBef>
                <a:spcPts val="0"/>
              </a:spcBef>
              <a:spcAft>
                <a:spcPts val="0"/>
              </a:spcAft>
              <a:buSzPts val="3600"/>
              <a:buChar char="■"/>
              <a:defRPr/>
            </a:lvl3pPr>
            <a:lvl4pPr indent="-457200" lvl="3" marL="1828800" algn="ctr">
              <a:spcBef>
                <a:spcPts val="0"/>
              </a:spcBef>
              <a:spcAft>
                <a:spcPts val="0"/>
              </a:spcAft>
              <a:buSzPts val="3600"/>
              <a:buChar char="●"/>
              <a:defRPr/>
            </a:lvl4pPr>
            <a:lvl5pPr indent="-457200" lvl="4" marL="2286000" algn="ctr">
              <a:spcBef>
                <a:spcPts val="0"/>
              </a:spcBef>
              <a:spcAft>
                <a:spcPts val="0"/>
              </a:spcAft>
              <a:buSzPts val="3600"/>
              <a:buChar char="○"/>
              <a:defRPr/>
            </a:lvl5pPr>
            <a:lvl6pPr indent="-457200" lvl="5" marL="2743200" algn="ctr">
              <a:spcBef>
                <a:spcPts val="0"/>
              </a:spcBef>
              <a:spcAft>
                <a:spcPts val="0"/>
              </a:spcAft>
              <a:buSzPts val="3600"/>
              <a:buChar char="■"/>
              <a:defRPr/>
            </a:lvl6pPr>
            <a:lvl7pPr indent="-457200" lvl="6" marL="3200400" algn="ctr">
              <a:spcBef>
                <a:spcPts val="0"/>
              </a:spcBef>
              <a:spcAft>
                <a:spcPts val="0"/>
              </a:spcAft>
              <a:buSzPts val="3600"/>
              <a:buChar char="●"/>
              <a:defRPr/>
            </a:lvl7pPr>
            <a:lvl8pPr indent="-457200" lvl="7" marL="3657600" algn="ctr">
              <a:spcBef>
                <a:spcPts val="0"/>
              </a:spcBef>
              <a:spcAft>
                <a:spcPts val="0"/>
              </a:spcAft>
              <a:buSzPts val="3600"/>
              <a:buChar char="○"/>
              <a:defRPr/>
            </a:lvl8pPr>
            <a:lvl9pPr indent="-457200" lvl="8" marL="4114800" algn="ctr">
              <a:spcBef>
                <a:spcPts val="0"/>
              </a:spcBef>
              <a:spcAft>
                <a:spcPts val="0"/>
              </a:spcAft>
              <a:buSzPts val="3600"/>
              <a:buChar char="■"/>
              <a:defRPr/>
            </a:lvl9pPr>
          </a:lstStyle>
          <a:p/>
        </p:txBody>
      </p:sp>
      <p:sp>
        <p:nvSpPr>
          <p:cNvPr id="47" name="Google Shape;47;p11"/>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37033" y="1927618"/>
            <a:ext cx="14680200" cy="2480700"/>
          </a:xfrm>
          <a:prstGeom prst="rect">
            <a:avLst/>
          </a:prstGeom>
          <a:noFill/>
          <a:ln>
            <a:noFill/>
          </a:ln>
        </p:spPr>
        <p:txBody>
          <a:bodyPr anchorCtr="0" anchor="t" bIns="237025" lIns="237025" spcFirstLastPara="1" rIns="237025" wrap="square" tIns="237025">
            <a:noAutofit/>
          </a:bodyPr>
          <a:lstStyle>
            <a:lvl1pPr lvl="0">
              <a:spcBef>
                <a:spcPts val="0"/>
              </a:spcBef>
              <a:spcAft>
                <a:spcPts val="0"/>
              </a:spcAft>
              <a:buClr>
                <a:schemeClr val="dk1"/>
              </a:buClr>
              <a:buSzPts val="7300"/>
              <a:buNone/>
              <a:defRPr sz="7300">
                <a:solidFill>
                  <a:schemeClr val="dk1"/>
                </a:solidFill>
              </a:defRPr>
            </a:lvl1pPr>
            <a:lvl2pPr lvl="1">
              <a:spcBef>
                <a:spcPts val="0"/>
              </a:spcBef>
              <a:spcAft>
                <a:spcPts val="0"/>
              </a:spcAft>
              <a:buClr>
                <a:schemeClr val="dk1"/>
              </a:buClr>
              <a:buSzPts val="7300"/>
              <a:buNone/>
              <a:defRPr sz="7300">
                <a:solidFill>
                  <a:schemeClr val="dk1"/>
                </a:solidFill>
              </a:defRPr>
            </a:lvl2pPr>
            <a:lvl3pPr lvl="2">
              <a:spcBef>
                <a:spcPts val="0"/>
              </a:spcBef>
              <a:spcAft>
                <a:spcPts val="0"/>
              </a:spcAft>
              <a:buClr>
                <a:schemeClr val="dk1"/>
              </a:buClr>
              <a:buSzPts val="7300"/>
              <a:buNone/>
              <a:defRPr sz="7300">
                <a:solidFill>
                  <a:schemeClr val="dk1"/>
                </a:solidFill>
              </a:defRPr>
            </a:lvl3pPr>
            <a:lvl4pPr lvl="3">
              <a:spcBef>
                <a:spcPts val="0"/>
              </a:spcBef>
              <a:spcAft>
                <a:spcPts val="0"/>
              </a:spcAft>
              <a:buClr>
                <a:schemeClr val="dk1"/>
              </a:buClr>
              <a:buSzPts val="7300"/>
              <a:buNone/>
              <a:defRPr sz="7300">
                <a:solidFill>
                  <a:schemeClr val="dk1"/>
                </a:solidFill>
              </a:defRPr>
            </a:lvl4pPr>
            <a:lvl5pPr lvl="4">
              <a:spcBef>
                <a:spcPts val="0"/>
              </a:spcBef>
              <a:spcAft>
                <a:spcPts val="0"/>
              </a:spcAft>
              <a:buClr>
                <a:schemeClr val="dk1"/>
              </a:buClr>
              <a:buSzPts val="7300"/>
              <a:buNone/>
              <a:defRPr sz="7300">
                <a:solidFill>
                  <a:schemeClr val="dk1"/>
                </a:solidFill>
              </a:defRPr>
            </a:lvl5pPr>
            <a:lvl6pPr lvl="5">
              <a:spcBef>
                <a:spcPts val="0"/>
              </a:spcBef>
              <a:spcAft>
                <a:spcPts val="0"/>
              </a:spcAft>
              <a:buClr>
                <a:schemeClr val="dk1"/>
              </a:buClr>
              <a:buSzPts val="7300"/>
              <a:buNone/>
              <a:defRPr sz="7300">
                <a:solidFill>
                  <a:schemeClr val="dk1"/>
                </a:solidFill>
              </a:defRPr>
            </a:lvl6pPr>
            <a:lvl7pPr lvl="6">
              <a:spcBef>
                <a:spcPts val="0"/>
              </a:spcBef>
              <a:spcAft>
                <a:spcPts val="0"/>
              </a:spcAft>
              <a:buClr>
                <a:schemeClr val="dk1"/>
              </a:buClr>
              <a:buSzPts val="7300"/>
              <a:buNone/>
              <a:defRPr sz="7300">
                <a:solidFill>
                  <a:schemeClr val="dk1"/>
                </a:solidFill>
              </a:defRPr>
            </a:lvl7pPr>
            <a:lvl8pPr lvl="7">
              <a:spcBef>
                <a:spcPts val="0"/>
              </a:spcBef>
              <a:spcAft>
                <a:spcPts val="0"/>
              </a:spcAft>
              <a:buClr>
                <a:schemeClr val="dk1"/>
              </a:buClr>
              <a:buSzPts val="7300"/>
              <a:buNone/>
              <a:defRPr sz="7300">
                <a:solidFill>
                  <a:schemeClr val="dk1"/>
                </a:solidFill>
              </a:defRPr>
            </a:lvl8pPr>
            <a:lvl9pPr lvl="8">
              <a:spcBef>
                <a:spcPts val="0"/>
              </a:spcBef>
              <a:spcAft>
                <a:spcPts val="0"/>
              </a:spcAft>
              <a:buClr>
                <a:schemeClr val="dk1"/>
              </a:buClr>
              <a:buSzPts val="7300"/>
              <a:buNone/>
              <a:defRPr sz="7300">
                <a:solidFill>
                  <a:schemeClr val="dk1"/>
                </a:solidFill>
              </a:defRPr>
            </a:lvl9pPr>
          </a:lstStyle>
          <a:p/>
        </p:txBody>
      </p:sp>
      <p:sp>
        <p:nvSpPr>
          <p:cNvPr id="7" name="Google Shape;7;p1"/>
          <p:cNvSpPr txBox="1"/>
          <p:nvPr>
            <p:ph idx="1" type="body"/>
          </p:nvPr>
        </p:nvSpPr>
        <p:spPr>
          <a:xfrm>
            <a:off x="537033" y="4991924"/>
            <a:ext cx="14680200" cy="14798100"/>
          </a:xfrm>
          <a:prstGeom prst="rect">
            <a:avLst/>
          </a:prstGeom>
          <a:noFill/>
          <a:ln>
            <a:noFill/>
          </a:ln>
        </p:spPr>
        <p:txBody>
          <a:bodyPr anchorCtr="0" anchor="t" bIns="237025" lIns="237025" spcFirstLastPara="1" rIns="237025" wrap="square" tIns="237025">
            <a:noAutofit/>
          </a:bodyPr>
          <a:lstStyle>
            <a:lvl1pPr indent="-527050" lvl="0" marL="457200">
              <a:lnSpc>
                <a:spcPct val="115000"/>
              </a:lnSpc>
              <a:spcBef>
                <a:spcPts val="0"/>
              </a:spcBef>
              <a:spcAft>
                <a:spcPts val="0"/>
              </a:spcAft>
              <a:buClr>
                <a:schemeClr val="dk2"/>
              </a:buClr>
              <a:buSzPts val="4700"/>
              <a:buChar char="●"/>
              <a:defRPr sz="4700">
                <a:solidFill>
                  <a:schemeClr val="dk2"/>
                </a:solidFill>
              </a:defRPr>
            </a:lvl1pPr>
            <a:lvl2pPr indent="-457200" lvl="1" marL="914400">
              <a:lnSpc>
                <a:spcPct val="115000"/>
              </a:lnSpc>
              <a:spcBef>
                <a:spcPts val="0"/>
              </a:spcBef>
              <a:spcAft>
                <a:spcPts val="0"/>
              </a:spcAft>
              <a:buClr>
                <a:schemeClr val="dk2"/>
              </a:buClr>
              <a:buSzPts val="3600"/>
              <a:buChar char="○"/>
              <a:defRPr sz="3600">
                <a:solidFill>
                  <a:schemeClr val="dk2"/>
                </a:solidFill>
              </a:defRPr>
            </a:lvl2pPr>
            <a:lvl3pPr indent="-457200" lvl="2" marL="1371600">
              <a:lnSpc>
                <a:spcPct val="115000"/>
              </a:lnSpc>
              <a:spcBef>
                <a:spcPts val="0"/>
              </a:spcBef>
              <a:spcAft>
                <a:spcPts val="0"/>
              </a:spcAft>
              <a:buClr>
                <a:schemeClr val="dk2"/>
              </a:buClr>
              <a:buSzPts val="3600"/>
              <a:buChar char="■"/>
              <a:defRPr sz="3600">
                <a:solidFill>
                  <a:schemeClr val="dk2"/>
                </a:solidFill>
              </a:defRPr>
            </a:lvl3pPr>
            <a:lvl4pPr indent="-457200" lvl="3" marL="1828800">
              <a:lnSpc>
                <a:spcPct val="115000"/>
              </a:lnSpc>
              <a:spcBef>
                <a:spcPts val="0"/>
              </a:spcBef>
              <a:spcAft>
                <a:spcPts val="0"/>
              </a:spcAft>
              <a:buClr>
                <a:schemeClr val="dk2"/>
              </a:buClr>
              <a:buSzPts val="3600"/>
              <a:buChar char="●"/>
              <a:defRPr sz="3600">
                <a:solidFill>
                  <a:schemeClr val="dk2"/>
                </a:solidFill>
              </a:defRPr>
            </a:lvl4pPr>
            <a:lvl5pPr indent="-457200" lvl="4" marL="2286000">
              <a:lnSpc>
                <a:spcPct val="115000"/>
              </a:lnSpc>
              <a:spcBef>
                <a:spcPts val="0"/>
              </a:spcBef>
              <a:spcAft>
                <a:spcPts val="0"/>
              </a:spcAft>
              <a:buClr>
                <a:schemeClr val="dk2"/>
              </a:buClr>
              <a:buSzPts val="3600"/>
              <a:buChar char="○"/>
              <a:defRPr sz="3600">
                <a:solidFill>
                  <a:schemeClr val="dk2"/>
                </a:solidFill>
              </a:defRPr>
            </a:lvl5pPr>
            <a:lvl6pPr indent="-457200" lvl="5" marL="2743200">
              <a:lnSpc>
                <a:spcPct val="115000"/>
              </a:lnSpc>
              <a:spcBef>
                <a:spcPts val="0"/>
              </a:spcBef>
              <a:spcAft>
                <a:spcPts val="0"/>
              </a:spcAft>
              <a:buClr>
                <a:schemeClr val="dk2"/>
              </a:buClr>
              <a:buSzPts val="3600"/>
              <a:buChar char="■"/>
              <a:defRPr sz="3600">
                <a:solidFill>
                  <a:schemeClr val="dk2"/>
                </a:solidFill>
              </a:defRPr>
            </a:lvl6pPr>
            <a:lvl7pPr indent="-457200" lvl="6" marL="3200400">
              <a:lnSpc>
                <a:spcPct val="115000"/>
              </a:lnSpc>
              <a:spcBef>
                <a:spcPts val="0"/>
              </a:spcBef>
              <a:spcAft>
                <a:spcPts val="0"/>
              </a:spcAft>
              <a:buClr>
                <a:schemeClr val="dk2"/>
              </a:buClr>
              <a:buSzPts val="3600"/>
              <a:buChar char="●"/>
              <a:defRPr sz="3600">
                <a:solidFill>
                  <a:schemeClr val="dk2"/>
                </a:solidFill>
              </a:defRPr>
            </a:lvl7pPr>
            <a:lvl8pPr indent="-457200" lvl="7" marL="3657600">
              <a:lnSpc>
                <a:spcPct val="115000"/>
              </a:lnSpc>
              <a:spcBef>
                <a:spcPts val="0"/>
              </a:spcBef>
              <a:spcAft>
                <a:spcPts val="0"/>
              </a:spcAft>
              <a:buClr>
                <a:schemeClr val="dk2"/>
              </a:buClr>
              <a:buSzPts val="3600"/>
              <a:buChar char="○"/>
              <a:defRPr sz="3600">
                <a:solidFill>
                  <a:schemeClr val="dk2"/>
                </a:solidFill>
              </a:defRPr>
            </a:lvl8pPr>
            <a:lvl9pPr indent="-457200" lvl="8" marL="4114800">
              <a:lnSpc>
                <a:spcPct val="115000"/>
              </a:lnSpc>
              <a:spcBef>
                <a:spcPts val="0"/>
              </a:spcBef>
              <a:spcAft>
                <a:spcPts val="0"/>
              </a:spcAft>
              <a:buClr>
                <a:schemeClr val="dk2"/>
              </a:buClr>
              <a:buSzPts val="3600"/>
              <a:buChar char="■"/>
              <a:defRPr sz="3600">
                <a:solidFill>
                  <a:schemeClr val="dk2"/>
                </a:solidFill>
              </a:defRPr>
            </a:lvl9pPr>
          </a:lstStyle>
          <a:p/>
        </p:txBody>
      </p:sp>
      <p:sp>
        <p:nvSpPr>
          <p:cNvPr id="8" name="Google Shape;8;p1"/>
          <p:cNvSpPr txBox="1"/>
          <p:nvPr>
            <p:ph idx="12" type="sldNum"/>
          </p:nvPr>
        </p:nvSpPr>
        <p:spPr>
          <a:xfrm>
            <a:off x="14597339" y="20198637"/>
            <a:ext cx="945300" cy="1704900"/>
          </a:xfrm>
          <a:prstGeom prst="rect">
            <a:avLst/>
          </a:prstGeom>
          <a:noFill/>
          <a:ln>
            <a:noFill/>
          </a:ln>
        </p:spPr>
        <p:txBody>
          <a:bodyPr anchorCtr="0" anchor="ctr" bIns="237025" lIns="237025" spcFirstLastPara="1" rIns="237025" wrap="square" tIns="237025">
            <a:noAutofit/>
          </a:bodyPr>
          <a:lstStyle>
            <a:lvl1pPr lvl="0" algn="r">
              <a:buNone/>
              <a:defRPr sz="2600">
                <a:solidFill>
                  <a:schemeClr val="dk2"/>
                </a:solidFill>
              </a:defRPr>
            </a:lvl1pPr>
            <a:lvl2pPr lvl="1" algn="r">
              <a:buNone/>
              <a:defRPr sz="2600">
                <a:solidFill>
                  <a:schemeClr val="dk2"/>
                </a:solidFill>
              </a:defRPr>
            </a:lvl2pPr>
            <a:lvl3pPr lvl="2" algn="r">
              <a:buNone/>
              <a:defRPr sz="2600">
                <a:solidFill>
                  <a:schemeClr val="dk2"/>
                </a:solidFill>
              </a:defRPr>
            </a:lvl3pPr>
            <a:lvl4pPr lvl="3" algn="r">
              <a:buNone/>
              <a:defRPr sz="2600">
                <a:solidFill>
                  <a:schemeClr val="dk2"/>
                </a:solidFill>
              </a:defRPr>
            </a:lvl4pPr>
            <a:lvl5pPr lvl="4" algn="r">
              <a:buNone/>
              <a:defRPr sz="2600">
                <a:solidFill>
                  <a:schemeClr val="dk2"/>
                </a:solidFill>
              </a:defRPr>
            </a:lvl5pPr>
            <a:lvl6pPr lvl="5" algn="r">
              <a:buNone/>
              <a:defRPr sz="2600">
                <a:solidFill>
                  <a:schemeClr val="dk2"/>
                </a:solidFill>
              </a:defRPr>
            </a:lvl6pPr>
            <a:lvl7pPr lvl="6" algn="r">
              <a:buNone/>
              <a:defRPr sz="2600">
                <a:solidFill>
                  <a:schemeClr val="dk2"/>
                </a:solidFill>
              </a:defRPr>
            </a:lvl7pPr>
            <a:lvl8pPr lvl="7" algn="r">
              <a:buNone/>
              <a:defRPr sz="2600">
                <a:solidFill>
                  <a:schemeClr val="dk2"/>
                </a:solidFill>
              </a:defRPr>
            </a:lvl8pPr>
            <a:lvl9pPr lvl="8" algn="r">
              <a:buNone/>
              <a:defRPr sz="26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nvSpPr>
        <p:spPr>
          <a:xfrm>
            <a:off x="3257550" y="6400800"/>
            <a:ext cx="5676900" cy="2267100"/>
          </a:xfrm>
          <a:prstGeom prst="rect">
            <a:avLst/>
          </a:prstGeom>
          <a:solidFill>
            <a:srgbClr val="E0E00E"/>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3000">
                <a:latin typeface="Georgia"/>
                <a:ea typeface="Georgia"/>
                <a:cs typeface="Georgia"/>
                <a:sym typeface="Georgia"/>
              </a:rPr>
              <a:t>Insert text</a:t>
            </a:r>
            <a:endParaRPr sz="3000">
              <a:latin typeface="Georgia"/>
              <a:ea typeface="Georgia"/>
              <a:cs typeface="Georgia"/>
              <a:sym typeface="Georgia"/>
            </a:endParaRPr>
          </a:p>
        </p:txBody>
      </p:sp>
      <p:sp>
        <p:nvSpPr>
          <p:cNvPr id="55" name="Google Shape;55;p13"/>
          <p:cNvSpPr txBox="1"/>
          <p:nvPr/>
        </p:nvSpPr>
        <p:spPr>
          <a:xfrm>
            <a:off x="8934450" y="6400800"/>
            <a:ext cx="5676900" cy="2267100"/>
          </a:xfrm>
          <a:prstGeom prst="rect">
            <a:avLst/>
          </a:prstGeom>
          <a:solidFill>
            <a:srgbClr val="E0E00E"/>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3000">
                <a:latin typeface="Georgia"/>
                <a:ea typeface="Georgia"/>
                <a:cs typeface="Georgia"/>
                <a:sym typeface="Georgia"/>
              </a:rPr>
              <a:t>Insert text</a:t>
            </a:r>
            <a:endParaRPr sz="3000">
              <a:latin typeface="Georgia"/>
              <a:ea typeface="Georgia"/>
              <a:cs typeface="Georgia"/>
              <a:sym typeface="Georgia"/>
            </a:endParaRPr>
          </a:p>
        </p:txBody>
      </p:sp>
      <p:sp>
        <p:nvSpPr>
          <p:cNvPr id="56" name="Google Shape;56;p13"/>
          <p:cNvSpPr txBox="1"/>
          <p:nvPr/>
        </p:nvSpPr>
        <p:spPr>
          <a:xfrm>
            <a:off x="8934450" y="8667900"/>
            <a:ext cx="5676900" cy="2362500"/>
          </a:xfrm>
          <a:prstGeom prst="rect">
            <a:avLst/>
          </a:prstGeom>
          <a:solidFill>
            <a:srgbClr val="FFFF00"/>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3000">
                <a:latin typeface="Georgia"/>
                <a:ea typeface="Georgia"/>
                <a:cs typeface="Georgia"/>
                <a:sym typeface="Georgia"/>
              </a:rPr>
              <a:t>Insert text</a:t>
            </a:r>
            <a:endParaRPr sz="3000">
              <a:latin typeface="Georgia"/>
              <a:ea typeface="Georgia"/>
              <a:cs typeface="Georgia"/>
              <a:sym typeface="Georgia"/>
            </a:endParaRPr>
          </a:p>
        </p:txBody>
      </p:sp>
      <p:sp>
        <p:nvSpPr>
          <p:cNvPr id="57" name="Google Shape;57;p13"/>
          <p:cNvSpPr txBox="1"/>
          <p:nvPr/>
        </p:nvSpPr>
        <p:spPr>
          <a:xfrm>
            <a:off x="8934450" y="11049000"/>
            <a:ext cx="5676900" cy="2362500"/>
          </a:xfrm>
          <a:prstGeom prst="rect">
            <a:avLst/>
          </a:prstGeom>
          <a:solidFill>
            <a:srgbClr val="E0E00E"/>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3000">
                <a:latin typeface="Georgia"/>
                <a:ea typeface="Georgia"/>
                <a:cs typeface="Georgia"/>
                <a:sym typeface="Georgia"/>
              </a:rPr>
              <a:t>Insert text</a:t>
            </a:r>
            <a:endParaRPr sz="3000">
              <a:latin typeface="Georgia"/>
              <a:ea typeface="Georgia"/>
              <a:cs typeface="Georgia"/>
              <a:sym typeface="Georgia"/>
            </a:endParaRPr>
          </a:p>
        </p:txBody>
      </p:sp>
      <p:sp>
        <p:nvSpPr>
          <p:cNvPr id="58" name="Google Shape;58;p13"/>
          <p:cNvSpPr txBox="1"/>
          <p:nvPr/>
        </p:nvSpPr>
        <p:spPr>
          <a:xfrm>
            <a:off x="8934450" y="13430100"/>
            <a:ext cx="5676900" cy="2267100"/>
          </a:xfrm>
          <a:prstGeom prst="rect">
            <a:avLst/>
          </a:prstGeom>
          <a:solidFill>
            <a:srgbClr val="FFFF00"/>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3000">
                <a:latin typeface="Georgia"/>
                <a:ea typeface="Georgia"/>
                <a:cs typeface="Georgia"/>
                <a:sym typeface="Georgia"/>
              </a:rPr>
              <a:t>Insert text</a:t>
            </a:r>
            <a:endParaRPr sz="3000">
              <a:latin typeface="Georgia"/>
              <a:ea typeface="Georgia"/>
              <a:cs typeface="Georgia"/>
              <a:sym typeface="Georgia"/>
            </a:endParaRPr>
          </a:p>
        </p:txBody>
      </p:sp>
      <p:sp>
        <p:nvSpPr>
          <p:cNvPr id="59" name="Google Shape;59;p13"/>
          <p:cNvSpPr txBox="1"/>
          <p:nvPr/>
        </p:nvSpPr>
        <p:spPr>
          <a:xfrm>
            <a:off x="8934450" y="15697200"/>
            <a:ext cx="5676900" cy="2362500"/>
          </a:xfrm>
          <a:prstGeom prst="rect">
            <a:avLst/>
          </a:prstGeom>
          <a:solidFill>
            <a:srgbClr val="E0E00E"/>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3000">
                <a:latin typeface="Georgia"/>
                <a:ea typeface="Georgia"/>
                <a:cs typeface="Georgia"/>
                <a:sym typeface="Georgia"/>
              </a:rPr>
              <a:t>Insert text</a:t>
            </a:r>
            <a:endParaRPr sz="3000">
              <a:latin typeface="Georgia"/>
              <a:ea typeface="Georgia"/>
              <a:cs typeface="Georgia"/>
              <a:sym typeface="Georgia"/>
            </a:endParaRPr>
          </a:p>
        </p:txBody>
      </p:sp>
      <p:sp>
        <p:nvSpPr>
          <p:cNvPr id="60" name="Google Shape;60;p13"/>
          <p:cNvSpPr txBox="1"/>
          <p:nvPr/>
        </p:nvSpPr>
        <p:spPr>
          <a:xfrm>
            <a:off x="8934450" y="18059400"/>
            <a:ext cx="5676900" cy="2267100"/>
          </a:xfrm>
          <a:prstGeom prst="rect">
            <a:avLst/>
          </a:prstGeom>
          <a:solidFill>
            <a:srgbClr val="FFFF00"/>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3000">
                <a:latin typeface="Georgia"/>
                <a:ea typeface="Georgia"/>
                <a:cs typeface="Georgia"/>
                <a:sym typeface="Georgia"/>
              </a:rPr>
              <a:t>Insert text</a:t>
            </a:r>
            <a:endParaRPr sz="3000">
              <a:latin typeface="Georgia"/>
              <a:ea typeface="Georgia"/>
              <a:cs typeface="Georgia"/>
              <a:sym typeface="Georgia"/>
            </a:endParaRPr>
          </a:p>
        </p:txBody>
      </p:sp>
      <p:sp>
        <p:nvSpPr>
          <p:cNvPr id="61" name="Google Shape;61;p13"/>
          <p:cNvSpPr txBox="1"/>
          <p:nvPr/>
        </p:nvSpPr>
        <p:spPr>
          <a:xfrm>
            <a:off x="3257550" y="8667900"/>
            <a:ext cx="5676900" cy="2362500"/>
          </a:xfrm>
          <a:prstGeom prst="rect">
            <a:avLst/>
          </a:prstGeom>
          <a:solidFill>
            <a:srgbClr val="FFFF00"/>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3000">
                <a:latin typeface="Georgia"/>
                <a:ea typeface="Georgia"/>
                <a:cs typeface="Georgia"/>
                <a:sym typeface="Georgia"/>
              </a:rPr>
              <a:t>Insert text</a:t>
            </a:r>
            <a:endParaRPr sz="3000">
              <a:latin typeface="Georgia"/>
              <a:ea typeface="Georgia"/>
              <a:cs typeface="Georgia"/>
              <a:sym typeface="Georgia"/>
            </a:endParaRPr>
          </a:p>
        </p:txBody>
      </p:sp>
      <p:sp>
        <p:nvSpPr>
          <p:cNvPr id="62" name="Google Shape;62;p13"/>
          <p:cNvSpPr txBox="1"/>
          <p:nvPr/>
        </p:nvSpPr>
        <p:spPr>
          <a:xfrm>
            <a:off x="3257550" y="11048850"/>
            <a:ext cx="5676900" cy="2362500"/>
          </a:xfrm>
          <a:prstGeom prst="rect">
            <a:avLst/>
          </a:prstGeom>
          <a:solidFill>
            <a:srgbClr val="E0E00E"/>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3000">
                <a:latin typeface="Georgia"/>
                <a:ea typeface="Georgia"/>
                <a:cs typeface="Georgia"/>
                <a:sym typeface="Georgia"/>
              </a:rPr>
              <a:t>Insert text</a:t>
            </a:r>
            <a:endParaRPr sz="3000">
              <a:latin typeface="Georgia"/>
              <a:ea typeface="Georgia"/>
              <a:cs typeface="Georgia"/>
              <a:sym typeface="Georgia"/>
            </a:endParaRPr>
          </a:p>
        </p:txBody>
      </p:sp>
      <p:sp>
        <p:nvSpPr>
          <p:cNvPr id="63" name="Google Shape;63;p13"/>
          <p:cNvSpPr txBox="1"/>
          <p:nvPr/>
        </p:nvSpPr>
        <p:spPr>
          <a:xfrm>
            <a:off x="3257550" y="13429950"/>
            <a:ext cx="5676900" cy="2267100"/>
          </a:xfrm>
          <a:prstGeom prst="rect">
            <a:avLst/>
          </a:prstGeom>
          <a:solidFill>
            <a:srgbClr val="FFFF00"/>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3000">
                <a:latin typeface="Georgia"/>
                <a:ea typeface="Georgia"/>
                <a:cs typeface="Georgia"/>
                <a:sym typeface="Georgia"/>
              </a:rPr>
              <a:t>Insert text</a:t>
            </a:r>
            <a:endParaRPr sz="3000">
              <a:latin typeface="Georgia"/>
              <a:ea typeface="Georgia"/>
              <a:cs typeface="Georgia"/>
              <a:sym typeface="Georgia"/>
            </a:endParaRPr>
          </a:p>
        </p:txBody>
      </p:sp>
      <p:sp>
        <p:nvSpPr>
          <p:cNvPr id="64" name="Google Shape;64;p13"/>
          <p:cNvSpPr txBox="1"/>
          <p:nvPr/>
        </p:nvSpPr>
        <p:spPr>
          <a:xfrm>
            <a:off x="3257550" y="15697200"/>
            <a:ext cx="5676900" cy="2362500"/>
          </a:xfrm>
          <a:prstGeom prst="rect">
            <a:avLst/>
          </a:prstGeom>
          <a:solidFill>
            <a:srgbClr val="E0E00E"/>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3000">
                <a:latin typeface="Georgia"/>
                <a:ea typeface="Georgia"/>
                <a:cs typeface="Georgia"/>
                <a:sym typeface="Georgia"/>
              </a:rPr>
              <a:t>Insert text</a:t>
            </a:r>
            <a:endParaRPr sz="3000">
              <a:latin typeface="Georgia"/>
              <a:ea typeface="Georgia"/>
              <a:cs typeface="Georgia"/>
              <a:sym typeface="Georgia"/>
            </a:endParaRPr>
          </a:p>
        </p:txBody>
      </p:sp>
      <p:sp>
        <p:nvSpPr>
          <p:cNvPr id="65" name="Google Shape;65;p13"/>
          <p:cNvSpPr txBox="1"/>
          <p:nvPr/>
        </p:nvSpPr>
        <p:spPr>
          <a:xfrm>
            <a:off x="3257550" y="18059400"/>
            <a:ext cx="5676900" cy="2267100"/>
          </a:xfrm>
          <a:prstGeom prst="rect">
            <a:avLst/>
          </a:prstGeom>
          <a:solidFill>
            <a:srgbClr val="FFFF00"/>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3000">
                <a:latin typeface="Georgia"/>
                <a:ea typeface="Georgia"/>
                <a:cs typeface="Georgia"/>
                <a:sym typeface="Georgia"/>
              </a:rPr>
              <a:t>Insert text</a:t>
            </a:r>
            <a:endParaRPr sz="3000">
              <a:latin typeface="Georgia"/>
              <a:ea typeface="Georgia"/>
              <a:cs typeface="Georgia"/>
              <a:sym typeface="Georgia"/>
            </a:endParaRPr>
          </a:p>
        </p:txBody>
      </p:sp>
      <p:pic>
        <p:nvPicPr>
          <p:cNvPr id="66" name="Google Shape;66;p13"/>
          <p:cNvPicPr preferRelativeResize="0"/>
          <p:nvPr/>
        </p:nvPicPr>
        <p:blipFill>
          <a:blip r:embed="rId4">
            <a:alphaModFix/>
          </a:blip>
          <a:stretch>
            <a:fillRect/>
          </a:stretch>
        </p:blipFill>
        <p:spPr>
          <a:xfrm>
            <a:off x="-6309725" y="7074610"/>
            <a:ext cx="5149125" cy="4900674"/>
          </a:xfrm>
          <a:prstGeom prst="rect">
            <a:avLst/>
          </a:prstGeom>
          <a:noFill/>
          <a:ln>
            <a:noFill/>
          </a:ln>
        </p:spPr>
      </p:pic>
      <p:sp>
        <p:nvSpPr>
          <p:cNvPr id="67" name="Google Shape;67;p13"/>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68" name="Google Shape;68;p13"/>
          <p:cNvSpPr txBox="1"/>
          <p:nvPr/>
        </p:nvSpPr>
        <p:spPr>
          <a:xfrm>
            <a:off x="-11779700" y="12147800"/>
            <a:ext cx="10619100" cy="773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