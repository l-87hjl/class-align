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2278975" cx="1575435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