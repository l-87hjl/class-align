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Lst>
  <p:sldSz cy="22278975" cx="15754350"/>
  <p:notesSz cx="6858000" cy="9144000"/>
  <p:embeddedFontLst>
    <p:embeddedFont>
      <p:font typeface="Barlow"/>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017">
          <p15:clr>
            <a:srgbClr val="A4A3A4"/>
          </p15:clr>
        </p15:guide>
        <p15:guide id="2" pos="49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53C53C-1653-4693-B43A-9CC661B54D70}">
  <a:tblStyle styleId="{EB53C53C-1653-4693-B43A-9CC661B54D7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017" orient="horz"/>
        <p:guide pos="4962"/>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Barlow-italic.fntdata"/><Relationship Id="rId10" Type="http://schemas.openxmlformats.org/officeDocument/2006/relationships/font" Target="fonts/Barlow-bold.fntdata"/><Relationship Id="rId12" Type="http://schemas.openxmlformats.org/officeDocument/2006/relationships/font" Target="fonts/Barlow-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Barlow-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3ab0aa421e_0_0: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3ab0aa4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7da1240fb8_0_0: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7da1240f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37048" y="3225113"/>
            <a:ext cx="14680200" cy="88908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3500"/>
              <a:buNone/>
              <a:defRPr sz="13500"/>
            </a:lvl1pPr>
            <a:lvl2pPr lvl="1" algn="ctr">
              <a:spcBef>
                <a:spcPts val="0"/>
              </a:spcBef>
              <a:spcAft>
                <a:spcPts val="0"/>
              </a:spcAft>
              <a:buSzPts val="13500"/>
              <a:buNone/>
              <a:defRPr sz="13500"/>
            </a:lvl2pPr>
            <a:lvl3pPr lvl="2" algn="ctr">
              <a:spcBef>
                <a:spcPts val="0"/>
              </a:spcBef>
              <a:spcAft>
                <a:spcPts val="0"/>
              </a:spcAft>
              <a:buSzPts val="13500"/>
              <a:buNone/>
              <a:defRPr sz="13500"/>
            </a:lvl3pPr>
            <a:lvl4pPr lvl="3" algn="ctr">
              <a:spcBef>
                <a:spcPts val="0"/>
              </a:spcBef>
              <a:spcAft>
                <a:spcPts val="0"/>
              </a:spcAft>
              <a:buSzPts val="13500"/>
              <a:buNone/>
              <a:defRPr sz="13500"/>
            </a:lvl4pPr>
            <a:lvl5pPr lvl="4" algn="ctr">
              <a:spcBef>
                <a:spcPts val="0"/>
              </a:spcBef>
              <a:spcAft>
                <a:spcPts val="0"/>
              </a:spcAft>
              <a:buSzPts val="13500"/>
              <a:buNone/>
              <a:defRPr sz="13500"/>
            </a:lvl5pPr>
            <a:lvl6pPr lvl="5" algn="ctr">
              <a:spcBef>
                <a:spcPts val="0"/>
              </a:spcBef>
              <a:spcAft>
                <a:spcPts val="0"/>
              </a:spcAft>
              <a:buSzPts val="13500"/>
              <a:buNone/>
              <a:defRPr sz="13500"/>
            </a:lvl6pPr>
            <a:lvl7pPr lvl="6" algn="ctr">
              <a:spcBef>
                <a:spcPts val="0"/>
              </a:spcBef>
              <a:spcAft>
                <a:spcPts val="0"/>
              </a:spcAft>
              <a:buSzPts val="13500"/>
              <a:buNone/>
              <a:defRPr sz="13500"/>
            </a:lvl7pPr>
            <a:lvl8pPr lvl="7" algn="ctr">
              <a:spcBef>
                <a:spcPts val="0"/>
              </a:spcBef>
              <a:spcAft>
                <a:spcPts val="0"/>
              </a:spcAft>
              <a:buSzPts val="13500"/>
              <a:buNone/>
              <a:defRPr sz="13500"/>
            </a:lvl8pPr>
            <a:lvl9pPr lvl="8" algn="ctr">
              <a:spcBef>
                <a:spcPts val="0"/>
              </a:spcBef>
              <a:spcAft>
                <a:spcPts val="0"/>
              </a:spcAft>
              <a:buSzPts val="13500"/>
              <a:buNone/>
              <a:defRPr sz="13500"/>
            </a:lvl9pPr>
          </a:lstStyle>
          <a:p/>
        </p:txBody>
      </p:sp>
      <p:sp>
        <p:nvSpPr>
          <p:cNvPr id="11" name="Google Shape;11;p2"/>
          <p:cNvSpPr txBox="1"/>
          <p:nvPr>
            <p:ph idx="1" type="subTitle"/>
          </p:nvPr>
        </p:nvSpPr>
        <p:spPr>
          <a:xfrm>
            <a:off x="537033" y="12275960"/>
            <a:ext cx="14680200" cy="34332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7300"/>
              <a:buNone/>
              <a:defRPr sz="7300"/>
            </a:lvl1pPr>
            <a:lvl2pPr lvl="1" algn="ctr">
              <a:lnSpc>
                <a:spcPct val="100000"/>
              </a:lnSpc>
              <a:spcBef>
                <a:spcPts val="0"/>
              </a:spcBef>
              <a:spcAft>
                <a:spcPts val="0"/>
              </a:spcAft>
              <a:buSzPts val="7300"/>
              <a:buNone/>
              <a:defRPr sz="7300"/>
            </a:lvl2pPr>
            <a:lvl3pPr lvl="2" algn="ctr">
              <a:lnSpc>
                <a:spcPct val="100000"/>
              </a:lnSpc>
              <a:spcBef>
                <a:spcPts val="0"/>
              </a:spcBef>
              <a:spcAft>
                <a:spcPts val="0"/>
              </a:spcAft>
              <a:buSzPts val="7300"/>
              <a:buNone/>
              <a:defRPr sz="7300"/>
            </a:lvl3pPr>
            <a:lvl4pPr lvl="3" algn="ctr">
              <a:lnSpc>
                <a:spcPct val="100000"/>
              </a:lnSpc>
              <a:spcBef>
                <a:spcPts val="0"/>
              </a:spcBef>
              <a:spcAft>
                <a:spcPts val="0"/>
              </a:spcAft>
              <a:buSzPts val="7300"/>
              <a:buNone/>
              <a:defRPr sz="7300"/>
            </a:lvl4pPr>
            <a:lvl5pPr lvl="4" algn="ctr">
              <a:lnSpc>
                <a:spcPct val="100000"/>
              </a:lnSpc>
              <a:spcBef>
                <a:spcPts val="0"/>
              </a:spcBef>
              <a:spcAft>
                <a:spcPts val="0"/>
              </a:spcAft>
              <a:buSzPts val="7300"/>
              <a:buNone/>
              <a:defRPr sz="7300"/>
            </a:lvl5pPr>
            <a:lvl6pPr lvl="5" algn="ctr">
              <a:lnSpc>
                <a:spcPct val="100000"/>
              </a:lnSpc>
              <a:spcBef>
                <a:spcPts val="0"/>
              </a:spcBef>
              <a:spcAft>
                <a:spcPts val="0"/>
              </a:spcAft>
              <a:buSzPts val="7300"/>
              <a:buNone/>
              <a:defRPr sz="7300"/>
            </a:lvl6pPr>
            <a:lvl7pPr lvl="6" algn="ctr">
              <a:lnSpc>
                <a:spcPct val="100000"/>
              </a:lnSpc>
              <a:spcBef>
                <a:spcPts val="0"/>
              </a:spcBef>
              <a:spcAft>
                <a:spcPts val="0"/>
              </a:spcAft>
              <a:buSzPts val="7300"/>
              <a:buNone/>
              <a:defRPr sz="7300"/>
            </a:lvl7pPr>
            <a:lvl8pPr lvl="7" algn="ctr">
              <a:lnSpc>
                <a:spcPct val="100000"/>
              </a:lnSpc>
              <a:spcBef>
                <a:spcPts val="0"/>
              </a:spcBef>
              <a:spcAft>
                <a:spcPts val="0"/>
              </a:spcAft>
              <a:buSzPts val="7300"/>
              <a:buNone/>
              <a:defRPr sz="7300"/>
            </a:lvl8pPr>
            <a:lvl9pPr lvl="8" algn="ctr">
              <a:lnSpc>
                <a:spcPct val="100000"/>
              </a:lnSpc>
              <a:spcBef>
                <a:spcPts val="0"/>
              </a:spcBef>
              <a:spcAft>
                <a:spcPts val="0"/>
              </a:spcAft>
              <a:buSzPts val="7300"/>
              <a:buNone/>
              <a:defRPr sz="7300"/>
            </a:lvl9pPr>
          </a:lstStyle>
          <a:p/>
        </p:txBody>
      </p:sp>
      <p:sp>
        <p:nvSpPr>
          <p:cNvPr id="12" name="Google Shape;12;p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37033" y="9316367"/>
            <a:ext cx="14680200" cy="3646200"/>
          </a:xfrm>
          <a:prstGeom prst="rect">
            <a:avLst/>
          </a:prstGeom>
        </p:spPr>
        <p:txBody>
          <a:bodyPr anchorCtr="0" anchor="ctr" bIns="237025" lIns="237025" spcFirstLastPara="1" rIns="237025" wrap="square" tIns="237025">
            <a:no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p:txBody>
      </p:sp>
      <p:sp>
        <p:nvSpPr>
          <p:cNvPr id="15" name="Google Shape;15;p3"/>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18" name="Google Shape;18;p4"/>
          <p:cNvSpPr txBox="1"/>
          <p:nvPr>
            <p:ph idx="1" type="body"/>
          </p:nvPr>
        </p:nvSpPr>
        <p:spPr>
          <a:xfrm>
            <a:off x="537033" y="4991924"/>
            <a:ext cx="14680200" cy="14798100"/>
          </a:xfrm>
          <a:prstGeom prst="rect">
            <a:avLst/>
          </a:prstGeom>
        </p:spPr>
        <p:txBody>
          <a:bodyPr anchorCtr="0" anchor="t"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19" name="Google Shape;19;p4"/>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2" name="Google Shape;22;p5"/>
          <p:cNvSpPr txBox="1"/>
          <p:nvPr>
            <p:ph idx="1" type="body"/>
          </p:nvPr>
        </p:nvSpPr>
        <p:spPr>
          <a:xfrm>
            <a:off x="53703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3" name="Google Shape;23;p5"/>
          <p:cNvSpPr txBox="1"/>
          <p:nvPr>
            <p:ph idx="2" type="body"/>
          </p:nvPr>
        </p:nvSpPr>
        <p:spPr>
          <a:xfrm>
            <a:off x="832582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4" name="Google Shape;24;p5"/>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7" name="Google Shape;27;p6"/>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37033" y="2406571"/>
            <a:ext cx="4837800" cy="3273300"/>
          </a:xfrm>
          <a:prstGeom prst="rect">
            <a:avLst/>
          </a:prstGeom>
        </p:spPr>
        <p:txBody>
          <a:bodyPr anchorCtr="0" anchor="b" bIns="237025" lIns="237025" spcFirstLastPara="1" rIns="237025" wrap="square" tIns="237025">
            <a:noAutofit/>
          </a:bodyPr>
          <a:lstStyle>
            <a:lvl1pPr lvl="0">
              <a:spcBef>
                <a:spcPts val="0"/>
              </a:spcBef>
              <a:spcAft>
                <a:spcPts val="0"/>
              </a:spcAft>
              <a:buSzPts val="6200"/>
              <a:buNone/>
              <a:defRPr sz="6200"/>
            </a:lvl1pPr>
            <a:lvl2pPr lvl="1">
              <a:spcBef>
                <a:spcPts val="0"/>
              </a:spcBef>
              <a:spcAft>
                <a:spcPts val="0"/>
              </a:spcAft>
              <a:buSzPts val="6200"/>
              <a:buNone/>
              <a:defRPr sz="6200"/>
            </a:lvl2pPr>
            <a:lvl3pPr lvl="2">
              <a:spcBef>
                <a:spcPts val="0"/>
              </a:spcBef>
              <a:spcAft>
                <a:spcPts val="0"/>
              </a:spcAft>
              <a:buSzPts val="6200"/>
              <a:buNone/>
              <a:defRPr sz="6200"/>
            </a:lvl3pPr>
            <a:lvl4pPr lvl="3">
              <a:spcBef>
                <a:spcPts val="0"/>
              </a:spcBef>
              <a:spcAft>
                <a:spcPts val="0"/>
              </a:spcAft>
              <a:buSzPts val="6200"/>
              <a:buNone/>
              <a:defRPr sz="6200"/>
            </a:lvl4pPr>
            <a:lvl5pPr lvl="4">
              <a:spcBef>
                <a:spcPts val="0"/>
              </a:spcBef>
              <a:spcAft>
                <a:spcPts val="0"/>
              </a:spcAft>
              <a:buSzPts val="6200"/>
              <a:buNone/>
              <a:defRPr sz="6200"/>
            </a:lvl5pPr>
            <a:lvl6pPr lvl="5">
              <a:spcBef>
                <a:spcPts val="0"/>
              </a:spcBef>
              <a:spcAft>
                <a:spcPts val="0"/>
              </a:spcAft>
              <a:buSzPts val="6200"/>
              <a:buNone/>
              <a:defRPr sz="6200"/>
            </a:lvl6pPr>
            <a:lvl7pPr lvl="6">
              <a:spcBef>
                <a:spcPts val="0"/>
              </a:spcBef>
              <a:spcAft>
                <a:spcPts val="0"/>
              </a:spcAft>
              <a:buSzPts val="6200"/>
              <a:buNone/>
              <a:defRPr sz="6200"/>
            </a:lvl7pPr>
            <a:lvl8pPr lvl="7">
              <a:spcBef>
                <a:spcPts val="0"/>
              </a:spcBef>
              <a:spcAft>
                <a:spcPts val="0"/>
              </a:spcAft>
              <a:buSzPts val="6200"/>
              <a:buNone/>
              <a:defRPr sz="6200"/>
            </a:lvl8pPr>
            <a:lvl9pPr lvl="8">
              <a:spcBef>
                <a:spcPts val="0"/>
              </a:spcBef>
              <a:spcAft>
                <a:spcPts val="0"/>
              </a:spcAft>
              <a:buSzPts val="6200"/>
              <a:buNone/>
              <a:defRPr sz="6200"/>
            </a:lvl9pPr>
          </a:lstStyle>
          <a:p/>
        </p:txBody>
      </p:sp>
      <p:sp>
        <p:nvSpPr>
          <p:cNvPr id="30" name="Google Shape;30;p7"/>
          <p:cNvSpPr txBox="1"/>
          <p:nvPr>
            <p:ph idx="1" type="body"/>
          </p:nvPr>
        </p:nvSpPr>
        <p:spPr>
          <a:xfrm>
            <a:off x="537033" y="6019027"/>
            <a:ext cx="4837800" cy="13771500"/>
          </a:xfrm>
          <a:prstGeom prst="rect">
            <a:avLst/>
          </a:prstGeom>
        </p:spPr>
        <p:txBody>
          <a:bodyPr anchorCtr="0" anchor="t" bIns="237025" lIns="237025" spcFirstLastPara="1" rIns="237025" wrap="square" tIns="237025">
            <a:noAutofit/>
          </a:bodyPr>
          <a:lstStyle>
            <a:lvl1pPr indent="-425450" lvl="0" marL="457200">
              <a:spcBef>
                <a:spcPts val="0"/>
              </a:spcBef>
              <a:spcAft>
                <a:spcPts val="0"/>
              </a:spcAft>
              <a:buSzPts val="3100"/>
              <a:buChar char="●"/>
              <a:defRPr sz="31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31" name="Google Shape;31;p7"/>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44660" y="1949816"/>
            <a:ext cx="10971300" cy="17719200"/>
          </a:xfrm>
          <a:prstGeom prst="rect">
            <a:avLst/>
          </a:prstGeom>
        </p:spPr>
        <p:txBody>
          <a:bodyPr anchorCtr="0" anchor="ctr" bIns="237025" lIns="237025" spcFirstLastPara="1" rIns="237025" wrap="square" tIns="237025">
            <a:noAutofit/>
          </a:bodyPr>
          <a:lstStyle>
            <a:lvl1pPr lvl="0">
              <a:spcBef>
                <a:spcPts val="0"/>
              </a:spcBef>
              <a:spcAft>
                <a:spcPts val="0"/>
              </a:spcAft>
              <a:buSzPts val="12400"/>
              <a:buNone/>
              <a:defRPr sz="12400"/>
            </a:lvl1pPr>
            <a:lvl2pPr lvl="1">
              <a:spcBef>
                <a:spcPts val="0"/>
              </a:spcBef>
              <a:spcAft>
                <a:spcPts val="0"/>
              </a:spcAft>
              <a:buSzPts val="12400"/>
              <a:buNone/>
              <a:defRPr sz="12400"/>
            </a:lvl2pPr>
            <a:lvl3pPr lvl="2">
              <a:spcBef>
                <a:spcPts val="0"/>
              </a:spcBef>
              <a:spcAft>
                <a:spcPts val="0"/>
              </a:spcAft>
              <a:buSzPts val="12400"/>
              <a:buNone/>
              <a:defRPr sz="12400"/>
            </a:lvl3pPr>
            <a:lvl4pPr lvl="3">
              <a:spcBef>
                <a:spcPts val="0"/>
              </a:spcBef>
              <a:spcAft>
                <a:spcPts val="0"/>
              </a:spcAft>
              <a:buSzPts val="12400"/>
              <a:buNone/>
              <a:defRPr sz="12400"/>
            </a:lvl4pPr>
            <a:lvl5pPr lvl="4">
              <a:spcBef>
                <a:spcPts val="0"/>
              </a:spcBef>
              <a:spcAft>
                <a:spcPts val="0"/>
              </a:spcAft>
              <a:buSzPts val="12400"/>
              <a:buNone/>
              <a:defRPr sz="12400"/>
            </a:lvl5pPr>
            <a:lvl6pPr lvl="5">
              <a:spcBef>
                <a:spcPts val="0"/>
              </a:spcBef>
              <a:spcAft>
                <a:spcPts val="0"/>
              </a:spcAft>
              <a:buSzPts val="12400"/>
              <a:buNone/>
              <a:defRPr sz="12400"/>
            </a:lvl6pPr>
            <a:lvl7pPr lvl="6">
              <a:spcBef>
                <a:spcPts val="0"/>
              </a:spcBef>
              <a:spcAft>
                <a:spcPts val="0"/>
              </a:spcAft>
              <a:buSzPts val="12400"/>
              <a:buNone/>
              <a:defRPr sz="12400"/>
            </a:lvl7pPr>
            <a:lvl8pPr lvl="7">
              <a:spcBef>
                <a:spcPts val="0"/>
              </a:spcBef>
              <a:spcAft>
                <a:spcPts val="0"/>
              </a:spcAft>
              <a:buSzPts val="12400"/>
              <a:buNone/>
              <a:defRPr sz="12400"/>
            </a:lvl8pPr>
            <a:lvl9pPr lvl="8">
              <a:spcBef>
                <a:spcPts val="0"/>
              </a:spcBef>
              <a:spcAft>
                <a:spcPts val="0"/>
              </a:spcAft>
              <a:buSzPts val="12400"/>
              <a:buNone/>
              <a:defRPr sz="12400"/>
            </a:lvl9pPr>
          </a:lstStyle>
          <a:p/>
        </p:txBody>
      </p:sp>
      <p:sp>
        <p:nvSpPr>
          <p:cNvPr id="34" name="Google Shape;34;p8"/>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877175" y="-541"/>
            <a:ext cx="7877100" cy="22278900"/>
          </a:xfrm>
          <a:prstGeom prst="rect">
            <a:avLst/>
          </a:prstGeom>
          <a:solidFill>
            <a:schemeClr val="lt2"/>
          </a:solidFill>
          <a:ln>
            <a:noFill/>
          </a:ln>
        </p:spPr>
        <p:txBody>
          <a:bodyPr anchorCtr="0" anchor="ctr" bIns="237025" lIns="237025" spcFirstLastPara="1" rIns="237025" wrap="square" tIns="2370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57434" y="5341475"/>
            <a:ext cx="6969600" cy="64206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0900"/>
              <a:buNone/>
              <a:defRPr sz="10900"/>
            </a:lvl1pPr>
            <a:lvl2pPr lvl="1" algn="ctr">
              <a:spcBef>
                <a:spcPts val="0"/>
              </a:spcBef>
              <a:spcAft>
                <a:spcPts val="0"/>
              </a:spcAft>
              <a:buSzPts val="10900"/>
              <a:buNone/>
              <a:defRPr sz="10900"/>
            </a:lvl2pPr>
            <a:lvl3pPr lvl="2" algn="ctr">
              <a:spcBef>
                <a:spcPts val="0"/>
              </a:spcBef>
              <a:spcAft>
                <a:spcPts val="0"/>
              </a:spcAft>
              <a:buSzPts val="10900"/>
              <a:buNone/>
              <a:defRPr sz="10900"/>
            </a:lvl3pPr>
            <a:lvl4pPr lvl="3" algn="ctr">
              <a:spcBef>
                <a:spcPts val="0"/>
              </a:spcBef>
              <a:spcAft>
                <a:spcPts val="0"/>
              </a:spcAft>
              <a:buSzPts val="10900"/>
              <a:buNone/>
              <a:defRPr sz="10900"/>
            </a:lvl4pPr>
            <a:lvl5pPr lvl="4" algn="ctr">
              <a:spcBef>
                <a:spcPts val="0"/>
              </a:spcBef>
              <a:spcAft>
                <a:spcPts val="0"/>
              </a:spcAft>
              <a:buSzPts val="10900"/>
              <a:buNone/>
              <a:defRPr sz="10900"/>
            </a:lvl5pPr>
            <a:lvl6pPr lvl="5" algn="ctr">
              <a:spcBef>
                <a:spcPts val="0"/>
              </a:spcBef>
              <a:spcAft>
                <a:spcPts val="0"/>
              </a:spcAft>
              <a:buSzPts val="10900"/>
              <a:buNone/>
              <a:defRPr sz="10900"/>
            </a:lvl6pPr>
            <a:lvl7pPr lvl="6" algn="ctr">
              <a:spcBef>
                <a:spcPts val="0"/>
              </a:spcBef>
              <a:spcAft>
                <a:spcPts val="0"/>
              </a:spcAft>
              <a:buSzPts val="10900"/>
              <a:buNone/>
              <a:defRPr sz="10900"/>
            </a:lvl7pPr>
            <a:lvl8pPr lvl="7" algn="ctr">
              <a:spcBef>
                <a:spcPts val="0"/>
              </a:spcBef>
              <a:spcAft>
                <a:spcPts val="0"/>
              </a:spcAft>
              <a:buSzPts val="10900"/>
              <a:buNone/>
              <a:defRPr sz="10900"/>
            </a:lvl8pPr>
            <a:lvl9pPr lvl="8" algn="ctr">
              <a:spcBef>
                <a:spcPts val="0"/>
              </a:spcBef>
              <a:spcAft>
                <a:spcPts val="0"/>
              </a:spcAft>
              <a:buSzPts val="10900"/>
              <a:buNone/>
              <a:defRPr sz="10900"/>
            </a:lvl9pPr>
          </a:lstStyle>
          <a:p/>
        </p:txBody>
      </p:sp>
      <p:sp>
        <p:nvSpPr>
          <p:cNvPr id="38" name="Google Shape;38;p9"/>
          <p:cNvSpPr txBox="1"/>
          <p:nvPr>
            <p:ph idx="1" type="subTitle"/>
          </p:nvPr>
        </p:nvSpPr>
        <p:spPr>
          <a:xfrm>
            <a:off x="457434" y="12141467"/>
            <a:ext cx="6969600" cy="53499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39" name="Google Shape;39;p9"/>
          <p:cNvSpPr txBox="1"/>
          <p:nvPr>
            <p:ph idx="2" type="body"/>
          </p:nvPr>
        </p:nvSpPr>
        <p:spPr>
          <a:xfrm>
            <a:off x="8510347" y="3136317"/>
            <a:ext cx="6610800" cy="16005300"/>
          </a:xfrm>
          <a:prstGeom prst="rect">
            <a:avLst/>
          </a:prstGeom>
        </p:spPr>
        <p:txBody>
          <a:bodyPr anchorCtr="0" anchor="ctr"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40" name="Google Shape;40;p9"/>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37033" y="18324657"/>
            <a:ext cx="10335300" cy="2621100"/>
          </a:xfrm>
          <a:prstGeom prst="rect">
            <a:avLst/>
          </a:prstGeom>
        </p:spPr>
        <p:txBody>
          <a:bodyPr anchorCtr="0" anchor="ctr" bIns="237025" lIns="237025" spcFirstLastPara="1" rIns="237025" wrap="square" tIns="237025">
            <a:noAutofit/>
          </a:bodyPr>
          <a:lstStyle>
            <a:lvl1pPr indent="-228600" lvl="0" marL="457200">
              <a:lnSpc>
                <a:spcPct val="100000"/>
              </a:lnSpc>
              <a:spcBef>
                <a:spcPts val="0"/>
              </a:spcBef>
              <a:spcAft>
                <a:spcPts val="0"/>
              </a:spcAft>
              <a:buSzPts val="4700"/>
              <a:buNone/>
              <a:defRPr/>
            </a:lvl1pPr>
          </a:lstStyle>
          <a:p/>
        </p:txBody>
      </p:sp>
      <p:sp>
        <p:nvSpPr>
          <p:cNvPr id="43" name="Google Shape;43;p10"/>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37033" y="4791160"/>
            <a:ext cx="14680200" cy="85050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31100"/>
              <a:buNone/>
              <a:defRPr sz="31100"/>
            </a:lvl1pPr>
            <a:lvl2pPr lvl="1" algn="ctr">
              <a:spcBef>
                <a:spcPts val="0"/>
              </a:spcBef>
              <a:spcAft>
                <a:spcPts val="0"/>
              </a:spcAft>
              <a:buSzPts val="31100"/>
              <a:buNone/>
              <a:defRPr sz="31100"/>
            </a:lvl2pPr>
            <a:lvl3pPr lvl="2" algn="ctr">
              <a:spcBef>
                <a:spcPts val="0"/>
              </a:spcBef>
              <a:spcAft>
                <a:spcPts val="0"/>
              </a:spcAft>
              <a:buSzPts val="31100"/>
              <a:buNone/>
              <a:defRPr sz="31100"/>
            </a:lvl3pPr>
            <a:lvl4pPr lvl="3" algn="ctr">
              <a:spcBef>
                <a:spcPts val="0"/>
              </a:spcBef>
              <a:spcAft>
                <a:spcPts val="0"/>
              </a:spcAft>
              <a:buSzPts val="31100"/>
              <a:buNone/>
              <a:defRPr sz="31100"/>
            </a:lvl4pPr>
            <a:lvl5pPr lvl="4" algn="ctr">
              <a:spcBef>
                <a:spcPts val="0"/>
              </a:spcBef>
              <a:spcAft>
                <a:spcPts val="0"/>
              </a:spcAft>
              <a:buSzPts val="31100"/>
              <a:buNone/>
              <a:defRPr sz="31100"/>
            </a:lvl5pPr>
            <a:lvl6pPr lvl="5" algn="ctr">
              <a:spcBef>
                <a:spcPts val="0"/>
              </a:spcBef>
              <a:spcAft>
                <a:spcPts val="0"/>
              </a:spcAft>
              <a:buSzPts val="31100"/>
              <a:buNone/>
              <a:defRPr sz="31100"/>
            </a:lvl6pPr>
            <a:lvl7pPr lvl="6" algn="ctr">
              <a:spcBef>
                <a:spcPts val="0"/>
              </a:spcBef>
              <a:spcAft>
                <a:spcPts val="0"/>
              </a:spcAft>
              <a:buSzPts val="31100"/>
              <a:buNone/>
              <a:defRPr sz="31100"/>
            </a:lvl7pPr>
            <a:lvl8pPr lvl="7" algn="ctr">
              <a:spcBef>
                <a:spcPts val="0"/>
              </a:spcBef>
              <a:spcAft>
                <a:spcPts val="0"/>
              </a:spcAft>
              <a:buSzPts val="31100"/>
              <a:buNone/>
              <a:defRPr sz="31100"/>
            </a:lvl8pPr>
            <a:lvl9pPr lvl="8" algn="ctr">
              <a:spcBef>
                <a:spcPts val="0"/>
              </a:spcBef>
              <a:spcAft>
                <a:spcPts val="0"/>
              </a:spcAft>
              <a:buSzPts val="31100"/>
              <a:buNone/>
              <a:defRPr sz="31100"/>
            </a:lvl9pPr>
          </a:lstStyle>
          <a:p>
            <a:r>
              <a:t>xx%</a:t>
            </a:r>
          </a:p>
        </p:txBody>
      </p:sp>
      <p:sp>
        <p:nvSpPr>
          <p:cNvPr id="46" name="Google Shape;46;p11"/>
          <p:cNvSpPr txBox="1"/>
          <p:nvPr>
            <p:ph idx="1" type="body"/>
          </p:nvPr>
        </p:nvSpPr>
        <p:spPr>
          <a:xfrm>
            <a:off x="537033" y="13653804"/>
            <a:ext cx="14680200" cy="5634300"/>
          </a:xfrm>
          <a:prstGeom prst="rect">
            <a:avLst/>
          </a:prstGeom>
        </p:spPr>
        <p:txBody>
          <a:bodyPr anchorCtr="0" anchor="t" bIns="237025" lIns="237025" spcFirstLastPara="1" rIns="237025" wrap="square" tIns="237025">
            <a:noAutofit/>
          </a:bodyPr>
          <a:lstStyle>
            <a:lvl1pPr indent="-527050" lvl="0" marL="457200" algn="ctr">
              <a:spcBef>
                <a:spcPts val="0"/>
              </a:spcBef>
              <a:spcAft>
                <a:spcPts val="0"/>
              </a:spcAft>
              <a:buSzPts val="4700"/>
              <a:buChar char="●"/>
              <a:defRPr/>
            </a:lvl1pPr>
            <a:lvl2pPr indent="-457200" lvl="1" marL="914400" algn="ctr">
              <a:spcBef>
                <a:spcPts val="0"/>
              </a:spcBef>
              <a:spcAft>
                <a:spcPts val="0"/>
              </a:spcAft>
              <a:buSzPts val="3600"/>
              <a:buChar char="○"/>
              <a:defRPr/>
            </a:lvl2pPr>
            <a:lvl3pPr indent="-457200" lvl="2" marL="1371600" algn="ctr">
              <a:spcBef>
                <a:spcPts val="0"/>
              </a:spcBef>
              <a:spcAft>
                <a:spcPts val="0"/>
              </a:spcAft>
              <a:buSzPts val="3600"/>
              <a:buChar char="■"/>
              <a:defRPr/>
            </a:lvl3pPr>
            <a:lvl4pPr indent="-457200" lvl="3" marL="1828800" algn="ctr">
              <a:spcBef>
                <a:spcPts val="0"/>
              </a:spcBef>
              <a:spcAft>
                <a:spcPts val="0"/>
              </a:spcAft>
              <a:buSzPts val="3600"/>
              <a:buChar char="●"/>
              <a:defRPr/>
            </a:lvl4pPr>
            <a:lvl5pPr indent="-457200" lvl="4" marL="2286000" algn="ctr">
              <a:spcBef>
                <a:spcPts val="0"/>
              </a:spcBef>
              <a:spcAft>
                <a:spcPts val="0"/>
              </a:spcAft>
              <a:buSzPts val="3600"/>
              <a:buChar char="○"/>
              <a:defRPr/>
            </a:lvl5pPr>
            <a:lvl6pPr indent="-457200" lvl="5" marL="2743200" algn="ctr">
              <a:spcBef>
                <a:spcPts val="0"/>
              </a:spcBef>
              <a:spcAft>
                <a:spcPts val="0"/>
              </a:spcAft>
              <a:buSzPts val="3600"/>
              <a:buChar char="■"/>
              <a:defRPr/>
            </a:lvl6pPr>
            <a:lvl7pPr indent="-457200" lvl="6" marL="3200400" algn="ctr">
              <a:spcBef>
                <a:spcPts val="0"/>
              </a:spcBef>
              <a:spcAft>
                <a:spcPts val="0"/>
              </a:spcAft>
              <a:buSzPts val="3600"/>
              <a:buChar char="●"/>
              <a:defRPr/>
            </a:lvl7pPr>
            <a:lvl8pPr indent="-457200" lvl="7" marL="3657600" algn="ctr">
              <a:spcBef>
                <a:spcPts val="0"/>
              </a:spcBef>
              <a:spcAft>
                <a:spcPts val="0"/>
              </a:spcAft>
              <a:buSzPts val="3600"/>
              <a:buChar char="○"/>
              <a:defRPr/>
            </a:lvl8pPr>
            <a:lvl9pPr indent="-457200" lvl="8" marL="4114800" algn="ctr">
              <a:spcBef>
                <a:spcPts val="0"/>
              </a:spcBef>
              <a:spcAft>
                <a:spcPts val="0"/>
              </a:spcAft>
              <a:buSzPts val="3600"/>
              <a:buChar char="■"/>
              <a:defRPr/>
            </a:lvl9pPr>
          </a:lstStyle>
          <a:p/>
        </p:txBody>
      </p:sp>
      <p:sp>
        <p:nvSpPr>
          <p:cNvPr id="47" name="Google Shape;47;p11"/>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37033" y="1927618"/>
            <a:ext cx="14680200" cy="2480700"/>
          </a:xfrm>
          <a:prstGeom prst="rect">
            <a:avLst/>
          </a:prstGeom>
          <a:noFill/>
          <a:ln>
            <a:noFill/>
          </a:ln>
        </p:spPr>
        <p:txBody>
          <a:bodyPr anchorCtr="0" anchor="t" bIns="237025" lIns="237025" spcFirstLastPara="1" rIns="237025" wrap="square" tIns="237025">
            <a:noAutofit/>
          </a:bodyPr>
          <a:lstStyle>
            <a:lvl1pPr lvl="0">
              <a:spcBef>
                <a:spcPts val="0"/>
              </a:spcBef>
              <a:spcAft>
                <a:spcPts val="0"/>
              </a:spcAft>
              <a:buClr>
                <a:schemeClr val="dk1"/>
              </a:buClr>
              <a:buSzPts val="7300"/>
              <a:buNone/>
              <a:defRPr sz="7300">
                <a:solidFill>
                  <a:schemeClr val="dk1"/>
                </a:solidFill>
              </a:defRPr>
            </a:lvl1pPr>
            <a:lvl2pPr lvl="1">
              <a:spcBef>
                <a:spcPts val="0"/>
              </a:spcBef>
              <a:spcAft>
                <a:spcPts val="0"/>
              </a:spcAft>
              <a:buClr>
                <a:schemeClr val="dk1"/>
              </a:buClr>
              <a:buSzPts val="7300"/>
              <a:buNone/>
              <a:defRPr sz="7300">
                <a:solidFill>
                  <a:schemeClr val="dk1"/>
                </a:solidFill>
              </a:defRPr>
            </a:lvl2pPr>
            <a:lvl3pPr lvl="2">
              <a:spcBef>
                <a:spcPts val="0"/>
              </a:spcBef>
              <a:spcAft>
                <a:spcPts val="0"/>
              </a:spcAft>
              <a:buClr>
                <a:schemeClr val="dk1"/>
              </a:buClr>
              <a:buSzPts val="7300"/>
              <a:buNone/>
              <a:defRPr sz="7300">
                <a:solidFill>
                  <a:schemeClr val="dk1"/>
                </a:solidFill>
              </a:defRPr>
            </a:lvl3pPr>
            <a:lvl4pPr lvl="3">
              <a:spcBef>
                <a:spcPts val="0"/>
              </a:spcBef>
              <a:spcAft>
                <a:spcPts val="0"/>
              </a:spcAft>
              <a:buClr>
                <a:schemeClr val="dk1"/>
              </a:buClr>
              <a:buSzPts val="7300"/>
              <a:buNone/>
              <a:defRPr sz="7300">
                <a:solidFill>
                  <a:schemeClr val="dk1"/>
                </a:solidFill>
              </a:defRPr>
            </a:lvl4pPr>
            <a:lvl5pPr lvl="4">
              <a:spcBef>
                <a:spcPts val="0"/>
              </a:spcBef>
              <a:spcAft>
                <a:spcPts val="0"/>
              </a:spcAft>
              <a:buClr>
                <a:schemeClr val="dk1"/>
              </a:buClr>
              <a:buSzPts val="7300"/>
              <a:buNone/>
              <a:defRPr sz="7300">
                <a:solidFill>
                  <a:schemeClr val="dk1"/>
                </a:solidFill>
              </a:defRPr>
            </a:lvl5pPr>
            <a:lvl6pPr lvl="5">
              <a:spcBef>
                <a:spcPts val="0"/>
              </a:spcBef>
              <a:spcAft>
                <a:spcPts val="0"/>
              </a:spcAft>
              <a:buClr>
                <a:schemeClr val="dk1"/>
              </a:buClr>
              <a:buSzPts val="7300"/>
              <a:buNone/>
              <a:defRPr sz="7300">
                <a:solidFill>
                  <a:schemeClr val="dk1"/>
                </a:solidFill>
              </a:defRPr>
            </a:lvl6pPr>
            <a:lvl7pPr lvl="6">
              <a:spcBef>
                <a:spcPts val="0"/>
              </a:spcBef>
              <a:spcAft>
                <a:spcPts val="0"/>
              </a:spcAft>
              <a:buClr>
                <a:schemeClr val="dk1"/>
              </a:buClr>
              <a:buSzPts val="7300"/>
              <a:buNone/>
              <a:defRPr sz="7300">
                <a:solidFill>
                  <a:schemeClr val="dk1"/>
                </a:solidFill>
              </a:defRPr>
            </a:lvl7pPr>
            <a:lvl8pPr lvl="7">
              <a:spcBef>
                <a:spcPts val="0"/>
              </a:spcBef>
              <a:spcAft>
                <a:spcPts val="0"/>
              </a:spcAft>
              <a:buClr>
                <a:schemeClr val="dk1"/>
              </a:buClr>
              <a:buSzPts val="7300"/>
              <a:buNone/>
              <a:defRPr sz="7300">
                <a:solidFill>
                  <a:schemeClr val="dk1"/>
                </a:solidFill>
              </a:defRPr>
            </a:lvl8pPr>
            <a:lvl9pPr lvl="8">
              <a:spcBef>
                <a:spcPts val="0"/>
              </a:spcBef>
              <a:spcAft>
                <a:spcPts val="0"/>
              </a:spcAft>
              <a:buClr>
                <a:schemeClr val="dk1"/>
              </a:buClr>
              <a:buSzPts val="7300"/>
              <a:buNone/>
              <a:defRPr sz="7300">
                <a:solidFill>
                  <a:schemeClr val="dk1"/>
                </a:solidFill>
              </a:defRPr>
            </a:lvl9pPr>
          </a:lstStyle>
          <a:p/>
        </p:txBody>
      </p:sp>
      <p:sp>
        <p:nvSpPr>
          <p:cNvPr id="7" name="Google Shape;7;p1"/>
          <p:cNvSpPr txBox="1"/>
          <p:nvPr>
            <p:ph idx="1" type="body"/>
          </p:nvPr>
        </p:nvSpPr>
        <p:spPr>
          <a:xfrm>
            <a:off x="537033" y="4991924"/>
            <a:ext cx="14680200" cy="14798100"/>
          </a:xfrm>
          <a:prstGeom prst="rect">
            <a:avLst/>
          </a:prstGeom>
          <a:noFill/>
          <a:ln>
            <a:noFill/>
          </a:ln>
        </p:spPr>
        <p:txBody>
          <a:bodyPr anchorCtr="0" anchor="t" bIns="237025" lIns="237025" spcFirstLastPara="1" rIns="237025" wrap="square" tIns="237025">
            <a:noAutofit/>
          </a:bodyPr>
          <a:lstStyle>
            <a:lvl1pPr indent="-527050" lvl="0" marL="457200">
              <a:lnSpc>
                <a:spcPct val="115000"/>
              </a:lnSpc>
              <a:spcBef>
                <a:spcPts val="0"/>
              </a:spcBef>
              <a:spcAft>
                <a:spcPts val="0"/>
              </a:spcAft>
              <a:buClr>
                <a:schemeClr val="dk2"/>
              </a:buClr>
              <a:buSzPts val="4700"/>
              <a:buChar char="●"/>
              <a:defRPr sz="4700">
                <a:solidFill>
                  <a:schemeClr val="dk2"/>
                </a:solidFill>
              </a:defRPr>
            </a:lvl1pPr>
            <a:lvl2pPr indent="-457200" lvl="1" marL="914400">
              <a:lnSpc>
                <a:spcPct val="115000"/>
              </a:lnSpc>
              <a:spcBef>
                <a:spcPts val="0"/>
              </a:spcBef>
              <a:spcAft>
                <a:spcPts val="0"/>
              </a:spcAft>
              <a:buClr>
                <a:schemeClr val="dk2"/>
              </a:buClr>
              <a:buSzPts val="3600"/>
              <a:buChar char="○"/>
              <a:defRPr sz="3600">
                <a:solidFill>
                  <a:schemeClr val="dk2"/>
                </a:solidFill>
              </a:defRPr>
            </a:lvl2pPr>
            <a:lvl3pPr indent="-457200" lvl="2" marL="1371600">
              <a:lnSpc>
                <a:spcPct val="115000"/>
              </a:lnSpc>
              <a:spcBef>
                <a:spcPts val="0"/>
              </a:spcBef>
              <a:spcAft>
                <a:spcPts val="0"/>
              </a:spcAft>
              <a:buClr>
                <a:schemeClr val="dk2"/>
              </a:buClr>
              <a:buSzPts val="3600"/>
              <a:buChar char="■"/>
              <a:defRPr sz="3600">
                <a:solidFill>
                  <a:schemeClr val="dk2"/>
                </a:solidFill>
              </a:defRPr>
            </a:lvl3pPr>
            <a:lvl4pPr indent="-457200" lvl="3" marL="1828800">
              <a:lnSpc>
                <a:spcPct val="115000"/>
              </a:lnSpc>
              <a:spcBef>
                <a:spcPts val="0"/>
              </a:spcBef>
              <a:spcAft>
                <a:spcPts val="0"/>
              </a:spcAft>
              <a:buClr>
                <a:schemeClr val="dk2"/>
              </a:buClr>
              <a:buSzPts val="3600"/>
              <a:buChar char="●"/>
              <a:defRPr sz="3600">
                <a:solidFill>
                  <a:schemeClr val="dk2"/>
                </a:solidFill>
              </a:defRPr>
            </a:lvl4pPr>
            <a:lvl5pPr indent="-457200" lvl="4" marL="2286000">
              <a:lnSpc>
                <a:spcPct val="115000"/>
              </a:lnSpc>
              <a:spcBef>
                <a:spcPts val="0"/>
              </a:spcBef>
              <a:spcAft>
                <a:spcPts val="0"/>
              </a:spcAft>
              <a:buClr>
                <a:schemeClr val="dk2"/>
              </a:buClr>
              <a:buSzPts val="3600"/>
              <a:buChar char="○"/>
              <a:defRPr sz="3600">
                <a:solidFill>
                  <a:schemeClr val="dk2"/>
                </a:solidFill>
              </a:defRPr>
            </a:lvl5pPr>
            <a:lvl6pPr indent="-457200" lvl="5" marL="2743200">
              <a:lnSpc>
                <a:spcPct val="115000"/>
              </a:lnSpc>
              <a:spcBef>
                <a:spcPts val="0"/>
              </a:spcBef>
              <a:spcAft>
                <a:spcPts val="0"/>
              </a:spcAft>
              <a:buClr>
                <a:schemeClr val="dk2"/>
              </a:buClr>
              <a:buSzPts val="3600"/>
              <a:buChar char="■"/>
              <a:defRPr sz="3600">
                <a:solidFill>
                  <a:schemeClr val="dk2"/>
                </a:solidFill>
              </a:defRPr>
            </a:lvl6pPr>
            <a:lvl7pPr indent="-457200" lvl="6" marL="3200400">
              <a:lnSpc>
                <a:spcPct val="115000"/>
              </a:lnSpc>
              <a:spcBef>
                <a:spcPts val="0"/>
              </a:spcBef>
              <a:spcAft>
                <a:spcPts val="0"/>
              </a:spcAft>
              <a:buClr>
                <a:schemeClr val="dk2"/>
              </a:buClr>
              <a:buSzPts val="3600"/>
              <a:buChar char="●"/>
              <a:defRPr sz="3600">
                <a:solidFill>
                  <a:schemeClr val="dk2"/>
                </a:solidFill>
              </a:defRPr>
            </a:lvl7pPr>
            <a:lvl8pPr indent="-457200" lvl="7" marL="3657600">
              <a:lnSpc>
                <a:spcPct val="115000"/>
              </a:lnSpc>
              <a:spcBef>
                <a:spcPts val="0"/>
              </a:spcBef>
              <a:spcAft>
                <a:spcPts val="0"/>
              </a:spcAft>
              <a:buClr>
                <a:schemeClr val="dk2"/>
              </a:buClr>
              <a:buSzPts val="3600"/>
              <a:buChar char="○"/>
              <a:defRPr sz="3600">
                <a:solidFill>
                  <a:schemeClr val="dk2"/>
                </a:solidFill>
              </a:defRPr>
            </a:lvl8pPr>
            <a:lvl9pPr indent="-457200" lvl="8" marL="4114800">
              <a:lnSpc>
                <a:spcPct val="115000"/>
              </a:lnSpc>
              <a:spcBef>
                <a:spcPts val="0"/>
              </a:spcBef>
              <a:spcAft>
                <a:spcPts val="0"/>
              </a:spcAft>
              <a:buClr>
                <a:schemeClr val="dk2"/>
              </a:buClr>
              <a:buSzPts val="3600"/>
              <a:buChar char="■"/>
              <a:defRPr sz="3600">
                <a:solidFill>
                  <a:schemeClr val="dk2"/>
                </a:solidFill>
              </a:defRPr>
            </a:lvl9pPr>
          </a:lstStyle>
          <a:p/>
        </p:txBody>
      </p:sp>
      <p:sp>
        <p:nvSpPr>
          <p:cNvPr id="8" name="Google Shape;8;p1"/>
          <p:cNvSpPr txBox="1"/>
          <p:nvPr>
            <p:ph idx="12" type="sldNum"/>
          </p:nvPr>
        </p:nvSpPr>
        <p:spPr>
          <a:xfrm>
            <a:off x="14597339" y="20198637"/>
            <a:ext cx="945300" cy="1704900"/>
          </a:xfrm>
          <a:prstGeom prst="rect">
            <a:avLst/>
          </a:prstGeom>
          <a:noFill/>
          <a:ln>
            <a:noFill/>
          </a:ln>
        </p:spPr>
        <p:txBody>
          <a:bodyPr anchorCtr="0" anchor="ctr" bIns="237025" lIns="237025" spcFirstLastPara="1" rIns="237025" wrap="square" tIns="237025">
            <a:noAutofit/>
          </a:bodyPr>
          <a:lstStyle>
            <a:lvl1pPr lvl="0" algn="r">
              <a:buNone/>
              <a:defRPr sz="2600">
                <a:solidFill>
                  <a:schemeClr val="dk2"/>
                </a:solidFill>
              </a:defRPr>
            </a:lvl1pPr>
            <a:lvl2pPr lvl="1" algn="r">
              <a:buNone/>
              <a:defRPr sz="2600">
                <a:solidFill>
                  <a:schemeClr val="dk2"/>
                </a:solidFill>
              </a:defRPr>
            </a:lvl2pPr>
            <a:lvl3pPr lvl="2" algn="r">
              <a:buNone/>
              <a:defRPr sz="2600">
                <a:solidFill>
                  <a:schemeClr val="dk2"/>
                </a:solidFill>
              </a:defRPr>
            </a:lvl3pPr>
            <a:lvl4pPr lvl="3" algn="r">
              <a:buNone/>
              <a:defRPr sz="2600">
                <a:solidFill>
                  <a:schemeClr val="dk2"/>
                </a:solidFill>
              </a:defRPr>
            </a:lvl4pPr>
            <a:lvl5pPr lvl="4" algn="r">
              <a:buNone/>
              <a:defRPr sz="2600">
                <a:solidFill>
                  <a:schemeClr val="dk2"/>
                </a:solidFill>
              </a:defRPr>
            </a:lvl5pPr>
            <a:lvl6pPr lvl="5" algn="r">
              <a:buNone/>
              <a:defRPr sz="2600">
                <a:solidFill>
                  <a:schemeClr val="dk2"/>
                </a:solidFill>
              </a:defRPr>
            </a:lvl6pPr>
            <a:lvl7pPr lvl="6" algn="r">
              <a:buNone/>
              <a:defRPr sz="2600">
                <a:solidFill>
                  <a:schemeClr val="dk2"/>
                </a:solidFill>
              </a:defRPr>
            </a:lvl7pPr>
            <a:lvl8pPr lvl="7" algn="r">
              <a:buNone/>
              <a:defRPr sz="2600">
                <a:solidFill>
                  <a:schemeClr val="dk2"/>
                </a:solidFill>
              </a:defRPr>
            </a:lvl8pPr>
            <a:lvl9pPr lvl="8" algn="r">
              <a:buNone/>
              <a:defRPr sz="26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0.jpg"/><Relationship Id="rId10" Type="http://schemas.openxmlformats.org/officeDocument/2006/relationships/image" Target="../media/image6.png"/><Relationship Id="rId13" Type="http://schemas.openxmlformats.org/officeDocument/2006/relationships/image" Target="../media/image7.jpg"/><Relationship Id="rId12" Type="http://schemas.openxmlformats.org/officeDocument/2006/relationships/image" Target="../media/image11.jpg"/><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4.png"/><Relationship Id="rId14" Type="http://schemas.openxmlformats.org/officeDocument/2006/relationships/image" Target="../media/image5.jpg"/><Relationship Id="rId5" Type="http://schemas.openxmlformats.org/officeDocument/2006/relationships/image" Target="../media/image2.jpg"/><Relationship Id="rId6" Type="http://schemas.openxmlformats.org/officeDocument/2006/relationships/image" Target="../media/image3.jpg"/><Relationship Id="rId7" Type="http://schemas.openxmlformats.org/officeDocument/2006/relationships/image" Target="../media/image1.png"/><Relationship Id="rId8"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55" name="Google Shape;55;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56" name="Google Shape;56;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graphicFrame>
        <p:nvGraphicFramePr>
          <p:cNvPr id="57" name="Google Shape;57;p13"/>
          <p:cNvGraphicFramePr/>
          <p:nvPr/>
        </p:nvGraphicFramePr>
        <p:xfrm>
          <a:off x="5247100" y="5779988"/>
          <a:ext cx="3000000" cy="3000000"/>
        </p:xfrm>
        <a:graphic>
          <a:graphicData uri="http://schemas.openxmlformats.org/drawingml/2006/table">
            <a:tbl>
              <a:tblPr>
                <a:noFill/>
                <a:tableStyleId>{EB53C53C-1653-4693-B43A-9CC661B54D70}</a:tableStyleId>
              </a:tblPr>
              <a:tblGrid>
                <a:gridCol w="2245125"/>
                <a:gridCol w="8115625"/>
              </a:tblGrid>
              <a:tr h="1803175">
                <a:tc>
                  <a:txBody>
                    <a:bodyPr/>
                    <a:lstStyle/>
                    <a:p>
                      <a:pPr indent="0" lvl="0" marL="0" rtl="0" algn="l">
                        <a:spcBef>
                          <a:spcPts val="0"/>
                        </a:spcBef>
                        <a:spcAft>
                          <a:spcPts val="0"/>
                        </a:spcAft>
                        <a:buNone/>
                      </a:pPr>
                      <a:r>
                        <a:t/>
                      </a:r>
                      <a:endParaRPr sz="3600"/>
                    </a:p>
                  </a:txBody>
                  <a:tcPr marT="91425" marB="91425" marR="91425" marL="91425">
                    <a:solidFill>
                      <a:srgbClr val="CFE2F3"/>
                    </a:solidFill>
                  </a:tcPr>
                </a:tc>
                <a:tc>
                  <a:txBody>
                    <a:bodyPr/>
                    <a:lstStyle/>
                    <a:p>
                      <a:pPr indent="0" lvl="0" marL="0" rtl="0" algn="l">
                        <a:spcBef>
                          <a:spcPts val="0"/>
                        </a:spcBef>
                        <a:spcAft>
                          <a:spcPts val="0"/>
                        </a:spcAft>
                        <a:buClr>
                          <a:schemeClr val="dk1"/>
                        </a:buClr>
                        <a:buSzPts val="1100"/>
                        <a:buFont typeface="Arial"/>
                        <a:buNone/>
                      </a:pPr>
                      <a:r>
                        <a:rPr lang="en" sz="3600"/>
                        <a:t>Insert text</a:t>
                      </a:r>
                      <a:endParaRPr sz="3600"/>
                    </a:p>
                    <a:p>
                      <a:pPr indent="0" lvl="0" marL="0" rtl="0" algn="l">
                        <a:spcBef>
                          <a:spcPts val="0"/>
                        </a:spcBef>
                        <a:spcAft>
                          <a:spcPts val="0"/>
                        </a:spcAft>
                        <a:buClr>
                          <a:schemeClr val="dk1"/>
                        </a:buClr>
                        <a:buSzPts val="1100"/>
                        <a:buFont typeface="Arial"/>
                        <a:buNone/>
                      </a:pPr>
                      <a:r>
                        <a:t/>
                      </a:r>
                      <a:endParaRPr sz="3600"/>
                    </a:p>
                    <a:p>
                      <a:pPr indent="0" lvl="0" marL="0" rtl="0" algn="l">
                        <a:spcBef>
                          <a:spcPts val="0"/>
                        </a:spcBef>
                        <a:spcAft>
                          <a:spcPts val="0"/>
                        </a:spcAft>
                        <a:buNone/>
                      </a:pPr>
                      <a:r>
                        <a:t/>
                      </a:r>
                      <a:endParaRPr sz="3600"/>
                    </a:p>
                  </a:txBody>
                  <a:tcPr marT="91425" marB="91425" marR="91425" marL="91425">
                    <a:solidFill>
                      <a:srgbClr val="CFE2F3"/>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A2C4C9"/>
                    </a:solidFill>
                  </a:tcPr>
                </a:tc>
                <a:tc>
                  <a:txBody>
                    <a:bodyPr/>
                    <a:lstStyle/>
                    <a:p>
                      <a:pPr indent="0" lvl="0" marL="0" rtl="0" algn="l">
                        <a:spcBef>
                          <a:spcPts val="0"/>
                        </a:spcBef>
                        <a:spcAft>
                          <a:spcPts val="0"/>
                        </a:spcAft>
                        <a:buClr>
                          <a:schemeClr val="dk1"/>
                        </a:buClr>
                        <a:buSzPts val="1100"/>
                        <a:buFont typeface="Arial"/>
                        <a:buNone/>
                      </a:pPr>
                      <a:r>
                        <a:rPr lang="en" sz="3600"/>
                        <a:t>Insert text</a:t>
                      </a:r>
                      <a:endParaRPr sz="3600"/>
                    </a:p>
                    <a:p>
                      <a:pPr indent="0" lvl="0" marL="0" rtl="0" algn="l">
                        <a:spcBef>
                          <a:spcPts val="0"/>
                        </a:spcBef>
                        <a:spcAft>
                          <a:spcPts val="0"/>
                        </a:spcAft>
                        <a:buClr>
                          <a:schemeClr val="dk1"/>
                        </a:buClr>
                        <a:buSzPts val="1100"/>
                        <a:buFont typeface="Arial"/>
                        <a:buNone/>
                      </a:pPr>
                      <a:r>
                        <a:t/>
                      </a:r>
                      <a:endParaRPr sz="3600"/>
                    </a:p>
                    <a:p>
                      <a:pPr indent="0" lvl="0" marL="0" rtl="0" algn="l">
                        <a:spcBef>
                          <a:spcPts val="0"/>
                        </a:spcBef>
                        <a:spcAft>
                          <a:spcPts val="0"/>
                        </a:spcAft>
                        <a:buNone/>
                      </a:pPr>
                      <a:r>
                        <a:t/>
                      </a:r>
                      <a:endParaRPr sz="3600"/>
                    </a:p>
                  </a:txBody>
                  <a:tcPr marT="91425" marB="91425" marR="91425" marL="91425">
                    <a:solidFill>
                      <a:srgbClr val="A2C4C9"/>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CFE2F3"/>
                    </a:solidFill>
                  </a:tcPr>
                </a:tc>
                <a:tc>
                  <a:txBody>
                    <a:bodyPr/>
                    <a:lstStyle/>
                    <a:p>
                      <a:pPr indent="0" lvl="0" marL="0" rtl="0" algn="l">
                        <a:spcBef>
                          <a:spcPts val="0"/>
                        </a:spcBef>
                        <a:spcAft>
                          <a:spcPts val="0"/>
                        </a:spcAft>
                        <a:buClr>
                          <a:schemeClr val="dk1"/>
                        </a:buClr>
                        <a:buSzPts val="1100"/>
                        <a:buFont typeface="Arial"/>
                        <a:buNone/>
                      </a:pPr>
                      <a:r>
                        <a:rPr lang="en" sz="3600"/>
                        <a:t>Insert text</a:t>
                      </a:r>
                      <a:endParaRPr sz="3600"/>
                    </a:p>
                    <a:p>
                      <a:pPr indent="0" lvl="0" marL="0" rtl="0" algn="l">
                        <a:spcBef>
                          <a:spcPts val="0"/>
                        </a:spcBef>
                        <a:spcAft>
                          <a:spcPts val="0"/>
                        </a:spcAft>
                        <a:buClr>
                          <a:schemeClr val="dk1"/>
                        </a:buClr>
                        <a:buSzPts val="1100"/>
                        <a:buFont typeface="Arial"/>
                        <a:buNone/>
                      </a:pPr>
                      <a:r>
                        <a:t/>
                      </a:r>
                      <a:endParaRPr sz="3600"/>
                    </a:p>
                    <a:p>
                      <a:pPr indent="0" lvl="0" marL="0" rtl="0" algn="l">
                        <a:spcBef>
                          <a:spcPts val="0"/>
                        </a:spcBef>
                        <a:spcAft>
                          <a:spcPts val="0"/>
                        </a:spcAft>
                        <a:buNone/>
                      </a:pPr>
                      <a:r>
                        <a:t/>
                      </a:r>
                      <a:endParaRPr sz="3600"/>
                    </a:p>
                  </a:txBody>
                  <a:tcPr marT="91425" marB="91425" marR="91425" marL="91425">
                    <a:solidFill>
                      <a:srgbClr val="CFE2F3"/>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A2C4C9"/>
                    </a:solidFill>
                  </a:tcPr>
                </a:tc>
                <a:tc>
                  <a:txBody>
                    <a:bodyPr/>
                    <a:lstStyle/>
                    <a:p>
                      <a:pPr indent="0" lvl="0" marL="0" rtl="0" algn="l">
                        <a:spcBef>
                          <a:spcPts val="0"/>
                        </a:spcBef>
                        <a:spcAft>
                          <a:spcPts val="0"/>
                        </a:spcAft>
                        <a:buClr>
                          <a:schemeClr val="dk1"/>
                        </a:buClr>
                        <a:buSzPts val="1100"/>
                        <a:buFont typeface="Arial"/>
                        <a:buNone/>
                      </a:pPr>
                      <a:r>
                        <a:rPr lang="en" sz="3600"/>
                        <a:t>Insert text</a:t>
                      </a:r>
                      <a:endParaRPr sz="3600"/>
                    </a:p>
                    <a:p>
                      <a:pPr indent="0" lvl="0" marL="0" rtl="0" algn="l">
                        <a:spcBef>
                          <a:spcPts val="0"/>
                        </a:spcBef>
                        <a:spcAft>
                          <a:spcPts val="0"/>
                        </a:spcAft>
                        <a:buClr>
                          <a:schemeClr val="dk1"/>
                        </a:buClr>
                        <a:buSzPts val="1100"/>
                        <a:buFont typeface="Arial"/>
                        <a:buNone/>
                      </a:pPr>
                      <a:r>
                        <a:t/>
                      </a:r>
                      <a:endParaRPr sz="3600"/>
                    </a:p>
                    <a:p>
                      <a:pPr indent="0" lvl="0" marL="0" rtl="0" algn="l">
                        <a:spcBef>
                          <a:spcPts val="0"/>
                        </a:spcBef>
                        <a:spcAft>
                          <a:spcPts val="0"/>
                        </a:spcAft>
                        <a:buNone/>
                      </a:pPr>
                      <a:r>
                        <a:t/>
                      </a:r>
                      <a:endParaRPr sz="3600"/>
                    </a:p>
                  </a:txBody>
                  <a:tcPr marT="91425" marB="91425" marR="91425" marL="91425">
                    <a:solidFill>
                      <a:srgbClr val="A2C4C9"/>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CFE2F3"/>
                    </a:solidFill>
                  </a:tcPr>
                </a:tc>
                <a:tc>
                  <a:txBody>
                    <a:bodyPr/>
                    <a:lstStyle/>
                    <a:p>
                      <a:pPr indent="0" lvl="0" marL="0" rtl="0" algn="l">
                        <a:spcBef>
                          <a:spcPts val="0"/>
                        </a:spcBef>
                        <a:spcAft>
                          <a:spcPts val="0"/>
                        </a:spcAft>
                        <a:buClr>
                          <a:schemeClr val="dk1"/>
                        </a:buClr>
                        <a:buSzPts val="1100"/>
                        <a:buFont typeface="Arial"/>
                        <a:buNone/>
                      </a:pPr>
                      <a:r>
                        <a:rPr lang="en" sz="3600"/>
                        <a:t>Insert text</a:t>
                      </a:r>
                      <a:endParaRPr sz="3600"/>
                    </a:p>
                    <a:p>
                      <a:pPr indent="0" lvl="0" marL="0" rtl="0" algn="l">
                        <a:spcBef>
                          <a:spcPts val="0"/>
                        </a:spcBef>
                        <a:spcAft>
                          <a:spcPts val="0"/>
                        </a:spcAft>
                        <a:buClr>
                          <a:schemeClr val="dk1"/>
                        </a:buClr>
                        <a:buSzPts val="1100"/>
                        <a:buFont typeface="Arial"/>
                        <a:buNone/>
                      </a:pPr>
                      <a:r>
                        <a:t/>
                      </a:r>
                      <a:endParaRPr sz="3600"/>
                    </a:p>
                    <a:p>
                      <a:pPr indent="0" lvl="0" marL="0" rtl="0" algn="l">
                        <a:spcBef>
                          <a:spcPts val="0"/>
                        </a:spcBef>
                        <a:spcAft>
                          <a:spcPts val="0"/>
                        </a:spcAft>
                        <a:buNone/>
                      </a:pPr>
                      <a:r>
                        <a:t/>
                      </a:r>
                      <a:endParaRPr sz="3600"/>
                    </a:p>
                  </a:txBody>
                  <a:tcPr marT="91425" marB="91425" marR="91425" marL="91425">
                    <a:solidFill>
                      <a:srgbClr val="CFE2F3"/>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A2C4C9"/>
                    </a:solidFill>
                  </a:tcPr>
                </a:tc>
                <a:tc>
                  <a:txBody>
                    <a:bodyPr/>
                    <a:lstStyle/>
                    <a:p>
                      <a:pPr indent="0" lvl="0" marL="0" rtl="0" algn="l">
                        <a:spcBef>
                          <a:spcPts val="0"/>
                        </a:spcBef>
                        <a:spcAft>
                          <a:spcPts val="0"/>
                        </a:spcAft>
                        <a:buClr>
                          <a:schemeClr val="dk1"/>
                        </a:buClr>
                        <a:buSzPts val="1100"/>
                        <a:buFont typeface="Arial"/>
                        <a:buNone/>
                      </a:pPr>
                      <a:r>
                        <a:rPr lang="en" sz="3600"/>
                        <a:t>Insert text</a:t>
                      </a:r>
                      <a:endParaRPr sz="3600"/>
                    </a:p>
                    <a:p>
                      <a:pPr indent="0" lvl="0" marL="0" rtl="0" algn="l">
                        <a:spcBef>
                          <a:spcPts val="0"/>
                        </a:spcBef>
                        <a:spcAft>
                          <a:spcPts val="0"/>
                        </a:spcAft>
                        <a:buClr>
                          <a:schemeClr val="dk1"/>
                        </a:buClr>
                        <a:buSzPts val="1100"/>
                        <a:buFont typeface="Arial"/>
                        <a:buNone/>
                      </a:pPr>
                      <a:r>
                        <a:t/>
                      </a:r>
                      <a:endParaRPr sz="3600"/>
                    </a:p>
                    <a:p>
                      <a:pPr indent="0" lvl="0" marL="0" rtl="0" algn="l">
                        <a:spcBef>
                          <a:spcPts val="0"/>
                        </a:spcBef>
                        <a:spcAft>
                          <a:spcPts val="0"/>
                        </a:spcAft>
                        <a:buNone/>
                      </a:pPr>
                      <a:r>
                        <a:t/>
                      </a:r>
                      <a:endParaRPr sz="3600"/>
                    </a:p>
                  </a:txBody>
                  <a:tcPr marT="91425" marB="91425" marR="91425" marL="91425">
                    <a:solidFill>
                      <a:srgbClr val="A2C4C9"/>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CFE2F3"/>
                    </a:solidFill>
                  </a:tcPr>
                </a:tc>
                <a:tc>
                  <a:txBody>
                    <a:bodyPr/>
                    <a:lstStyle/>
                    <a:p>
                      <a:pPr indent="0" lvl="0" marL="0" rtl="0" algn="l">
                        <a:spcBef>
                          <a:spcPts val="0"/>
                        </a:spcBef>
                        <a:spcAft>
                          <a:spcPts val="0"/>
                        </a:spcAft>
                        <a:buClr>
                          <a:schemeClr val="dk1"/>
                        </a:buClr>
                        <a:buSzPts val="1100"/>
                        <a:buFont typeface="Arial"/>
                        <a:buNone/>
                      </a:pPr>
                      <a:r>
                        <a:rPr lang="en" sz="3600"/>
                        <a:t>Insert text</a:t>
                      </a:r>
                      <a:endParaRPr sz="3600"/>
                    </a:p>
                    <a:p>
                      <a:pPr indent="0" lvl="0" marL="0" rtl="0" algn="l">
                        <a:spcBef>
                          <a:spcPts val="0"/>
                        </a:spcBef>
                        <a:spcAft>
                          <a:spcPts val="0"/>
                        </a:spcAft>
                        <a:buClr>
                          <a:schemeClr val="dk1"/>
                        </a:buClr>
                        <a:buSzPts val="1100"/>
                        <a:buFont typeface="Arial"/>
                        <a:buNone/>
                      </a:pPr>
                      <a:r>
                        <a:t/>
                      </a:r>
                      <a:endParaRPr sz="3600"/>
                    </a:p>
                    <a:p>
                      <a:pPr indent="0" lvl="0" marL="0" rtl="0" algn="l">
                        <a:spcBef>
                          <a:spcPts val="0"/>
                        </a:spcBef>
                        <a:spcAft>
                          <a:spcPts val="0"/>
                        </a:spcAft>
                        <a:buNone/>
                      </a:pPr>
                      <a:r>
                        <a:t/>
                      </a:r>
                      <a:endParaRPr sz="3600"/>
                    </a:p>
                  </a:txBody>
                  <a:tcPr marT="91425" marB="91425" marR="91425" marL="91425">
                    <a:solidFill>
                      <a:srgbClr val="CFE2F3"/>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A2C4C9"/>
                    </a:solidFill>
                  </a:tcPr>
                </a:tc>
                <a:tc>
                  <a:txBody>
                    <a:bodyPr/>
                    <a:lstStyle/>
                    <a:p>
                      <a:pPr indent="0" lvl="0" marL="0" rtl="0" algn="l">
                        <a:spcBef>
                          <a:spcPts val="0"/>
                        </a:spcBef>
                        <a:spcAft>
                          <a:spcPts val="0"/>
                        </a:spcAft>
                        <a:buClr>
                          <a:schemeClr val="dk1"/>
                        </a:buClr>
                        <a:buSzPts val="1100"/>
                        <a:buFont typeface="Arial"/>
                        <a:buNone/>
                      </a:pPr>
                      <a:r>
                        <a:rPr lang="en" sz="3600"/>
                        <a:t>Insert text</a:t>
                      </a:r>
                      <a:endParaRPr sz="3600"/>
                    </a:p>
                    <a:p>
                      <a:pPr indent="0" lvl="0" marL="0" rtl="0" algn="l">
                        <a:spcBef>
                          <a:spcPts val="0"/>
                        </a:spcBef>
                        <a:spcAft>
                          <a:spcPts val="0"/>
                        </a:spcAft>
                        <a:buClr>
                          <a:schemeClr val="dk1"/>
                        </a:buClr>
                        <a:buSzPts val="1100"/>
                        <a:buFont typeface="Arial"/>
                        <a:buNone/>
                      </a:pPr>
                      <a:r>
                        <a:t/>
                      </a:r>
                      <a:endParaRPr sz="3600"/>
                    </a:p>
                    <a:p>
                      <a:pPr indent="0" lvl="0" marL="0" rtl="0" algn="l">
                        <a:spcBef>
                          <a:spcPts val="0"/>
                        </a:spcBef>
                        <a:spcAft>
                          <a:spcPts val="0"/>
                        </a:spcAft>
                        <a:buNone/>
                      </a:pPr>
                      <a:r>
                        <a:t/>
                      </a:r>
                      <a:endParaRPr sz="3600"/>
                    </a:p>
                  </a:txBody>
                  <a:tcPr marT="91425" marB="91425" marR="91425" marL="91425">
                    <a:solidFill>
                      <a:srgbClr val="A2C4C9"/>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CFE2F3"/>
                    </a:solidFill>
                  </a:tcPr>
                </a:tc>
                <a:tc>
                  <a:txBody>
                    <a:bodyPr/>
                    <a:lstStyle/>
                    <a:p>
                      <a:pPr indent="0" lvl="0" marL="0" rtl="0" algn="l">
                        <a:spcBef>
                          <a:spcPts val="0"/>
                        </a:spcBef>
                        <a:spcAft>
                          <a:spcPts val="0"/>
                        </a:spcAft>
                        <a:buClr>
                          <a:schemeClr val="dk1"/>
                        </a:buClr>
                        <a:buSzPts val="1100"/>
                        <a:buFont typeface="Arial"/>
                        <a:buNone/>
                      </a:pPr>
                      <a:r>
                        <a:rPr lang="en" sz="3600"/>
                        <a:t>Insert text</a:t>
                      </a:r>
                      <a:endParaRPr sz="3600"/>
                    </a:p>
                    <a:p>
                      <a:pPr indent="0" lvl="0" marL="0" rtl="0" algn="l">
                        <a:spcBef>
                          <a:spcPts val="0"/>
                        </a:spcBef>
                        <a:spcAft>
                          <a:spcPts val="0"/>
                        </a:spcAft>
                        <a:buClr>
                          <a:schemeClr val="dk1"/>
                        </a:buClr>
                        <a:buSzPts val="1100"/>
                        <a:buFont typeface="Arial"/>
                        <a:buNone/>
                      </a:pPr>
                      <a:r>
                        <a:t/>
                      </a:r>
                      <a:endParaRPr sz="3600"/>
                    </a:p>
                    <a:p>
                      <a:pPr indent="0" lvl="0" marL="0" rtl="0" algn="l">
                        <a:spcBef>
                          <a:spcPts val="0"/>
                        </a:spcBef>
                        <a:spcAft>
                          <a:spcPts val="0"/>
                        </a:spcAft>
                        <a:buNone/>
                      </a:pPr>
                      <a:r>
                        <a:t/>
                      </a:r>
                      <a:endParaRPr sz="3600"/>
                    </a:p>
                  </a:txBody>
                  <a:tcPr marT="91425" marB="91425" marR="91425" marL="91425">
                    <a:solidFill>
                      <a:srgbClr val="CFE2F3"/>
                    </a:solidFill>
                  </a:tcPr>
                </a:tc>
              </a:tr>
            </a:tbl>
          </a:graphicData>
        </a:graphic>
      </p:graphicFrame>
      <p:pic>
        <p:nvPicPr>
          <p:cNvPr id="58" name="Google Shape;58;p13"/>
          <p:cNvPicPr preferRelativeResize="0"/>
          <p:nvPr/>
        </p:nvPicPr>
        <p:blipFill>
          <a:blip r:embed="rId5">
            <a:alphaModFix/>
          </a:blip>
          <a:stretch>
            <a:fillRect/>
          </a:stretch>
        </p:blipFill>
        <p:spPr>
          <a:xfrm>
            <a:off x="5247100" y="5780000"/>
            <a:ext cx="2245124" cy="1803174"/>
          </a:xfrm>
          <a:prstGeom prst="rect">
            <a:avLst/>
          </a:prstGeom>
          <a:noFill/>
          <a:ln>
            <a:noFill/>
          </a:ln>
        </p:spPr>
      </p:pic>
      <p:pic>
        <p:nvPicPr>
          <p:cNvPr id="59" name="Google Shape;59;p13"/>
          <p:cNvPicPr preferRelativeResize="0"/>
          <p:nvPr/>
        </p:nvPicPr>
        <p:blipFill>
          <a:blip r:embed="rId5">
            <a:alphaModFix/>
          </a:blip>
          <a:stretch>
            <a:fillRect/>
          </a:stretch>
        </p:blipFill>
        <p:spPr>
          <a:xfrm>
            <a:off x="5247100" y="7583175"/>
            <a:ext cx="2245124" cy="1803174"/>
          </a:xfrm>
          <a:prstGeom prst="rect">
            <a:avLst/>
          </a:prstGeom>
          <a:noFill/>
          <a:ln>
            <a:noFill/>
          </a:ln>
        </p:spPr>
      </p:pic>
      <p:pic>
        <p:nvPicPr>
          <p:cNvPr id="60" name="Google Shape;60;p13"/>
          <p:cNvPicPr preferRelativeResize="0"/>
          <p:nvPr/>
        </p:nvPicPr>
        <p:blipFill>
          <a:blip r:embed="rId5">
            <a:alphaModFix/>
          </a:blip>
          <a:stretch>
            <a:fillRect/>
          </a:stretch>
        </p:blipFill>
        <p:spPr>
          <a:xfrm>
            <a:off x="5247100" y="9386350"/>
            <a:ext cx="2245124" cy="1803174"/>
          </a:xfrm>
          <a:prstGeom prst="rect">
            <a:avLst/>
          </a:prstGeom>
          <a:noFill/>
          <a:ln>
            <a:noFill/>
          </a:ln>
        </p:spPr>
      </p:pic>
      <p:pic>
        <p:nvPicPr>
          <p:cNvPr id="61" name="Google Shape;61;p13"/>
          <p:cNvPicPr preferRelativeResize="0"/>
          <p:nvPr/>
        </p:nvPicPr>
        <p:blipFill>
          <a:blip r:embed="rId5">
            <a:alphaModFix/>
          </a:blip>
          <a:stretch>
            <a:fillRect/>
          </a:stretch>
        </p:blipFill>
        <p:spPr>
          <a:xfrm>
            <a:off x="5247100" y="11189525"/>
            <a:ext cx="2245124" cy="1803174"/>
          </a:xfrm>
          <a:prstGeom prst="rect">
            <a:avLst/>
          </a:prstGeom>
          <a:noFill/>
          <a:ln>
            <a:noFill/>
          </a:ln>
        </p:spPr>
      </p:pic>
      <p:pic>
        <p:nvPicPr>
          <p:cNvPr id="62" name="Google Shape;62;p13"/>
          <p:cNvPicPr preferRelativeResize="0"/>
          <p:nvPr/>
        </p:nvPicPr>
        <p:blipFill>
          <a:blip r:embed="rId5">
            <a:alphaModFix/>
          </a:blip>
          <a:stretch>
            <a:fillRect/>
          </a:stretch>
        </p:blipFill>
        <p:spPr>
          <a:xfrm>
            <a:off x="5247100" y="12992700"/>
            <a:ext cx="2245124" cy="1803174"/>
          </a:xfrm>
          <a:prstGeom prst="rect">
            <a:avLst/>
          </a:prstGeom>
          <a:noFill/>
          <a:ln>
            <a:noFill/>
          </a:ln>
        </p:spPr>
      </p:pic>
      <p:pic>
        <p:nvPicPr>
          <p:cNvPr id="63" name="Google Shape;63;p13"/>
          <p:cNvPicPr preferRelativeResize="0"/>
          <p:nvPr/>
        </p:nvPicPr>
        <p:blipFill>
          <a:blip r:embed="rId5">
            <a:alphaModFix/>
          </a:blip>
          <a:stretch>
            <a:fillRect/>
          </a:stretch>
        </p:blipFill>
        <p:spPr>
          <a:xfrm>
            <a:off x="5247100" y="20205400"/>
            <a:ext cx="2245124" cy="1803174"/>
          </a:xfrm>
          <a:prstGeom prst="rect">
            <a:avLst/>
          </a:prstGeom>
          <a:noFill/>
          <a:ln>
            <a:noFill/>
          </a:ln>
        </p:spPr>
      </p:pic>
      <p:pic>
        <p:nvPicPr>
          <p:cNvPr id="64" name="Google Shape;64;p13"/>
          <p:cNvPicPr preferRelativeResize="0"/>
          <p:nvPr/>
        </p:nvPicPr>
        <p:blipFill>
          <a:blip r:embed="rId5">
            <a:alphaModFix/>
          </a:blip>
          <a:stretch>
            <a:fillRect/>
          </a:stretch>
        </p:blipFill>
        <p:spPr>
          <a:xfrm>
            <a:off x="5247100" y="18402225"/>
            <a:ext cx="2245124" cy="1803174"/>
          </a:xfrm>
          <a:prstGeom prst="rect">
            <a:avLst/>
          </a:prstGeom>
          <a:noFill/>
          <a:ln>
            <a:noFill/>
          </a:ln>
        </p:spPr>
      </p:pic>
      <p:pic>
        <p:nvPicPr>
          <p:cNvPr id="65" name="Google Shape;65;p13"/>
          <p:cNvPicPr preferRelativeResize="0"/>
          <p:nvPr/>
        </p:nvPicPr>
        <p:blipFill>
          <a:blip r:embed="rId5">
            <a:alphaModFix/>
          </a:blip>
          <a:stretch>
            <a:fillRect/>
          </a:stretch>
        </p:blipFill>
        <p:spPr>
          <a:xfrm>
            <a:off x="5247100" y="16599050"/>
            <a:ext cx="2245124" cy="1803174"/>
          </a:xfrm>
          <a:prstGeom prst="rect">
            <a:avLst/>
          </a:prstGeom>
          <a:noFill/>
          <a:ln>
            <a:noFill/>
          </a:ln>
        </p:spPr>
      </p:pic>
      <p:pic>
        <p:nvPicPr>
          <p:cNvPr id="66" name="Google Shape;66;p13"/>
          <p:cNvPicPr preferRelativeResize="0"/>
          <p:nvPr/>
        </p:nvPicPr>
        <p:blipFill>
          <a:blip r:embed="rId5">
            <a:alphaModFix/>
          </a:blip>
          <a:stretch>
            <a:fillRect/>
          </a:stretch>
        </p:blipFill>
        <p:spPr>
          <a:xfrm>
            <a:off x="5247100" y="14795875"/>
            <a:ext cx="2245124" cy="1803174"/>
          </a:xfrm>
          <a:prstGeom prst="rect">
            <a:avLst/>
          </a:prstGeom>
          <a:noFill/>
          <a:ln>
            <a:noFill/>
          </a:ln>
        </p:spPr>
      </p:pic>
      <p:pic>
        <p:nvPicPr>
          <p:cNvPr id="67" name="Google Shape;67;p13"/>
          <p:cNvPicPr preferRelativeResize="0"/>
          <p:nvPr/>
        </p:nvPicPr>
        <p:blipFill>
          <a:blip r:embed="rId5">
            <a:alphaModFix/>
          </a:blip>
          <a:stretch>
            <a:fillRect/>
          </a:stretch>
        </p:blipFill>
        <p:spPr>
          <a:xfrm>
            <a:off x="1919025" y="13473225"/>
            <a:ext cx="1112452" cy="1131449"/>
          </a:xfrm>
          <a:prstGeom prst="rect">
            <a:avLst/>
          </a:prstGeom>
          <a:noFill/>
          <a:ln>
            <a:noFill/>
          </a:ln>
        </p:spPr>
      </p:pic>
      <p:pic>
        <p:nvPicPr>
          <p:cNvPr id="68" name="Google Shape;68;p13"/>
          <p:cNvPicPr preferRelativeResize="0"/>
          <p:nvPr/>
        </p:nvPicPr>
        <p:blipFill>
          <a:blip r:embed="rId5">
            <a:alphaModFix/>
          </a:blip>
          <a:stretch>
            <a:fillRect/>
          </a:stretch>
        </p:blipFill>
        <p:spPr>
          <a:xfrm>
            <a:off x="627875" y="13473225"/>
            <a:ext cx="1112452" cy="1131449"/>
          </a:xfrm>
          <a:prstGeom prst="rect">
            <a:avLst/>
          </a:prstGeom>
          <a:noFill/>
          <a:ln>
            <a:noFill/>
          </a:ln>
        </p:spPr>
      </p:pic>
      <p:pic>
        <p:nvPicPr>
          <p:cNvPr id="69" name="Google Shape;69;p13"/>
          <p:cNvPicPr preferRelativeResize="0"/>
          <p:nvPr/>
        </p:nvPicPr>
        <p:blipFill>
          <a:blip r:embed="rId5">
            <a:alphaModFix/>
          </a:blip>
          <a:stretch>
            <a:fillRect/>
          </a:stretch>
        </p:blipFill>
        <p:spPr>
          <a:xfrm>
            <a:off x="3210175" y="13473225"/>
            <a:ext cx="1112452" cy="1131449"/>
          </a:xfrm>
          <a:prstGeom prst="rect">
            <a:avLst/>
          </a:prstGeom>
          <a:noFill/>
          <a:ln>
            <a:noFill/>
          </a:ln>
        </p:spPr>
      </p:pic>
      <p:pic>
        <p:nvPicPr>
          <p:cNvPr id="70" name="Google Shape;70;p13"/>
          <p:cNvPicPr preferRelativeResize="0"/>
          <p:nvPr/>
        </p:nvPicPr>
        <p:blipFill>
          <a:blip r:embed="rId5">
            <a:alphaModFix/>
          </a:blip>
          <a:stretch>
            <a:fillRect/>
          </a:stretch>
        </p:blipFill>
        <p:spPr>
          <a:xfrm>
            <a:off x="627875" y="14795875"/>
            <a:ext cx="1112452" cy="1131449"/>
          </a:xfrm>
          <a:prstGeom prst="rect">
            <a:avLst/>
          </a:prstGeom>
          <a:noFill/>
          <a:ln>
            <a:noFill/>
          </a:ln>
        </p:spPr>
      </p:pic>
      <p:pic>
        <p:nvPicPr>
          <p:cNvPr id="71" name="Google Shape;71;p13"/>
          <p:cNvPicPr preferRelativeResize="0"/>
          <p:nvPr/>
        </p:nvPicPr>
        <p:blipFill>
          <a:blip r:embed="rId5">
            <a:alphaModFix/>
          </a:blip>
          <a:stretch>
            <a:fillRect/>
          </a:stretch>
        </p:blipFill>
        <p:spPr>
          <a:xfrm>
            <a:off x="1919025" y="14795875"/>
            <a:ext cx="1112452" cy="1131449"/>
          </a:xfrm>
          <a:prstGeom prst="rect">
            <a:avLst/>
          </a:prstGeom>
          <a:noFill/>
          <a:ln>
            <a:noFill/>
          </a:ln>
        </p:spPr>
      </p:pic>
      <p:pic>
        <p:nvPicPr>
          <p:cNvPr id="72" name="Google Shape;72;p13"/>
          <p:cNvPicPr preferRelativeResize="0"/>
          <p:nvPr/>
        </p:nvPicPr>
        <p:blipFill>
          <a:blip r:embed="rId5">
            <a:alphaModFix/>
          </a:blip>
          <a:stretch>
            <a:fillRect/>
          </a:stretch>
        </p:blipFill>
        <p:spPr>
          <a:xfrm>
            <a:off x="3210175" y="14795875"/>
            <a:ext cx="1112452" cy="1131449"/>
          </a:xfrm>
          <a:prstGeom prst="rect">
            <a:avLst/>
          </a:prstGeom>
          <a:noFill/>
          <a:ln>
            <a:noFill/>
          </a:ln>
        </p:spPr>
      </p:pic>
      <p:graphicFrame>
        <p:nvGraphicFramePr>
          <p:cNvPr id="73" name="Google Shape;73;p13"/>
          <p:cNvGraphicFramePr/>
          <p:nvPr/>
        </p:nvGraphicFramePr>
        <p:xfrm>
          <a:off x="16189100" y="5741500"/>
          <a:ext cx="3000000" cy="3000000"/>
        </p:xfrm>
        <a:graphic>
          <a:graphicData uri="http://schemas.openxmlformats.org/drawingml/2006/table">
            <a:tbl>
              <a:tblPr>
                <a:noFill/>
                <a:tableStyleId>{EB53C53C-1653-4693-B43A-9CC661B54D70}</a:tableStyleId>
              </a:tblPr>
              <a:tblGrid>
                <a:gridCol w="4390725"/>
              </a:tblGrid>
              <a:tr h="1607100">
                <a:tc>
                  <a:txBody>
                    <a:bodyPr/>
                    <a:lstStyle/>
                    <a:p>
                      <a:pPr indent="0" lvl="0" marL="0" rtl="0" algn="l">
                        <a:spcBef>
                          <a:spcPts val="0"/>
                        </a:spcBef>
                        <a:spcAft>
                          <a:spcPts val="0"/>
                        </a:spcAft>
                        <a:buNone/>
                      </a:pPr>
                      <a:r>
                        <a:rPr lang="en" sz="6900">
                          <a:latin typeface="Georgia"/>
                          <a:ea typeface="Georgia"/>
                          <a:cs typeface="Georgia"/>
                          <a:sym typeface="Georgia"/>
                        </a:rPr>
                        <a:t>George</a:t>
                      </a:r>
                      <a:endParaRPr sz="69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6900">
                          <a:latin typeface="Georgia"/>
                          <a:ea typeface="Georgia"/>
                          <a:cs typeface="Georgia"/>
                          <a:sym typeface="Georgia"/>
                        </a:rPr>
                        <a:t>Lennie</a:t>
                      </a:r>
                      <a:endParaRPr sz="69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6900">
                          <a:latin typeface="Georgia"/>
                          <a:ea typeface="Georgia"/>
                          <a:cs typeface="Georgia"/>
                          <a:sym typeface="Georgia"/>
                        </a:rPr>
                        <a:t>Curley</a:t>
                      </a:r>
                      <a:endParaRPr sz="69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5600">
                          <a:latin typeface="Georgia"/>
                          <a:ea typeface="Georgia"/>
                          <a:cs typeface="Georgia"/>
                          <a:sym typeface="Georgia"/>
                        </a:rPr>
                        <a:t>Curley’s Wife</a:t>
                      </a:r>
                      <a:endParaRPr sz="56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6900">
                          <a:latin typeface="Georgia"/>
                          <a:ea typeface="Georgia"/>
                          <a:cs typeface="Georgia"/>
                          <a:sym typeface="Georgia"/>
                        </a:rPr>
                        <a:t>Crooks</a:t>
                      </a:r>
                      <a:endParaRPr sz="69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6900">
                          <a:latin typeface="Georgia"/>
                          <a:ea typeface="Georgia"/>
                          <a:cs typeface="Georgia"/>
                          <a:sym typeface="Georgia"/>
                        </a:rPr>
                        <a:t>Slim</a:t>
                      </a:r>
                      <a:endParaRPr sz="69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6900">
                          <a:latin typeface="Georgia"/>
                          <a:ea typeface="Georgia"/>
                          <a:cs typeface="Georgia"/>
                          <a:sym typeface="Georgia"/>
                        </a:rPr>
                        <a:t>Candy</a:t>
                      </a:r>
                      <a:endParaRPr sz="69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6900">
                          <a:latin typeface="Georgia"/>
                          <a:ea typeface="Georgia"/>
                          <a:cs typeface="Georgia"/>
                          <a:sym typeface="Georgia"/>
                        </a:rPr>
                        <a:t>Carlson</a:t>
                      </a:r>
                      <a:endParaRPr sz="69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6900">
                          <a:latin typeface="Georgia"/>
                          <a:ea typeface="Georgia"/>
                          <a:cs typeface="Georgia"/>
                          <a:sym typeface="Georgia"/>
                        </a:rPr>
                        <a:t>The Boss</a:t>
                      </a:r>
                      <a:endParaRPr sz="6900">
                        <a:latin typeface="Georgia"/>
                        <a:ea typeface="Georgia"/>
                        <a:cs typeface="Georgia"/>
                        <a:sym typeface="Georgia"/>
                      </a:endParaRPr>
                    </a:p>
                  </a:txBody>
                  <a:tcPr marT="91425" marB="91425" marR="91425" marL="91425" anchor="ctr"/>
                </a:tc>
              </a:tr>
            </a:tbl>
          </a:graphicData>
        </a:graphic>
      </p:graphicFrame>
      <p:pic>
        <p:nvPicPr>
          <p:cNvPr id="74" name="Google Shape;74;p13"/>
          <p:cNvPicPr preferRelativeResize="0"/>
          <p:nvPr/>
        </p:nvPicPr>
        <p:blipFill rotWithShape="1">
          <a:blip r:embed="rId6">
            <a:alphaModFix/>
          </a:blip>
          <a:srcRect b="0" l="3192" r="3192" t="0"/>
          <a:stretch/>
        </p:blipFill>
        <p:spPr>
          <a:xfrm>
            <a:off x="20804025" y="5938950"/>
            <a:ext cx="1112452" cy="1131449"/>
          </a:xfrm>
          <a:prstGeom prst="rect">
            <a:avLst/>
          </a:prstGeom>
          <a:noFill/>
          <a:ln>
            <a:noFill/>
          </a:ln>
        </p:spPr>
      </p:pic>
      <p:pic>
        <p:nvPicPr>
          <p:cNvPr id="75" name="Google Shape;75;p13"/>
          <p:cNvPicPr preferRelativeResize="0"/>
          <p:nvPr/>
        </p:nvPicPr>
        <p:blipFill rotWithShape="1">
          <a:blip r:embed="rId7">
            <a:alphaModFix/>
          </a:blip>
          <a:srcRect b="1691" l="0" r="0" t="1691"/>
          <a:stretch/>
        </p:blipFill>
        <p:spPr>
          <a:xfrm>
            <a:off x="20804025" y="7601700"/>
            <a:ext cx="1112452" cy="1131449"/>
          </a:xfrm>
          <a:prstGeom prst="rect">
            <a:avLst/>
          </a:prstGeom>
          <a:noFill/>
          <a:ln>
            <a:noFill/>
          </a:ln>
        </p:spPr>
      </p:pic>
      <p:pic>
        <p:nvPicPr>
          <p:cNvPr id="76" name="Google Shape;76;p13"/>
          <p:cNvPicPr preferRelativeResize="0"/>
          <p:nvPr/>
        </p:nvPicPr>
        <p:blipFill rotWithShape="1">
          <a:blip r:embed="rId8">
            <a:alphaModFix/>
          </a:blip>
          <a:srcRect b="1607" l="0" r="0" t="1607"/>
          <a:stretch/>
        </p:blipFill>
        <p:spPr>
          <a:xfrm>
            <a:off x="20762625" y="9264450"/>
            <a:ext cx="1112452" cy="1131449"/>
          </a:xfrm>
          <a:prstGeom prst="rect">
            <a:avLst/>
          </a:prstGeom>
          <a:noFill/>
          <a:ln>
            <a:noFill/>
          </a:ln>
        </p:spPr>
      </p:pic>
      <p:pic>
        <p:nvPicPr>
          <p:cNvPr id="77" name="Google Shape;77;p13"/>
          <p:cNvPicPr preferRelativeResize="0"/>
          <p:nvPr/>
        </p:nvPicPr>
        <p:blipFill rotWithShape="1">
          <a:blip r:embed="rId9">
            <a:alphaModFix/>
          </a:blip>
          <a:srcRect b="5357" l="0" r="0" t="5357"/>
          <a:stretch/>
        </p:blipFill>
        <p:spPr>
          <a:xfrm>
            <a:off x="20804025" y="10743788"/>
            <a:ext cx="1112452" cy="1131450"/>
          </a:xfrm>
          <a:prstGeom prst="rect">
            <a:avLst/>
          </a:prstGeom>
          <a:noFill/>
          <a:ln>
            <a:noFill/>
          </a:ln>
        </p:spPr>
      </p:pic>
      <p:pic>
        <p:nvPicPr>
          <p:cNvPr id="78" name="Google Shape;78;p13"/>
          <p:cNvPicPr preferRelativeResize="0"/>
          <p:nvPr/>
        </p:nvPicPr>
        <p:blipFill rotWithShape="1">
          <a:blip r:embed="rId10">
            <a:alphaModFix/>
          </a:blip>
          <a:srcRect b="6148" l="0" r="0" t="6148"/>
          <a:stretch/>
        </p:blipFill>
        <p:spPr>
          <a:xfrm>
            <a:off x="20804025" y="12437550"/>
            <a:ext cx="1112452" cy="1131450"/>
          </a:xfrm>
          <a:prstGeom prst="rect">
            <a:avLst/>
          </a:prstGeom>
          <a:noFill/>
          <a:ln>
            <a:noFill/>
          </a:ln>
        </p:spPr>
      </p:pic>
      <p:pic>
        <p:nvPicPr>
          <p:cNvPr id="79" name="Google Shape;79;p13"/>
          <p:cNvPicPr preferRelativeResize="0"/>
          <p:nvPr/>
        </p:nvPicPr>
        <p:blipFill rotWithShape="1">
          <a:blip r:embed="rId11">
            <a:alphaModFix/>
          </a:blip>
          <a:srcRect b="0" l="13133" r="13126" t="0"/>
          <a:stretch/>
        </p:blipFill>
        <p:spPr>
          <a:xfrm>
            <a:off x="20804025" y="14006625"/>
            <a:ext cx="1112452" cy="1131449"/>
          </a:xfrm>
          <a:prstGeom prst="rect">
            <a:avLst/>
          </a:prstGeom>
          <a:noFill/>
          <a:ln>
            <a:noFill/>
          </a:ln>
        </p:spPr>
      </p:pic>
      <p:pic>
        <p:nvPicPr>
          <p:cNvPr id="80" name="Google Shape;80;p13"/>
          <p:cNvPicPr preferRelativeResize="0"/>
          <p:nvPr/>
        </p:nvPicPr>
        <p:blipFill rotWithShape="1">
          <a:blip r:embed="rId12">
            <a:alphaModFix/>
          </a:blip>
          <a:srcRect b="0" l="11138" r="11138" t="0"/>
          <a:stretch/>
        </p:blipFill>
        <p:spPr>
          <a:xfrm>
            <a:off x="20948750" y="15548625"/>
            <a:ext cx="1112452" cy="1131449"/>
          </a:xfrm>
          <a:prstGeom prst="rect">
            <a:avLst/>
          </a:prstGeom>
          <a:noFill/>
          <a:ln>
            <a:noFill/>
          </a:ln>
        </p:spPr>
      </p:pic>
      <p:pic>
        <p:nvPicPr>
          <p:cNvPr id="81" name="Google Shape;81;p13"/>
          <p:cNvPicPr preferRelativeResize="0"/>
          <p:nvPr/>
        </p:nvPicPr>
        <p:blipFill rotWithShape="1">
          <a:blip r:embed="rId13">
            <a:alphaModFix/>
          </a:blip>
          <a:srcRect b="0" l="13175" r="13182" t="0"/>
          <a:stretch/>
        </p:blipFill>
        <p:spPr>
          <a:xfrm>
            <a:off x="20948750" y="17284350"/>
            <a:ext cx="1112452" cy="1131450"/>
          </a:xfrm>
          <a:prstGeom prst="rect">
            <a:avLst/>
          </a:prstGeom>
          <a:noFill/>
          <a:ln>
            <a:noFill/>
          </a:ln>
        </p:spPr>
      </p:pic>
      <p:pic>
        <p:nvPicPr>
          <p:cNvPr id="82" name="Google Shape;82;p13"/>
          <p:cNvPicPr preferRelativeResize="0"/>
          <p:nvPr/>
        </p:nvPicPr>
        <p:blipFill rotWithShape="1">
          <a:blip r:embed="rId14">
            <a:alphaModFix/>
          </a:blip>
          <a:srcRect b="0" l="13175" r="13182" t="0"/>
          <a:stretch/>
        </p:blipFill>
        <p:spPr>
          <a:xfrm>
            <a:off x="20948750" y="18783750"/>
            <a:ext cx="1112452" cy="1131450"/>
          </a:xfrm>
          <a:prstGeom prst="rect">
            <a:avLst/>
          </a:prstGeom>
          <a:noFill/>
          <a:ln>
            <a:noFill/>
          </a:ln>
        </p:spPr>
      </p:pic>
      <p:sp>
        <p:nvSpPr>
          <p:cNvPr id="83" name="Google Shape;83;p13"/>
          <p:cNvSpPr txBox="1"/>
          <p:nvPr/>
        </p:nvSpPr>
        <p:spPr>
          <a:xfrm>
            <a:off x="16195425" y="1175850"/>
            <a:ext cx="10619100" cy="42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Use these and/or other pictures you find to add appropriate characters to this character’s “Friends” list.</a:t>
            </a:r>
            <a:endParaRPr sz="6000">
              <a:latin typeface="Barlow"/>
              <a:ea typeface="Barlow"/>
              <a:cs typeface="Barlow"/>
              <a:sym typeface="Barlow"/>
            </a:endParaRPr>
          </a:p>
        </p:txBody>
      </p:sp>
      <p:sp>
        <p:nvSpPr>
          <p:cNvPr id="84" name="Google Shape;84;p13"/>
          <p:cNvSpPr txBox="1"/>
          <p:nvPr/>
        </p:nvSpPr>
        <p:spPr>
          <a:xfrm>
            <a:off x="5509600" y="4162275"/>
            <a:ext cx="8517000" cy="481200"/>
          </a:xfrm>
          <a:prstGeom prst="rect">
            <a:avLst/>
          </a:prstGeom>
          <a:solidFill>
            <a:srgbClr val="F1C809">
              <a:alpha val="4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t>Insert text</a:t>
            </a:r>
            <a:endParaRPr b="1" sz="2400"/>
          </a:p>
        </p:txBody>
      </p:sp>
      <p:sp>
        <p:nvSpPr>
          <p:cNvPr id="85" name="Google Shape;85;p13"/>
          <p:cNvSpPr txBox="1"/>
          <p:nvPr/>
        </p:nvSpPr>
        <p:spPr>
          <a:xfrm>
            <a:off x="793950" y="16842146"/>
            <a:ext cx="3681000" cy="4594800"/>
          </a:xfrm>
          <a:prstGeom prst="rect">
            <a:avLst/>
          </a:prstGeom>
          <a:solidFill>
            <a:srgbClr val="F1C809">
              <a:alpha val="46250"/>
            </a:srgbClr>
          </a:solid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SzPts val="2000"/>
              <a:buChar char="●"/>
            </a:pPr>
            <a:r>
              <a:rPr lang="en" sz="2000"/>
              <a:t>Insert text</a:t>
            </a:r>
            <a:endParaRPr sz="2000"/>
          </a:p>
          <a:p>
            <a:pPr indent="-355600" lvl="0" marL="457200" marR="0" rtl="0" algn="l">
              <a:lnSpc>
                <a:spcPct val="100000"/>
              </a:lnSpc>
              <a:spcBef>
                <a:spcPts val="0"/>
              </a:spcBef>
              <a:spcAft>
                <a:spcPts val="0"/>
              </a:spcAft>
              <a:buSzPts val="2000"/>
              <a:buChar char="●"/>
            </a:pPr>
            <a:r>
              <a:rPr lang="en" sz="2000"/>
              <a:t>Insert text</a:t>
            </a:r>
            <a:endParaRPr sz="2000"/>
          </a:p>
          <a:p>
            <a:pPr indent="-355600" lvl="0" marL="457200" marR="0" rtl="0" algn="l">
              <a:lnSpc>
                <a:spcPct val="100000"/>
              </a:lnSpc>
              <a:spcBef>
                <a:spcPts val="0"/>
              </a:spcBef>
              <a:spcAft>
                <a:spcPts val="0"/>
              </a:spcAft>
              <a:buSzPts val="2000"/>
              <a:buChar char="●"/>
            </a:pPr>
            <a:r>
              <a:rPr lang="en" sz="2000"/>
              <a:t>Insert text</a:t>
            </a:r>
            <a:endParaRPr sz="2000"/>
          </a:p>
        </p:txBody>
      </p:sp>
      <p:sp>
        <p:nvSpPr>
          <p:cNvPr id="86" name="Google Shape;86;p13"/>
          <p:cNvSpPr txBox="1"/>
          <p:nvPr/>
        </p:nvSpPr>
        <p:spPr>
          <a:xfrm>
            <a:off x="793950" y="10754550"/>
            <a:ext cx="3681000" cy="481200"/>
          </a:xfrm>
          <a:prstGeom prst="rect">
            <a:avLst/>
          </a:prstGeom>
          <a:solidFill>
            <a:srgbClr val="F1C809">
              <a:alpha val="4625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2000"/>
              <a:t>Insert text</a:t>
            </a:r>
            <a:endParaRPr sz="2000"/>
          </a:p>
        </p:txBody>
      </p:sp>
      <p:sp>
        <p:nvSpPr>
          <p:cNvPr id="87" name="Google Shape;87;p13"/>
          <p:cNvSpPr txBox="1"/>
          <p:nvPr/>
        </p:nvSpPr>
        <p:spPr>
          <a:xfrm>
            <a:off x="793950" y="11526750"/>
            <a:ext cx="3681000" cy="481200"/>
          </a:xfrm>
          <a:prstGeom prst="rect">
            <a:avLst/>
          </a:prstGeom>
          <a:solidFill>
            <a:srgbClr val="F1C809">
              <a:alpha val="4625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2000"/>
              <a:t>Insert text</a:t>
            </a:r>
            <a:endParaRPr sz="2000"/>
          </a:p>
        </p:txBody>
      </p:sp>
      <p:sp>
        <p:nvSpPr>
          <p:cNvPr id="88" name="Google Shape;88;p13"/>
          <p:cNvSpPr txBox="1"/>
          <p:nvPr/>
        </p:nvSpPr>
        <p:spPr>
          <a:xfrm>
            <a:off x="793950" y="12298950"/>
            <a:ext cx="3681000" cy="481200"/>
          </a:xfrm>
          <a:prstGeom prst="rect">
            <a:avLst/>
          </a:prstGeom>
          <a:solidFill>
            <a:srgbClr val="F1C809">
              <a:alpha val="4625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2000"/>
              <a:t>Insert text</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14"/>
          <p:cNvSpPr txBox="1"/>
          <p:nvPr/>
        </p:nvSpPr>
        <p:spPr>
          <a:xfrm>
            <a:off x="7203625" y="2784075"/>
            <a:ext cx="7963800" cy="9873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latin typeface="Barlow"/>
                <a:ea typeface="Barlow"/>
                <a:cs typeface="Barlow"/>
                <a:sym typeface="Barlow"/>
              </a:rPr>
              <a:t>From:</a:t>
            </a:r>
            <a:endParaRPr sz="4800">
              <a:latin typeface="Barlow"/>
              <a:ea typeface="Barlow"/>
              <a:cs typeface="Barlow"/>
              <a:sym typeface="Barlow"/>
            </a:endParaRPr>
          </a:p>
        </p:txBody>
      </p:sp>
      <p:sp>
        <p:nvSpPr>
          <p:cNvPr id="94" name="Google Shape;94;p14"/>
          <p:cNvSpPr txBox="1"/>
          <p:nvPr/>
        </p:nvSpPr>
        <p:spPr>
          <a:xfrm>
            <a:off x="424500" y="4133325"/>
            <a:ext cx="15006300" cy="130974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chemeClr val="dk1"/>
                </a:solidFill>
                <a:latin typeface="Barlow"/>
                <a:ea typeface="Barlow"/>
                <a:cs typeface="Barlow"/>
                <a:sym typeface="Barlow"/>
              </a:rPr>
              <a:t>Insert text</a:t>
            </a:r>
            <a:endParaRPr/>
          </a:p>
        </p:txBody>
      </p:sp>
      <p:sp>
        <p:nvSpPr>
          <p:cNvPr id="95" name="Google Shape;95;p14"/>
          <p:cNvSpPr txBox="1"/>
          <p:nvPr/>
        </p:nvSpPr>
        <p:spPr>
          <a:xfrm>
            <a:off x="1016850" y="17691575"/>
            <a:ext cx="13788600" cy="18429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chemeClr val="dk1"/>
                </a:solidFill>
                <a:latin typeface="Barlow"/>
                <a:ea typeface="Barlow"/>
                <a:cs typeface="Barlow"/>
                <a:sym typeface="Barlow"/>
              </a:rPr>
              <a:t>Insert text</a:t>
            </a:r>
            <a:endParaRPr>
              <a:solidFill>
                <a:schemeClr val="dk1"/>
              </a:solidFill>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