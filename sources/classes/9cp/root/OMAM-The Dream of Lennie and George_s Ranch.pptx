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5754350" cx="22278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962">
          <p15:clr>
            <a:srgbClr val="A4A3A4"/>
          </p15:clr>
        </p15:guide>
        <p15:guide id="2" pos="70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962" orient="horz"/>
        <p:guide pos="701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708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b0aa421e_0_0:notes"/>
          <p:cNvSpPr/>
          <p:nvPr>
            <p:ph idx="2" type="sldImg"/>
          </p:nvPr>
        </p:nvSpPr>
        <p:spPr>
          <a:xfrm>
            <a:off x="1004708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b0aa42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59464" y="2280606"/>
            <a:ext cx="20760000" cy="62871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59444" y="8680820"/>
            <a:ext cx="20760000" cy="24279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59444" y="6587974"/>
            <a:ext cx="20760000" cy="25785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59444" y="1363095"/>
            <a:ext cx="20760000" cy="1754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59444" y="3529988"/>
            <a:ext cx="20760000" cy="104643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59444" y="1363095"/>
            <a:ext cx="20760000" cy="1754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759444" y="3529988"/>
            <a:ext cx="9745800" cy="104643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1773941" y="3529988"/>
            <a:ext cx="9745800" cy="104643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759444" y="1363095"/>
            <a:ext cx="20760000" cy="1754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759444" y="1701782"/>
            <a:ext cx="6841500" cy="23148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759444" y="4256293"/>
            <a:ext cx="6841500" cy="97383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25450" lvl="0" marL="4572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194474" y="1378793"/>
            <a:ext cx="15515100" cy="125301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1pPr>
            <a:lvl2pPr lvl="1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2pPr>
            <a:lvl3pPr lvl="2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3pPr>
            <a:lvl4pPr lvl="3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4pPr>
            <a:lvl5pPr lvl="4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5pPr>
            <a:lvl6pPr lvl="5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6pPr>
            <a:lvl7pPr lvl="6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7pPr>
            <a:lvl8pPr lvl="7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8pPr>
            <a:lvl9pPr lvl="8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1139488" y="-383"/>
            <a:ext cx="11139300" cy="157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37025" lIns="237025" spcFirstLastPara="1" rIns="237025" wrap="square" tIns="23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646880" y="3777169"/>
            <a:ext cx="9855900" cy="45402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646880" y="8585715"/>
            <a:ext cx="9855900" cy="37830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2034886" y="2217815"/>
            <a:ext cx="9348600" cy="113181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indent="-527050" lvl="0" marL="457200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759444" y="12958095"/>
            <a:ext cx="14615700" cy="18534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759444" y="3388020"/>
            <a:ext cx="20760000" cy="60141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759444" y="9655148"/>
            <a:ext cx="20760000" cy="39843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 algn="ctr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59444" y="1363095"/>
            <a:ext cx="20760000" cy="17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59444" y="3529988"/>
            <a:ext cx="20760000" cy="104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700"/>
              <a:buChar char="●"/>
              <a:defRPr sz="4700">
                <a:solidFill>
                  <a:schemeClr val="dk2"/>
                </a:solidFill>
              </a:defRPr>
            </a:lvl1pPr>
            <a:lvl2pPr indent="-457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2pPr>
            <a:lvl3pPr indent="-457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3pPr>
            <a:lvl4pPr indent="-457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4pPr>
            <a:lvl5pPr indent="-457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5pPr>
            <a:lvl6pPr indent="-457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6pPr>
            <a:lvl7pPr indent="-457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7pPr>
            <a:lvl8pPr indent="-457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8pPr>
            <a:lvl9pPr indent="-457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0642790" y="14283260"/>
            <a:ext cx="1336800" cy="12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 algn="r">
              <a:buNone/>
              <a:defRPr sz="2600">
                <a:solidFill>
                  <a:schemeClr val="dk2"/>
                </a:solidFill>
              </a:defRPr>
            </a:lvl1pPr>
            <a:lvl2pPr lvl="1" algn="r">
              <a:buNone/>
              <a:defRPr sz="2600">
                <a:solidFill>
                  <a:schemeClr val="dk2"/>
                </a:solidFill>
              </a:defRPr>
            </a:lvl2pPr>
            <a:lvl3pPr lvl="2" algn="r">
              <a:buNone/>
              <a:defRPr sz="2600">
                <a:solidFill>
                  <a:schemeClr val="dk2"/>
                </a:solidFill>
              </a:defRPr>
            </a:lvl3pPr>
            <a:lvl4pPr lvl="3" algn="r">
              <a:buNone/>
              <a:defRPr sz="2600">
                <a:solidFill>
                  <a:schemeClr val="dk2"/>
                </a:solidFill>
              </a:defRPr>
            </a:lvl4pPr>
            <a:lvl5pPr lvl="4" algn="r">
              <a:buNone/>
              <a:defRPr sz="2600">
                <a:solidFill>
                  <a:schemeClr val="dk2"/>
                </a:solidFill>
              </a:defRPr>
            </a:lvl5pPr>
            <a:lvl6pPr lvl="5" algn="r">
              <a:buNone/>
              <a:defRPr sz="2600">
                <a:solidFill>
                  <a:schemeClr val="dk2"/>
                </a:solidFill>
              </a:defRPr>
            </a:lvl6pPr>
            <a:lvl7pPr lvl="6" algn="r">
              <a:buNone/>
              <a:defRPr sz="2600">
                <a:solidFill>
                  <a:schemeClr val="dk2"/>
                </a:solidFill>
              </a:defRPr>
            </a:lvl7pPr>
            <a:lvl8pPr lvl="7" algn="r">
              <a:buNone/>
              <a:defRPr sz="2600">
                <a:solidFill>
                  <a:schemeClr val="dk2"/>
                </a:solidFill>
              </a:defRPr>
            </a:lvl8pPr>
            <a:lvl9pPr lvl="8" algn="r">
              <a:buNone/>
              <a:defRPr sz="2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137725" y="6982600"/>
            <a:ext cx="57900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-5879300" y="1089200"/>
            <a:ext cx="55905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dk2"/>
                </a:solidFill>
              </a:rPr>
              <a:t>(Steinbeck 14)</a:t>
            </a:r>
            <a:endParaRPr sz="47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42475" y="6192225"/>
            <a:ext cx="7203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big vegetable patch</a:t>
            </a:r>
            <a:endParaRPr sz="4800"/>
          </a:p>
        </p:txBody>
      </p:sp>
      <p:sp>
        <p:nvSpPr>
          <p:cNvPr id="57" name="Google Shape;57;p13"/>
          <p:cNvSpPr txBox="1"/>
          <p:nvPr/>
        </p:nvSpPr>
        <p:spPr>
          <a:xfrm>
            <a:off x="6237475" y="6360550"/>
            <a:ext cx="55905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dk2"/>
                </a:solidFill>
              </a:rPr>
              <a:t>(Steinbeck 14)</a:t>
            </a:r>
            <a:endParaRPr sz="4700">
              <a:solidFill>
                <a:schemeClr val="dk2"/>
              </a:solidFill>
            </a:endParaRPr>
          </a:p>
        </p:txBody>
      </p:sp>
      <p:pic>
        <p:nvPicPr>
          <p:cNvPr id="58" name="Google Shape;58;p13" title="vegetable garden, detail | Monticello &amp; Gabriele Rausse - Ch… | Flick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050" y="7439850"/>
            <a:ext cx="5272425" cy="35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