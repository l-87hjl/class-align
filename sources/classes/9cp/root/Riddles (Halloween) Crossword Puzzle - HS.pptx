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10058400" cx="7772400"/>
  <p:notesSz cx="6858000" cy="9144000"/>
  <p:embeddedFontLst>
    <p:embeddedFont>
      <p:font typeface="Bebas Neue"/>
      <p:regular r:id="rId9"/>
    </p:embeddedFont>
    <p:embeddedFont>
      <p:font typeface="Century Gothic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0E5CCC-4D3A-4B0F-A1D3-2C2676D04053}">
  <a:tblStyle styleId="{3D0E5CCC-4D3A-4B0F-A1D3-2C2676D040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enturyGothic-bold.fntdata"/><Relationship Id="rId10" Type="http://schemas.openxmlformats.org/officeDocument/2006/relationships/font" Target="fonts/CenturyGothic-regular.fntdata"/><Relationship Id="rId13" Type="http://schemas.openxmlformats.org/officeDocument/2006/relationships/font" Target="fonts/CenturyGothic-boldItalic.fntdata"/><Relationship Id="rId12" Type="http://schemas.openxmlformats.org/officeDocument/2006/relationships/font" Target="fonts/CenturyGothic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Bebas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0cb0bd063_0_85:notes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0cb0bd06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18bd0ba2d_0_4:notes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18bd0ba2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498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5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8000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5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974650" y="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65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3974650" y="78650"/>
            <a:ext cx="95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608050" y="78650"/>
            <a:ext cx="95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2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74650" y="1026400"/>
            <a:ext cx="95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6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186700" y="790675"/>
            <a:ext cx="95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5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460550" y="314425"/>
            <a:ext cx="95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4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979650" y="78650"/>
            <a:ext cx="95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3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720100" y="1502600"/>
            <a:ext cx="95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7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74650" y="198837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10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707950" y="2219350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11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119775" y="174787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8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064875" y="198837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9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307775" y="270277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12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064875" y="293137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13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398350" y="342192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16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398350" y="390292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19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3131650" y="413392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20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705800" y="3181350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14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6260625" y="3664725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18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6582100" y="3181350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15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064875" y="3652850"/>
            <a:ext cx="2046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17</a:t>
            </a:r>
            <a:endParaRPr sz="900">
              <a:solidFill>
                <a:srgbClr val="666666"/>
              </a:solidFill>
            </a:endParaRPr>
          </a:p>
        </p:txBody>
      </p:sp>
      <p:graphicFrame>
        <p:nvGraphicFramePr>
          <p:cNvPr id="75" name="Google Shape;75;p13"/>
          <p:cNvGraphicFramePr/>
          <p:nvPr/>
        </p:nvGraphicFramePr>
        <p:xfrm>
          <a:off x="4580675" y="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65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" name="Google Shape;76;p13"/>
          <p:cNvGraphicFramePr/>
          <p:nvPr/>
        </p:nvGraphicFramePr>
        <p:xfrm>
          <a:off x="5963800" y="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831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" name="Google Shape;77;p13"/>
          <p:cNvGraphicFramePr/>
          <p:nvPr/>
        </p:nvGraphicFramePr>
        <p:xfrm>
          <a:off x="5150388" y="79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65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" name="Google Shape;78;p13"/>
          <p:cNvGraphicFramePr/>
          <p:nvPr/>
        </p:nvGraphicFramePr>
        <p:xfrm>
          <a:off x="5705800" y="151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70550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" name="Google Shape;79;p13"/>
          <p:cNvGraphicFramePr/>
          <p:nvPr/>
        </p:nvGraphicFramePr>
        <p:xfrm>
          <a:off x="3973813" y="197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70550"/>
              </a:tblGrid>
              <a:tr h="26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Google Shape;80;p13"/>
          <p:cNvGraphicFramePr/>
          <p:nvPr/>
        </p:nvGraphicFramePr>
        <p:xfrm>
          <a:off x="6497738" y="31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65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" name="Google Shape;81;p13"/>
          <p:cNvGraphicFramePr/>
          <p:nvPr/>
        </p:nvGraphicFramePr>
        <p:xfrm>
          <a:off x="3075250" y="175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65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Google Shape;82;p13"/>
          <p:cNvGraphicFramePr/>
          <p:nvPr/>
        </p:nvGraphicFramePr>
        <p:xfrm>
          <a:off x="2269475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65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" name="Google Shape;83;p13"/>
          <p:cNvGraphicFramePr/>
          <p:nvPr/>
        </p:nvGraphicFramePr>
        <p:xfrm>
          <a:off x="3398350" y="389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6525"/>
              </a:tblGrid>
              <a:tr h="26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" name="Google Shape;84;p13"/>
          <p:cNvGraphicFramePr/>
          <p:nvPr/>
        </p:nvGraphicFramePr>
        <p:xfrm>
          <a:off x="5340350" y="314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96025"/>
                <a:gridCol w="329175"/>
                <a:gridCol w="281375"/>
                <a:gridCol w="277525"/>
                <a:gridCol w="3282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" name="Google Shape;85;p13"/>
          <p:cNvGraphicFramePr/>
          <p:nvPr/>
        </p:nvGraphicFramePr>
        <p:xfrm>
          <a:off x="5705800" y="319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82550"/>
                <a:gridCol w="282550"/>
                <a:gridCol w="253325"/>
                <a:gridCol w="311775"/>
                <a:gridCol w="31327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" name="Google Shape;86;p13"/>
          <p:cNvGraphicFramePr/>
          <p:nvPr/>
        </p:nvGraphicFramePr>
        <p:xfrm>
          <a:off x="6228425" y="3660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87700"/>
                <a:gridCol w="307325"/>
                <a:gridCol w="222175"/>
                <a:gridCol w="272400"/>
                <a:gridCol w="35387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" name="Google Shape;87;p13"/>
          <p:cNvGraphicFramePr/>
          <p:nvPr/>
        </p:nvGraphicFramePr>
        <p:xfrm>
          <a:off x="1972500" y="366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81425"/>
                <a:gridCol w="344500"/>
                <a:gridCol w="218350"/>
                <a:gridCol w="281425"/>
                <a:gridCol w="365600"/>
              </a:tblGrid>
              <a:tr h="231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Google Shape;88;p13"/>
          <p:cNvGraphicFramePr/>
          <p:nvPr/>
        </p:nvGraphicFramePr>
        <p:xfrm>
          <a:off x="1972500" y="295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89000"/>
                <a:gridCol w="344500"/>
                <a:gridCol w="240575"/>
                <a:gridCol w="228675"/>
                <a:gridCol w="336525"/>
                <a:gridCol w="292825"/>
                <a:gridCol w="279850"/>
                <a:gridCol w="259925"/>
              </a:tblGrid>
              <a:tr h="23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" name="Google Shape;89;p13"/>
          <p:cNvGraphicFramePr/>
          <p:nvPr/>
        </p:nvGraphicFramePr>
        <p:xfrm>
          <a:off x="3075250" y="416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23100"/>
                <a:gridCol w="336525"/>
                <a:gridCol w="238950"/>
                <a:gridCol w="284375"/>
                <a:gridCol w="272025"/>
                <a:gridCol w="314700"/>
                <a:gridCol w="285925"/>
                <a:gridCol w="287475"/>
                <a:gridCol w="287475"/>
              </a:tblGrid>
              <a:tr h="21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0" name="Google Shape;90;p13"/>
          <p:cNvGraphicFramePr/>
          <p:nvPr/>
        </p:nvGraphicFramePr>
        <p:xfrm>
          <a:off x="3380338" y="342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23100"/>
                <a:gridCol w="301625"/>
                <a:gridCol w="270550"/>
                <a:gridCol w="336300"/>
                <a:gridCol w="310100"/>
                <a:gridCol w="259625"/>
                <a:gridCol w="254300"/>
                <a:gridCol w="287475"/>
              </a:tblGrid>
              <a:tr h="22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Google Shape;91;p13"/>
          <p:cNvGraphicFramePr/>
          <p:nvPr/>
        </p:nvGraphicFramePr>
        <p:xfrm>
          <a:off x="3672200" y="224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16225"/>
                <a:gridCol w="269775"/>
                <a:gridCol w="303200"/>
                <a:gridCol w="329375"/>
                <a:gridCol w="259625"/>
                <a:gridCol w="336525"/>
                <a:gridCol w="218875"/>
                <a:gridCol w="259750"/>
                <a:gridCol w="281375"/>
              </a:tblGrid>
              <a:tr h="228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" name="Google Shape;92;p13"/>
          <p:cNvGraphicFramePr/>
          <p:nvPr/>
        </p:nvGraphicFramePr>
        <p:xfrm>
          <a:off x="2033325" y="199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220825"/>
                <a:gridCol w="277550"/>
                <a:gridCol w="292650"/>
                <a:gridCol w="250900"/>
                <a:gridCol w="336525"/>
                <a:gridCol w="262200"/>
              </a:tblGrid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Google Shape;93;p13"/>
          <p:cNvGraphicFramePr/>
          <p:nvPr/>
        </p:nvGraphicFramePr>
        <p:xfrm>
          <a:off x="3974650" y="102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{3D0E5CCC-4D3A-4B0F-A1D3-2C2676D04053}</a:tableStyleId>
              </a:tblPr>
              <a:tblGrid>
                <a:gridCol w="333375"/>
                <a:gridCol w="266975"/>
                <a:gridCol w="333375"/>
                <a:gridCol w="231025"/>
                <a:gridCol w="333375"/>
                <a:gridCol w="203325"/>
                <a:gridCol w="284775"/>
                <a:gridCol w="285650"/>
              </a:tblGrid>
              <a:tr h="25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3"/>
          <p:cNvSpPr/>
          <p:nvPr/>
        </p:nvSpPr>
        <p:spPr>
          <a:xfrm>
            <a:off x="-4105175" y="2135900"/>
            <a:ext cx="4010100" cy="3880200"/>
          </a:xfrm>
          <a:prstGeom prst="homePlate">
            <a:avLst>
              <a:gd fmla="val 15624" name="adj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IF COMPLETING THE PUZZLE DIGITALLY THROUGH GOOGLE SLIDES, ZOOM IN TO AT LEAST 100% IN ORDER TO BETTER BE ABLE TO CLICK ON THE SQUARES INDIVIDUALLY AND ADD YOUR LETTERS. 200% ZOOM WORKS GREAT AS WELL! </a:t>
            </a:r>
            <a:endParaRPr sz="22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 ORDER TO ZOOM IN. CLICK [ VIEW ] IN THE TOOLBOX. THEN CLICK [ ZOOM ] THEN SELECT THE PERCENTAGE, OR CLICK ZOOM IN UNTIL HAPPY WITH THE LAYOUT. </a:t>
            </a:r>
            <a:endParaRPr sz="22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-4105175" y="2135900"/>
            <a:ext cx="4010100" cy="3880200"/>
          </a:xfrm>
          <a:prstGeom prst="homePlate">
            <a:avLst>
              <a:gd fmla="val 15624" name="adj"/>
            </a:avLst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IF COMPLETING THE PUZZLE DIGITALLY THROUGH GOOGLE SLIDES, ZOOM IN TO AT LEAST 100% IN ORDER TO BETTER BE ABLE TO select the words using the highlight tools to the right. </a:t>
            </a:r>
            <a:endParaRPr sz="2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To highlight simply place the shape over the letters and adjust the size. </a:t>
            </a:r>
            <a:endParaRPr sz="2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 ORDER TO ZOOM IN. CLICK [ VIEW ] IN THE TOOLBOX. THEN CLICK [ ZOOM ] THEN SELECT THE PERCENTAGE, OR CLICK ZOOM IN UNTIL HAPPY WITH THE LAYOUT. </a:t>
            </a:r>
            <a:endParaRPr sz="2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076425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8044500" y="0"/>
            <a:ext cx="1514400" cy="247500"/>
          </a:xfrm>
          <a:prstGeom prst="roundRect">
            <a:avLst>
              <a:gd fmla="val 16667" name="adj"/>
            </a:avLst>
          </a:prstGeom>
          <a:solidFill>
            <a:srgbClr val="F29200">
              <a:alpha val="592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8689025" y="6215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8678375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8657100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8689013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8667738" y="705900"/>
            <a:ext cx="289200" cy="1290900"/>
          </a:xfrm>
          <a:prstGeom prst="roundRect">
            <a:avLst>
              <a:gd fmla="val 16667" name="adj"/>
            </a:avLst>
          </a:prstGeom>
          <a:solidFill>
            <a:srgbClr val="9900FF">
              <a:alpha val="51400"/>
            </a:srgbClr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 rot="-2700000">
            <a:off x="8710757" y="2278812"/>
            <a:ext cx="224436" cy="2478126"/>
          </a:xfrm>
          <a:prstGeom prst="roundRect">
            <a:avLst>
              <a:gd fmla="val 16667" name="adj"/>
            </a:avLst>
          </a:prstGeom>
          <a:solidFill>
            <a:srgbClr val="3FEF3F">
              <a:alpha val="52510"/>
            </a:srgbClr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 rot="2700000">
            <a:off x="8526332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 rot="2700000">
            <a:off x="85727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 rot="2700000">
            <a:off x="85727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 rot="2700000">
            <a:off x="85031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 rot="2700000">
            <a:off x="85495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 rot="2700000">
            <a:off x="85495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 rot="2700000">
            <a:off x="85263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 rot="2700000">
            <a:off x="85727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 rot="2700000">
            <a:off x="85727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 rot="2700000">
            <a:off x="8514732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 rot="2700000">
            <a:off x="85611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/>
          <p:nvPr/>
        </p:nvSpPr>
        <p:spPr>
          <a:xfrm rot="2700000">
            <a:off x="85611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 rot="2700000">
            <a:off x="84915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 rot="2700000">
            <a:off x="85379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 rot="2700000">
            <a:off x="85379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 rot="2700000">
            <a:off x="85147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 rot="2700000">
            <a:off x="85611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 rot="2700000">
            <a:off x="85611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 rot="2700000">
            <a:off x="8532132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 rot="2700000">
            <a:off x="85785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 rot="2700000">
            <a:off x="85785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 rot="2700000">
            <a:off x="85089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 rot="2700000">
            <a:off x="85553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 rot="2700000">
            <a:off x="85553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 rot="2700000">
            <a:off x="85321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 rot="2700000">
            <a:off x="85785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 rot="2700000">
            <a:off x="85785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 rot="2700000">
            <a:off x="8520532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 rot="2700000">
            <a:off x="85669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 rot="2700000">
            <a:off x="8566957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 rot="2700000">
            <a:off x="84973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 rot="2700000">
            <a:off x="85437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 rot="2700000">
            <a:off x="85437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 rot="2700000">
            <a:off x="8520520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 rot="2700000">
            <a:off x="8566945" y="4580348"/>
            <a:ext cx="224436" cy="2087803"/>
          </a:xfrm>
          <a:prstGeom prst="roundRect">
            <a:avLst>
              <a:gd fmla="val 16667" name="adj"/>
            </a:avLst>
          </a:prstGeom>
          <a:solidFill>
            <a:srgbClr val="351C75">
              <a:alpha val="52510"/>
            </a:srgbClr>
          </a:solidFill>
          <a:ln cap="flat" cmpd="sng" w="95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