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12ecd2ff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12ecd2ff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2375" y="59625"/>
            <a:ext cx="2917500" cy="24492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text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113250" y="122550"/>
            <a:ext cx="5948100" cy="2044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82375" y="2644800"/>
            <a:ext cx="2917500" cy="24492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113250" y="3049425"/>
            <a:ext cx="2917500" cy="2044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144000" y="2247075"/>
            <a:ext cx="2917500" cy="2896500"/>
          </a:xfrm>
          <a:prstGeom prst="roundRect">
            <a:avLst>
              <a:gd fmla="val 16667" name="adj"/>
            </a:avLst>
          </a:prstGeom>
          <a:solidFill>
            <a:srgbClr val="F3E510">
              <a:alpha val="45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66416" t="0"/>
          <a:stretch/>
        </p:blipFill>
        <p:spPr>
          <a:xfrm>
            <a:off x="-2265975" y="-50675"/>
            <a:ext cx="2189124" cy="366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0" l="66416" r="0" t="42439"/>
          <a:stretch/>
        </p:blipFill>
        <p:spPr>
          <a:xfrm>
            <a:off x="9220850" y="2924679"/>
            <a:ext cx="1850966" cy="190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4">
            <a:alphaModFix/>
          </a:blip>
          <a:srcRect b="0" l="33350" r="33065" t="58768"/>
          <a:stretch/>
        </p:blipFill>
        <p:spPr>
          <a:xfrm>
            <a:off x="9220850" y="1503412"/>
            <a:ext cx="1850966" cy="136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56288" l="33351" r="0" t="0"/>
          <a:stretch/>
        </p:blipFill>
        <p:spPr>
          <a:xfrm>
            <a:off x="9220850" y="0"/>
            <a:ext cx="3673250" cy="1448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