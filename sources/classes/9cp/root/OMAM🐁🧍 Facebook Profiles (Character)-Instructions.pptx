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Lst>
  <p:sldSz cy="22278975" cx="15754350"/>
  <p:notesSz cx="6858000" cy="9144000"/>
  <p:embeddedFontLst>
    <p:embeddedFont>
      <p:font typeface="Barlow"/>
      <p:regular r:id="rId9"/>
      <p:bold r:id="rId10"/>
      <p:italic r:id="rId11"/>
      <p:boldItalic r:id="rId12"/>
    </p:embeddedFont>
    <p:embeddedFont>
      <p:font typeface="Alfa Slab One"/>
      <p:regular r:id="rId1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017">
          <p15:clr>
            <a:srgbClr val="A4A3A4"/>
          </p15:clr>
        </p15:guide>
        <p15:guide id="2" pos="496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017" orient="horz"/>
        <p:guide pos="4962"/>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Barlow-italic.fntdata"/><Relationship Id="rId10" Type="http://schemas.openxmlformats.org/officeDocument/2006/relationships/font" Target="fonts/Barlow-bold.fntdata"/><Relationship Id="rId13" Type="http://schemas.openxmlformats.org/officeDocument/2006/relationships/font" Target="fonts/AlfaSlabOne-regular.fntdata"/><Relationship Id="rId12" Type="http://schemas.openxmlformats.org/officeDocument/2006/relationships/font" Target="fonts/Barlow-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Barlow-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13ab0aa421e_0_0:notes"/>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13ab0aa42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7d9df6de46_0_0:notes"/>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7d9df6de4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7d9df6de46_0_8:notes"/>
          <p:cNvSpPr/>
          <p:nvPr>
            <p:ph idx="2" type="sldImg"/>
          </p:nvPr>
        </p:nvSpPr>
        <p:spPr>
          <a:xfrm>
            <a:off x="2216931" y="685800"/>
            <a:ext cx="24249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7d9df6de4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537048" y="3225113"/>
            <a:ext cx="14680200" cy="88908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13500"/>
              <a:buNone/>
              <a:defRPr sz="13500"/>
            </a:lvl1pPr>
            <a:lvl2pPr lvl="1" algn="ctr">
              <a:spcBef>
                <a:spcPts val="0"/>
              </a:spcBef>
              <a:spcAft>
                <a:spcPts val="0"/>
              </a:spcAft>
              <a:buSzPts val="13500"/>
              <a:buNone/>
              <a:defRPr sz="13500"/>
            </a:lvl2pPr>
            <a:lvl3pPr lvl="2" algn="ctr">
              <a:spcBef>
                <a:spcPts val="0"/>
              </a:spcBef>
              <a:spcAft>
                <a:spcPts val="0"/>
              </a:spcAft>
              <a:buSzPts val="13500"/>
              <a:buNone/>
              <a:defRPr sz="13500"/>
            </a:lvl3pPr>
            <a:lvl4pPr lvl="3" algn="ctr">
              <a:spcBef>
                <a:spcPts val="0"/>
              </a:spcBef>
              <a:spcAft>
                <a:spcPts val="0"/>
              </a:spcAft>
              <a:buSzPts val="13500"/>
              <a:buNone/>
              <a:defRPr sz="13500"/>
            </a:lvl4pPr>
            <a:lvl5pPr lvl="4" algn="ctr">
              <a:spcBef>
                <a:spcPts val="0"/>
              </a:spcBef>
              <a:spcAft>
                <a:spcPts val="0"/>
              </a:spcAft>
              <a:buSzPts val="13500"/>
              <a:buNone/>
              <a:defRPr sz="13500"/>
            </a:lvl5pPr>
            <a:lvl6pPr lvl="5" algn="ctr">
              <a:spcBef>
                <a:spcPts val="0"/>
              </a:spcBef>
              <a:spcAft>
                <a:spcPts val="0"/>
              </a:spcAft>
              <a:buSzPts val="13500"/>
              <a:buNone/>
              <a:defRPr sz="13500"/>
            </a:lvl6pPr>
            <a:lvl7pPr lvl="6" algn="ctr">
              <a:spcBef>
                <a:spcPts val="0"/>
              </a:spcBef>
              <a:spcAft>
                <a:spcPts val="0"/>
              </a:spcAft>
              <a:buSzPts val="13500"/>
              <a:buNone/>
              <a:defRPr sz="13500"/>
            </a:lvl7pPr>
            <a:lvl8pPr lvl="7" algn="ctr">
              <a:spcBef>
                <a:spcPts val="0"/>
              </a:spcBef>
              <a:spcAft>
                <a:spcPts val="0"/>
              </a:spcAft>
              <a:buSzPts val="13500"/>
              <a:buNone/>
              <a:defRPr sz="13500"/>
            </a:lvl8pPr>
            <a:lvl9pPr lvl="8" algn="ctr">
              <a:spcBef>
                <a:spcPts val="0"/>
              </a:spcBef>
              <a:spcAft>
                <a:spcPts val="0"/>
              </a:spcAft>
              <a:buSzPts val="13500"/>
              <a:buNone/>
              <a:defRPr sz="13500"/>
            </a:lvl9pPr>
          </a:lstStyle>
          <a:p/>
        </p:txBody>
      </p:sp>
      <p:sp>
        <p:nvSpPr>
          <p:cNvPr id="11" name="Google Shape;11;p2"/>
          <p:cNvSpPr txBox="1"/>
          <p:nvPr>
            <p:ph idx="1" type="subTitle"/>
          </p:nvPr>
        </p:nvSpPr>
        <p:spPr>
          <a:xfrm>
            <a:off x="537033" y="12275960"/>
            <a:ext cx="14680200" cy="3433200"/>
          </a:xfrm>
          <a:prstGeom prst="rect">
            <a:avLst/>
          </a:prstGeom>
        </p:spPr>
        <p:txBody>
          <a:bodyPr anchorCtr="0" anchor="t" bIns="237025" lIns="237025" spcFirstLastPara="1" rIns="237025" wrap="square" tIns="237025">
            <a:noAutofit/>
          </a:bodyPr>
          <a:lstStyle>
            <a:lvl1pPr lvl="0" algn="ctr">
              <a:lnSpc>
                <a:spcPct val="100000"/>
              </a:lnSpc>
              <a:spcBef>
                <a:spcPts val="0"/>
              </a:spcBef>
              <a:spcAft>
                <a:spcPts val="0"/>
              </a:spcAft>
              <a:buSzPts val="7300"/>
              <a:buNone/>
              <a:defRPr sz="7300"/>
            </a:lvl1pPr>
            <a:lvl2pPr lvl="1" algn="ctr">
              <a:lnSpc>
                <a:spcPct val="100000"/>
              </a:lnSpc>
              <a:spcBef>
                <a:spcPts val="0"/>
              </a:spcBef>
              <a:spcAft>
                <a:spcPts val="0"/>
              </a:spcAft>
              <a:buSzPts val="7300"/>
              <a:buNone/>
              <a:defRPr sz="7300"/>
            </a:lvl2pPr>
            <a:lvl3pPr lvl="2" algn="ctr">
              <a:lnSpc>
                <a:spcPct val="100000"/>
              </a:lnSpc>
              <a:spcBef>
                <a:spcPts val="0"/>
              </a:spcBef>
              <a:spcAft>
                <a:spcPts val="0"/>
              </a:spcAft>
              <a:buSzPts val="7300"/>
              <a:buNone/>
              <a:defRPr sz="7300"/>
            </a:lvl3pPr>
            <a:lvl4pPr lvl="3" algn="ctr">
              <a:lnSpc>
                <a:spcPct val="100000"/>
              </a:lnSpc>
              <a:spcBef>
                <a:spcPts val="0"/>
              </a:spcBef>
              <a:spcAft>
                <a:spcPts val="0"/>
              </a:spcAft>
              <a:buSzPts val="7300"/>
              <a:buNone/>
              <a:defRPr sz="7300"/>
            </a:lvl4pPr>
            <a:lvl5pPr lvl="4" algn="ctr">
              <a:lnSpc>
                <a:spcPct val="100000"/>
              </a:lnSpc>
              <a:spcBef>
                <a:spcPts val="0"/>
              </a:spcBef>
              <a:spcAft>
                <a:spcPts val="0"/>
              </a:spcAft>
              <a:buSzPts val="7300"/>
              <a:buNone/>
              <a:defRPr sz="7300"/>
            </a:lvl5pPr>
            <a:lvl6pPr lvl="5" algn="ctr">
              <a:lnSpc>
                <a:spcPct val="100000"/>
              </a:lnSpc>
              <a:spcBef>
                <a:spcPts val="0"/>
              </a:spcBef>
              <a:spcAft>
                <a:spcPts val="0"/>
              </a:spcAft>
              <a:buSzPts val="7300"/>
              <a:buNone/>
              <a:defRPr sz="7300"/>
            </a:lvl6pPr>
            <a:lvl7pPr lvl="6" algn="ctr">
              <a:lnSpc>
                <a:spcPct val="100000"/>
              </a:lnSpc>
              <a:spcBef>
                <a:spcPts val="0"/>
              </a:spcBef>
              <a:spcAft>
                <a:spcPts val="0"/>
              </a:spcAft>
              <a:buSzPts val="7300"/>
              <a:buNone/>
              <a:defRPr sz="7300"/>
            </a:lvl7pPr>
            <a:lvl8pPr lvl="7" algn="ctr">
              <a:lnSpc>
                <a:spcPct val="100000"/>
              </a:lnSpc>
              <a:spcBef>
                <a:spcPts val="0"/>
              </a:spcBef>
              <a:spcAft>
                <a:spcPts val="0"/>
              </a:spcAft>
              <a:buSzPts val="7300"/>
              <a:buNone/>
              <a:defRPr sz="7300"/>
            </a:lvl8pPr>
            <a:lvl9pPr lvl="8" algn="ctr">
              <a:lnSpc>
                <a:spcPct val="100000"/>
              </a:lnSpc>
              <a:spcBef>
                <a:spcPts val="0"/>
              </a:spcBef>
              <a:spcAft>
                <a:spcPts val="0"/>
              </a:spcAft>
              <a:buSzPts val="7300"/>
              <a:buNone/>
              <a:defRPr sz="7300"/>
            </a:lvl9pPr>
          </a:lstStyle>
          <a:p/>
        </p:txBody>
      </p:sp>
      <p:sp>
        <p:nvSpPr>
          <p:cNvPr id="12" name="Google Shape;12;p2"/>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537033" y="9316367"/>
            <a:ext cx="14680200" cy="3646200"/>
          </a:xfrm>
          <a:prstGeom prst="rect">
            <a:avLst/>
          </a:prstGeom>
        </p:spPr>
        <p:txBody>
          <a:bodyPr anchorCtr="0" anchor="ctr" bIns="237025" lIns="237025" spcFirstLastPara="1" rIns="237025" wrap="square" tIns="237025">
            <a:noAutofit/>
          </a:bodyPr>
          <a:lstStyle>
            <a:lvl1pPr lvl="0" algn="ctr">
              <a:spcBef>
                <a:spcPts val="0"/>
              </a:spcBef>
              <a:spcAft>
                <a:spcPts val="0"/>
              </a:spcAft>
              <a:buSzPts val="9300"/>
              <a:buNone/>
              <a:defRPr sz="9300"/>
            </a:lvl1pPr>
            <a:lvl2pPr lvl="1" algn="ctr">
              <a:spcBef>
                <a:spcPts val="0"/>
              </a:spcBef>
              <a:spcAft>
                <a:spcPts val="0"/>
              </a:spcAft>
              <a:buSzPts val="9300"/>
              <a:buNone/>
              <a:defRPr sz="9300"/>
            </a:lvl2pPr>
            <a:lvl3pPr lvl="2" algn="ctr">
              <a:spcBef>
                <a:spcPts val="0"/>
              </a:spcBef>
              <a:spcAft>
                <a:spcPts val="0"/>
              </a:spcAft>
              <a:buSzPts val="9300"/>
              <a:buNone/>
              <a:defRPr sz="9300"/>
            </a:lvl3pPr>
            <a:lvl4pPr lvl="3" algn="ctr">
              <a:spcBef>
                <a:spcPts val="0"/>
              </a:spcBef>
              <a:spcAft>
                <a:spcPts val="0"/>
              </a:spcAft>
              <a:buSzPts val="9300"/>
              <a:buNone/>
              <a:defRPr sz="9300"/>
            </a:lvl4pPr>
            <a:lvl5pPr lvl="4" algn="ctr">
              <a:spcBef>
                <a:spcPts val="0"/>
              </a:spcBef>
              <a:spcAft>
                <a:spcPts val="0"/>
              </a:spcAft>
              <a:buSzPts val="9300"/>
              <a:buNone/>
              <a:defRPr sz="9300"/>
            </a:lvl5pPr>
            <a:lvl6pPr lvl="5" algn="ctr">
              <a:spcBef>
                <a:spcPts val="0"/>
              </a:spcBef>
              <a:spcAft>
                <a:spcPts val="0"/>
              </a:spcAft>
              <a:buSzPts val="9300"/>
              <a:buNone/>
              <a:defRPr sz="9300"/>
            </a:lvl6pPr>
            <a:lvl7pPr lvl="6" algn="ctr">
              <a:spcBef>
                <a:spcPts val="0"/>
              </a:spcBef>
              <a:spcAft>
                <a:spcPts val="0"/>
              </a:spcAft>
              <a:buSzPts val="9300"/>
              <a:buNone/>
              <a:defRPr sz="9300"/>
            </a:lvl7pPr>
            <a:lvl8pPr lvl="7" algn="ctr">
              <a:spcBef>
                <a:spcPts val="0"/>
              </a:spcBef>
              <a:spcAft>
                <a:spcPts val="0"/>
              </a:spcAft>
              <a:buSzPts val="9300"/>
              <a:buNone/>
              <a:defRPr sz="9300"/>
            </a:lvl8pPr>
            <a:lvl9pPr lvl="8" algn="ctr">
              <a:spcBef>
                <a:spcPts val="0"/>
              </a:spcBef>
              <a:spcAft>
                <a:spcPts val="0"/>
              </a:spcAft>
              <a:buSzPts val="9300"/>
              <a:buNone/>
              <a:defRPr sz="9300"/>
            </a:lvl9pPr>
          </a:lstStyle>
          <a:p/>
        </p:txBody>
      </p:sp>
      <p:sp>
        <p:nvSpPr>
          <p:cNvPr id="15" name="Google Shape;15;p3"/>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18" name="Google Shape;18;p4"/>
          <p:cNvSpPr txBox="1"/>
          <p:nvPr>
            <p:ph idx="1" type="body"/>
          </p:nvPr>
        </p:nvSpPr>
        <p:spPr>
          <a:xfrm>
            <a:off x="537033" y="4991924"/>
            <a:ext cx="14680200" cy="14798100"/>
          </a:xfrm>
          <a:prstGeom prst="rect">
            <a:avLst/>
          </a:prstGeom>
        </p:spPr>
        <p:txBody>
          <a:bodyPr anchorCtr="0" anchor="t" bIns="237025" lIns="237025" spcFirstLastPara="1" rIns="237025" wrap="square" tIns="237025">
            <a:noAutofit/>
          </a:bodyPr>
          <a:lstStyle>
            <a:lvl1pPr indent="-527050" lvl="0" marL="457200">
              <a:spcBef>
                <a:spcPts val="0"/>
              </a:spcBef>
              <a:spcAft>
                <a:spcPts val="0"/>
              </a:spcAft>
              <a:buSzPts val="4700"/>
              <a:buChar char="●"/>
              <a:defRPr/>
            </a:lvl1pPr>
            <a:lvl2pPr indent="-457200" lvl="1" marL="914400">
              <a:spcBef>
                <a:spcPts val="0"/>
              </a:spcBef>
              <a:spcAft>
                <a:spcPts val="0"/>
              </a:spcAft>
              <a:buSzPts val="3600"/>
              <a:buChar char="○"/>
              <a:defRPr/>
            </a:lvl2pPr>
            <a:lvl3pPr indent="-457200" lvl="2" marL="1371600">
              <a:spcBef>
                <a:spcPts val="0"/>
              </a:spcBef>
              <a:spcAft>
                <a:spcPts val="0"/>
              </a:spcAft>
              <a:buSzPts val="3600"/>
              <a:buChar char="■"/>
              <a:defRPr/>
            </a:lvl3pPr>
            <a:lvl4pPr indent="-457200" lvl="3" marL="1828800">
              <a:spcBef>
                <a:spcPts val="0"/>
              </a:spcBef>
              <a:spcAft>
                <a:spcPts val="0"/>
              </a:spcAft>
              <a:buSzPts val="3600"/>
              <a:buChar char="●"/>
              <a:defRPr/>
            </a:lvl4pPr>
            <a:lvl5pPr indent="-457200" lvl="4" marL="2286000">
              <a:spcBef>
                <a:spcPts val="0"/>
              </a:spcBef>
              <a:spcAft>
                <a:spcPts val="0"/>
              </a:spcAft>
              <a:buSzPts val="3600"/>
              <a:buChar char="○"/>
              <a:defRPr/>
            </a:lvl5pPr>
            <a:lvl6pPr indent="-457200" lvl="5" marL="2743200">
              <a:spcBef>
                <a:spcPts val="0"/>
              </a:spcBef>
              <a:spcAft>
                <a:spcPts val="0"/>
              </a:spcAft>
              <a:buSzPts val="3600"/>
              <a:buChar char="■"/>
              <a:defRPr/>
            </a:lvl6pPr>
            <a:lvl7pPr indent="-457200" lvl="6" marL="3200400">
              <a:spcBef>
                <a:spcPts val="0"/>
              </a:spcBef>
              <a:spcAft>
                <a:spcPts val="0"/>
              </a:spcAft>
              <a:buSzPts val="3600"/>
              <a:buChar char="●"/>
              <a:defRPr/>
            </a:lvl7pPr>
            <a:lvl8pPr indent="-457200" lvl="7" marL="3657600">
              <a:spcBef>
                <a:spcPts val="0"/>
              </a:spcBef>
              <a:spcAft>
                <a:spcPts val="0"/>
              </a:spcAft>
              <a:buSzPts val="3600"/>
              <a:buChar char="○"/>
              <a:defRPr/>
            </a:lvl8pPr>
            <a:lvl9pPr indent="-457200" lvl="8" marL="4114800">
              <a:spcBef>
                <a:spcPts val="0"/>
              </a:spcBef>
              <a:spcAft>
                <a:spcPts val="0"/>
              </a:spcAft>
              <a:buSzPts val="3600"/>
              <a:buChar char="■"/>
              <a:defRPr/>
            </a:lvl9pPr>
          </a:lstStyle>
          <a:p/>
        </p:txBody>
      </p:sp>
      <p:sp>
        <p:nvSpPr>
          <p:cNvPr id="19" name="Google Shape;19;p4"/>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22" name="Google Shape;22;p5"/>
          <p:cNvSpPr txBox="1"/>
          <p:nvPr>
            <p:ph idx="1" type="body"/>
          </p:nvPr>
        </p:nvSpPr>
        <p:spPr>
          <a:xfrm>
            <a:off x="537033" y="4991924"/>
            <a:ext cx="6891600" cy="14798100"/>
          </a:xfrm>
          <a:prstGeom prst="rect">
            <a:avLst/>
          </a:prstGeom>
        </p:spPr>
        <p:txBody>
          <a:bodyPr anchorCtr="0" anchor="t" bIns="237025" lIns="237025" spcFirstLastPara="1" rIns="237025" wrap="square" tIns="237025">
            <a:noAutofit/>
          </a:bodyPr>
          <a:lstStyle>
            <a:lvl1pPr indent="-457200" lvl="0" marL="457200">
              <a:spcBef>
                <a:spcPts val="0"/>
              </a:spcBef>
              <a:spcAft>
                <a:spcPts val="0"/>
              </a:spcAft>
              <a:buSzPts val="3600"/>
              <a:buChar char="●"/>
              <a:defRPr sz="36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23" name="Google Shape;23;p5"/>
          <p:cNvSpPr txBox="1"/>
          <p:nvPr>
            <p:ph idx="2" type="body"/>
          </p:nvPr>
        </p:nvSpPr>
        <p:spPr>
          <a:xfrm>
            <a:off x="8325823" y="4991924"/>
            <a:ext cx="6891600" cy="14798100"/>
          </a:xfrm>
          <a:prstGeom prst="rect">
            <a:avLst/>
          </a:prstGeom>
        </p:spPr>
        <p:txBody>
          <a:bodyPr anchorCtr="0" anchor="t" bIns="237025" lIns="237025" spcFirstLastPara="1" rIns="237025" wrap="square" tIns="237025">
            <a:noAutofit/>
          </a:bodyPr>
          <a:lstStyle>
            <a:lvl1pPr indent="-457200" lvl="0" marL="457200">
              <a:spcBef>
                <a:spcPts val="0"/>
              </a:spcBef>
              <a:spcAft>
                <a:spcPts val="0"/>
              </a:spcAft>
              <a:buSzPts val="3600"/>
              <a:buChar char="●"/>
              <a:defRPr sz="36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24" name="Google Shape;24;p5"/>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537033" y="1927618"/>
            <a:ext cx="14680200" cy="2480700"/>
          </a:xfrm>
          <a:prstGeom prst="rect">
            <a:avLst/>
          </a:prstGeom>
        </p:spPr>
        <p:txBody>
          <a:bodyPr anchorCtr="0" anchor="t" bIns="237025" lIns="237025" spcFirstLastPara="1" rIns="237025" wrap="square" tIns="237025">
            <a:noAutofit/>
          </a:bodyPr>
          <a:lstStyle>
            <a:lvl1pPr lvl="0">
              <a:spcBef>
                <a:spcPts val="0"/>
              </a:spcBef>
              <a:spcAft>
                <a:spcPts val="0"/>
              </a:spcAft>
              <a:buSzPts val="7300"/>
              <a:buNone/>
              <a:defRPr/>
            </a:lvl1pPr>
            <a:lvl2pPr lvl="1">
              <a:spcBef>
                <a:spcPts val="0"/>
              </a:spcBef>
              <a:spcAft>
                <a:spcPts val="0"/>
              </a:spcAft>
              <a:buSzPts val="7300"/>
              <a:buNone/>
              <a:defRPr/>
            </a:lvl2pPr>
            <a:lvl3pPr lvl="2">
              <a:spcBef>
                <a:spcPts val="0"/>
              </a:spcBef>
              <a:spcAft>
                <a:spcPts val="0"/>
              </a:spcAft>
              <a:buSzPts val="7300"/>
              <a:buNone/>
              <a:defRPr/>
            </a:lvl3pPr>
            <a:lvl4pPr lvl="3">
              <a:spcBef>
                <a:spcPts val="0"/>
              </a:spcBef>
              <a:spcAft>
                <a:spcPts val="0"/>
              </a:spcAft>
              <a:buSzPts val="7300"/>
              <a:buNone/>
              <a:defRPr/>
            </a:lvl4pPr>
            <a:lvl5pPr lvl="4">
              <a:spcBef>
                <a:spcPts val="0"/>
              </a:spcBef>
              <a:spcAft>
                <a:spcPts val="0"/>
              </a:spcAft>
              <a:buSzPts val="7300"/>
              <a:buNone/>
              <a:defRPr/>
            </a:lvl5pPr>
            <a:lvl6pPr lvl="5">
              <a:spcBef>
                <a:spcPts val="0"/>
              </a:spcBef>
              <a:spcAft>
                <a:spcPts val="0"/>
              </a:spcAft>
              <a:buSzPts val="7300"/>
              <a:buNone/>
              <a:defRPr/>
            </a:lvl6pPr>
            <a:lvl7pPr lvl="6">
              <a:spcBef>
                <a:spcPts val="0"/>
              </a:spcBef>
              <a:spcAft>
                <a:spcPts val="0"/>
              </a:spcAft>
              <a:buSzPts val="7300"/>
              <a:buNone/>
              <a:defRPr/>
            </a:lvl7pPr>
            <a:lvl8pPr lvl="7">
              <a:spcBef>
                <a:spcPts val="0"/>
              </a:spcBef>
              <a:spcAft>
                <a:spcPts val="0"/>
              </a:spcAft>
              <a:buSzPts val="7300"/>
              <a:buNone/>
              <a:defRPr/>
            </a:lvl8pPr>
            <a:lvl9pPr lvl="8">
              <a:spcBef>
                <a:spcPts val="0"/>
              </a:spcBef>
              <a:spcAft>
                <a:spcPts val="0"/>
              </a:spcAft>
              <a:buSzPts val="7300"/>
              <a:buNone/>
              <a:defRPr/>
            </a:lvl9pPr>
          </a:lstStyle>
          <a:p/>
        </p:txBody>
      </p:sp>
      <p:sp>
        <p:nvSpPr>
          <p:cNvPr id="27" name="Google Shape;27;p6"/>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537033" y="2406571"/>
            <a:ext cx="4837800" cy="3273300"/>
          </a:xfrm>
          <a:prstGeom prst="rect">
            <a:avLst/>
          </a:prstGeom>
        </p:spPr>
        <p:txBody>
          <a:bodyPr anchorCtr="0" anchor="b" bIns="237025" lIns="237025" spcFirstLastPara="1" rIns="237025" wrap="square" tIns="237025">
            <a:noAutofit/>
          </a:bodyPr>
          <a:lstStyle>
            <a:lvl1pPr lvl="0">
              <a:spcBef>
                <a:spcPts val="0"/>
              </a:spcBef>
              <a:spcAft>
                <a:spcPts val="0"/>
              </a:spcAft>
              <a:buSzPts val="6200"/>
              <a:buNone/>
              <a:defRPr sz="6200"/>
            </a:lvl1pPr>
            <a:lvl2pPr lvl="1">
              <a:spcBef>
                <a:spcPts val="0"/>
              </a:spcBef>
              <a:spcAft>
                <a:spcPts val="0"/>
              </a:spcAft>
              <a:buSzPts val="6200"/>
              <a:buNone/>
              <a:defRPr sz="6200"/>
            </a:lvl2pPr>
            <a:lvl3pPr lvl="2">
              <a:spcBef>
                <a:spcPts val="0"/>
              </a:spcBef>
              <a:spcAft>
                <a:spcPts val="0"/>
              </a:spcAft>
              <a:buSzPts val="6200"/>
              <a:buNone/>
              <a:defRPr sz="6200"/>
            </a:lvl3pPr>
            <a:lvl4pPr lvl="3">
              <a:spcBef>
                <a:spcPts val="0"/>
              </a:spcBef>
              <a:spcAft>
                <a:spcPts val="0"/>
              </a:spcAft>
              <a:buSzPts val="6200"/>
              <a:buNone/>
              <a:defRPr sz="6200"/>
            </a:lvl4pPr>
            <a:lvl5pPr lvl="4">
              <a:spcBef>
                <a:spcPts val="0"/>
              </a:spcBef>
              <a:spcAft>
                <a:spcPts val="0"/>
              </a:spcAft>
              <a:buSzPts val="6200"/>
              <a:buNone/>
              <a:defRPr sz="6200"/>
            </a:lvl5pPr>
            <a:lvl6pPr lvl="5">
              <a:spcBef>
                <a:spcPts val="0"/>
              </a:spcBef>
              <a:spcAft>
                <a:spcPts val="0"/>
              </a:spcAft>
              <a:buSzPts val="6200"/>
              <a:buNone/>
              <a:defRPr sz="6200"/>
            </a:lvl6pPr>
            <a:lvl7pPr lvl="6">
              <a:spcBef>
                <a:spcPts val="0"/>
              </a:spcBef>
              <a:spcAft>
                <a:spcPts val="0"/>
              </a:spcAft>
              <a:buSzPts val="6200"/>
              <a:buNone/>
              <a:defRPr sz="6200"/>
            </a:lvl7pPr>
            <a:lvl8pPr lvl="7">
              <a:spcBef>
                <a:spcPts val="0"/>
              </a:spcBef>
              <a:spcAft>
                <a:spcPts val="0"/>
              </a:spcAft>
              <a:buSzPts val="6200"/>
              <a:buNone/>
              <a:defRPr sz="6200"/>
            </a:lvl8pPr>
            <a:lvl9pPr lvl="8">
              <a:spcBef>
                <a:spcPts val="0"/>
              </a:spcBef>
              <a:spcAft>
                <a:spcPts val="0"/>
              </a:spcAft>
              <a:buSzPts val="6200"/>
              <a:buNone/>
              <a:defRPr sz="6200"/>
            </a:lvl9pPr>
          </a:lstStyle>
          <a:p/>
        </p:txBody>
      </p:sp>
      <p:sp>
        <p:nvSpPr>
          <p:cNvPr id="30" name="Google Shape;30;p7"/>
          <p:cNvSpPr txBox="1"/>
          <p:nvPr>
            <p:ph idx="1" type="body"/>
          </p:nvPr>
        </p:nvSpPr>
        <p:spPr>
          <a:xfrm>
            <a:off x="537033" y="6019027"/>
            <a:ext cx="4837800" cy="13771500"/>
          </a:xfrm>
          <a:prstGeom prst="rect">
            <a:avLst/>
          </a:prstGeom>
        </p:spPr>
        <p:txBody>
          <a:bodyPr anchorCtr="0" anchor="t" bIns="237025" lIns="237025" spcFirstLastPara="1" rIns="237025" wrap="square" tIns="237025">
            <a:noAutofit/>
          </a:bodyPr>
          <a:lstStyle>
            <a:lvl1pPr indent="-425450" lvl="0" marL="457200">
              <a:spcBef>
                <a:spcPts val="0"/>
              </a:spcBef>
              <a:spcAft>
                <a:spcPts val="0"/>
              </a:spcAft>
              <a:buSzPts val="3100"/>
              <a:buChar char="●"/>
              <a:defRPr sz="3100"/>
            </a:lvl1pPr>
            <a:lvl2pPr indent="-425450" lvl="1" marL="914400">
              <a:spcBef>
                <a:spcPts val="0"/>
              </a:spcBef>
              <a:spcAft>
                <a:spcPts val="0"/>
              </a:spcAft>
              <a:buSzPts val="3100"/>
              <a:buChar char="○"/>
              <a:defRPr sz="3100"/>
            </a:lvl2pPr>
            <a:lvl3pPr indent="-425450" lvl="2" marL="1371600">
              <a:spcBef>
                <a:spcPts val="0"/>
              </a:spcBef>
              <a:spcAft>
                <a:spcPts val="0"/>
              </a:spcAft>
              <a:buSzPts val="3100"/>
              <a:buChar char="■"/>
              <a:defRPr sz="3100"/>
            </a:lvl3pPr>
            <a:lvl4pPr indent="-425450" lvl="3" marL="1828800">
              <a:spcBef>
                <a:spcPts val="0"/>
              </a:spcBef>
              <a:spcAft>
                <a:spcPts val="0"/>
              </a:spcAft>
              <a:buSzPts val="3100"/>
              <a:buChar char="●"/>
              <a:defRPr sz="3100"/>
            </a:lvl4pPr>
            <a:lvl5pPr indent="-425450" lvl="4" marL="2286000">
              <a:spcBef>
                <a:spcPts val="0"/>
              </a:spcBef>
              <a:spcAft>
                <a:spcPts val="0"/>
              </a:spcAft>
              <a:buSzPts val="3100"/>
              <a:buChar char="○"/>
              <a:defRPr sz="3100"/>
            </a:lvl5pPr>
            <a:lvl6pPr indent="-425450" lvl="5" marL="2743200">
              <a:spcBef>
                <a:spcPts val="0"/>
              </a:spcBef>
              <a:spcAft>
                <a:spcPts val="0"/>
              </a:spcAft>
              <a:buSzPts val="3100"/>
              <a:buChar char="■"/>
              <a:defRPr sz="3100"/>
            </a:lvl6pPr>
            <a:lvl7pPr indent="-425450" lvl="6" marL="3200400">
              <a:spcBef>
                <a:spcPts val="0"/>
              </a:spcBef>
              <a:spcAft>
                <a:spcPts val="0"/>
              </a:spcAft>
              <a:buSzPts val="3100"/>
              <a:buChar char="●"/>
              <a:defRPr sz="3100"/>
            </a:lvl7pPr>
            <a:lvl8pPr indent="-425450" lvl="7" marL="3657600">
              <a:spcBef>
                <a:spcPts val="0"/>
              </a:spcBef>
              <a:spcAft>
                <a:spcPts val="0"/>
              </a:spcAft>
              <a:buSzPts val="3100"/>
              <a:buChar char="○"/>
              <a:defRPr sz="3100"/>
            </a:lvl8pPr>
            <a:lvl9pPr indent="-425450" lvl="8" marL="4114800">
              <a:spcBef>
                <a:spcPts val="0"/>
              </a:spcBef>
              <a:spcAft>
                <a:spcPts val="0"/>
              </a:spcAft>
              <a:buSzPts val="3100"/>
              <a:buChar char="■"/>
              <a:defRPr sz="3100"/>
            </a:lvl9pPr>
          </a:lstStyle>
          <a:p/>
        </p:txBody>
      </p:sp>
      <p:sp>
        <p:nvSpPr>
          <p:cNvPr id="31" name="Google Shape;31;p7"/>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844660" y="1949816"/>
            <a:ext cx="10971300" cy="17719200"/>
          </a:xfrm>
          <a:prstGeom prst="rect">
            <a:avLst/>
          </a:prstGeom>
        </p:spPr>
        <p:txBody>
          <a:bodyPr anchorCtr="0" anchor="ctr" bIns="237025" lIns="237025" spcFirstLastPara="1" rIns="237025" wrap="square" tIns="237025">
            <a:noAutofit/>
          </a:bodyPr>
          <a:lstStyle>
            <a:lvl1pPr lvl="0">
              <a:spcBef>
                <a:spcPts val="0"/>
              </a:spcBef>
              <a:spcAft>
                <a:spcPts val="0"/>
              </a:spcAft>
              <a:buSzPts val="12400"/>
              <a:buNone/>
              <a:defRPr sz="12400"/>
            </a:lvl1pPr>
            <a:lvl2pPr lvl="1">
              <a:spcBef>
                <a:spcPts val="0"/>
              </a:spcBef>
              <a:spcAft>
                <a:spcPts val="0"/>
              </a:spcAft>
              <a:buSzPts val="12400"/>
              <a:buNone/>
              <a:defRPr sz="12400"/>
            </a:lvl2pPr>
            <a:lvl3pPr lvl="2">
              <a:spcBef>
                <a:spcPts val="0"/>
              </a:spcBef>
              <a:spcAft>
                <a:spcPts val="0"/>
              </a:spcAft>
              <a:buSzPts val="12400"/>
              <a:buNone/>
              <a:defRPr sz="12400"/>
            </a:lvl3pPr>
            <a:lvl4pPr lvl="3">
              <a:spcBef>
                <a:spcPts val="0"/>
              </a:spcBef>
              <a:spcAft>
                <a:spcPts val="0"/>
              </a:spcAft>
              <a:buSzPts val="12400"/>
              <a:buNone/>
              <a:defRPr sz="12400"/>
            </a:lvl4pPr>
            <a:lvl5pPr lvl="4">
              <a:spcBef>
                <a:spcPts val="0"/>
              </a:spcBef>
              <a:spcAft>
                <a:spcPts val="0"/>
              </a:spcAft>
              <a:buSzPts val="12400"/>
              <a:buNone/>
              <a:defRPr sz="12400"/>
            </a:lvl5pPr>
            <a:lvl6pPr lvl="5">
              <a:spcBef>
                <a:spcPts val="0"/>
              </a:spcBef>
              <a:spcAft>
                <a:spcPts val="0"/>
              </a:spcAft>
              <a:buSzPts val="12400"/>
              <a:buNone/>
              <a:defRPr sz="12400"/>
            </a:lvl6pPr>
            <a:lvl7pPr lvl="6">
              <a:spcBef>
                <a:spcPts val="0"/>
              </a:spcBef>
              <a:spcAft>
                <a:spcPts val="0"/>
              </a:spcAft>
              <a:buSzPts val="12400"/>
              <a:buNone/>
              <a:defRPr sz="12400"/>
            </a:lvl7pPr>
            <a:lvl8pPr lvl="7">
              <a:spcBef>
                <a:spcPts val="0"/>
              </a:spcBef>
              <a:spcAft>
                <a:spcPts val="0"/>
              </a:spcAft>
              <a:buSzPts val="12400"/>
              <a:buNone/>
              <a:defRPr sz="12400"/>
            </a:lvl8pPr>
            <a:lvl9pPr lvl="8">
              <a:spcBef>
                <a:spcPts val="0"/>
              </a:spcBef>
              <a:spcAft>
                <a:spcPts val="0"/>
              </a:spcAft>
              <a:buSzPts val="12400"/>
              <a:buNone/>
              <a:defRPr sz="12400"/>
            </a:lvl9pPr>
          </a:lstStyle>
          <a:p/>
        </p:txBody>
      </p:sp>
      <p:sp>
        <p:nvSpPr>
          <p:cNvPr id="34" name="Google Shape;34;p8"/>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7877175" y="-541"/>
            <a:ext cx="7877100" cy="22278900"/>
          </a:xfrm>
          <a:prstGeom prst="rect">
            <a:avLst/>
          </a:prstGeom>
          <a:solidFill>
            <a:schemeClr val="lt2"/>
          </a:solidFill>
          <a:ln>
            <a:noFill/>
          </a:ln>
        </p:spPr>
        <p:txBody>
          <a:bodyPr anchorCtr="0" anchor="ctr" bIns="237025" lIns="237025" spcFirstLastPara="1" rIns="237025" wrap="square" tIns="2370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457434" y="5341475"/>
            <a:ext cx="6969600" cy="64206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10900"/>
              <a:buNone/>
              <a:defRPr sz="10900"/>
            </a:lvl1pPr>
            <a:lvl2pPr lvl="1" algn="ctr">
              <a:spcBef>
                <a:spcPts val="0"/>
              </a:spcBef>
              <a:spcAft>
                <a:spcPts val="0"/>
              </a:spcAft>
              <a:buSzPts val="10900"/>
              <a:buNone/>
              <a:defRPr sz="10900"/>
            </a:lvl2pPr>
            <a:lvl3pPr lvl="2" algn="ctr">
              <a:spcBef>
                <a:spcPts val="0"/>
              </a:spcBef>
              <a:spcAft>
                <a:spcPts val="0"/>
              </a:spcAft>
              <a:buSzPts val="10900"/>
              <a:buNone/>
              <a:defRPr sz="10900"/>
            </a:lvl3pPr>
            <a:lvl4pPr lvl="3" algn="ctr">
              <a:spcBef>
                <a:spcPts val="0"/>
              </a:spcBef>
              <a:spcAft>
                <a:spcPts val="0"/>
              </a:spcAft>
              <a:buSzPts val="10900"/>
              <a:buNone/>
              <a:defRPr sz="10900"/>
            </a:lvl4pPr>
            <a:lvl5pPr lvl="4" algn="ctr">
              <a:spcBef>
                <a:spcPts val="0"/>
              </a:spcBef>
              <a:spcAft>
                <a:spcPts val="0"/>
              </a:spcAft>
              <a:buSzPts val="10900"/>
              <a:buNone/>
              <a:defRPr sz="10900"/>
            </a:lvl5pPr>
            <a:lvl6pPr lvl="5" algn="ctr">
              <a:spcBef>
                <a:spcPts val="0"/>
              </a:spcBef>
              <a:spcAft>
                <a:spcPts val="0"/>
              </a:spcAft>
              <a:buSzPts val="10900"/>
              <a:buNone/>
              <a:defRPr sz="10900"/>
            </a:lvl6pPr>
            <a:lvl7pPr lvl="6" algn="ctr">
              <a:spcBef>
                <a:spcPts val="0"/>
              </a:spcBef>
              <a:spcAft>
                <a:spcPts val="0"/>
              </a:spcAft>
              <a:buSzPts val="10900"/>
              <a:buNone/>
              <a:defRPr sz="10900"/>
            </a:lvl7pPr>
            <a:lvl8pPr lvl="7" algn="ctr">
              <a:spcBef>
                <a:spcPts val="0"/>
              </a:spcBef>
              <a:spcAft>
                <a:spcPts val="0"/>
              </a:spcAft>
              <a:buSzPts val="10900"/>
              <a:buNone/>
              <a:defRPr sz="10900"/>
            </a:lvl8pPr>
            <a:lvl9pPr lvl="8" algn="ctr">
              <a:spcBef>
                <a:spcPts val="0"/>
              </a:spcBef>
              <a:spcAft>
                <a:spcPts val="0"/>
              </a:spcAft>
              <a:buSzPts val="10900"/>
              <a:buNone/>
              <a:defRPr sz="10900"/>
            </a:lvl9pPr>
          </a:lstStyle>
          <a:p/>
        </p:txBody>
      </p:sp>
      <p:sp>
        <p:nvSpPr>
          <p:cNvPr id="38" name="Google Shape;38;p9"/>
          <p:cNvSpPr txBox="1"/>
          <p:nvPr>
            <p:ph idx="1" type="subTitle"/>
          </p:nvPr>
        </p:nvSpPr>
        <p:spPr>
          <a:xfrm>
            <a:off x="457434" y="12141467"/>
            <a:ext cx="6969600" cy="5349900"/>
          </a:xfrm>
          <a:prstGeom prst="rect">
            <a:avLst/>
          </a:prstGeom>
        </p:spPr>
        <p:txBody>
          <a:bodyPr anchorCtr="0" anchor="t" bIns="237025" lIns="237025" spcFirstLastPara="1" rIns="237025" wrap="square" tIns="237025">
            <a:noAutofit/>
          </a:bodyPr>
          <a:lstStyle>
            <a:lvl1pPr lvl="0" algn="ctr">
              <a:lnSpc>
                <a:spcPct val="100000"/>
              </a:lnSpc>
              <a:spcBef>
                <a:spcPts val="0"/>
              </a:spcBef>
              <a:spcAft>
                <a:spcPts val="0"/>
              </a:spcAft>
              <a:buSzPts val="5400"/>
              <a:buNone/>
              <a:defRPr sz="5400"/>
            </a:lvl1pPr>
            <a:lvl2pPr lvl="1" algn="ctr">
              <a:lnSpc>
                <a:spcPct val="100000"/>
              </a:lnSpc>
              <a:spcBef>
                <a:spcPts val="0"/>
              </a:spcBef>
              <a:spcAft>
                <a:spcPts val="0"/>
              </a:spcAft>
              <a:buSzPts val="5400"/>
              <a:buNone/>
              <a:defRPr sz="5400"/>
            </a:lvl2pPr>
            <a:lvl3pPr lvl="2" algn="ctr">
              <a:lnSpc>
                <a:spcPct val="100000"/>
              </a:lnSpc>
              <a:spcBef>
                <a:spcPts val="0"/>
              </a:spcBef>
              <a:spcAft>
                <a:spcPts val="0"/>
              </a:spcAft>
              <a:buSzPts val="5400"/>
              <a:buNone/>
              <a:defRPr sz="5400"/>
            </a:lvl3pPr>
            <a:lvl4pPr lvl="3" algn="ctr">
              <a:lnSpc>
                <a:spcPct val="100000"/>
              </a:lnSpc>
              <a:spcBef>
                <a:spcPts val="0"/>
              </a:spcBef>
              <a:spcAft>
                <a:spcPts val="0"/>
              </a:spcAft>
              <a:buSzPts val="5400"/>
              <a:buNone/>
              <a:defRPr sz="5400"/>
            </a:lvl4pPr>
            <a:lvl5pPr lvl="4" algn="ctr">
              <a:lnSpc>
                <a:spcPct val="100000"/>
              </a:lnSpc>
              <a:spcBef>
                <a:spcPts val="0"/>
              </a:spcBef>
              <a:spcAft>
                <a:spcPts val="0"/>
              </a:spcAft>
              <a:buSzPts val="5400"/>
              <a:buNone/>
              <a:defRPr sz="5400"/>
            </a:lvl5pPr>
            <a:lvl6pPr lvl="5" algn="ctr">
              <a:lnSpc>
                <a:spcPct val="100000"/>
              </a:lnSpc>
              <a:spcBef>
                <a:spcPts val="0"/>
              </a:spcBef>
              <a:spcAft>
                <a:spcPts val="0"/>
              </a:spcAft>
              <a:buSzPts val="5400"/>
              <a:buNone/>
              <a:defRPr sz="5400"/>
            </a:lvl6pPr>
            <a:lvl7pPr lvl="6" algn="ctr">
              <a:lnSpc>
                <a:spcPct val="100000"/>
              </a:lnSpc>
              <a:spcBef>
                <a:spcPts val="0"/>
              </a:spcBef>
              <a:spcAft>
                <a:spcPts val="0"/>
              </a:spcAft>
              <a:buSzPts val="5400"/>
              <a:buNone/>
              <a:defRPr sz="5400"/>
            </a:lvl7pPr>
            <a:lvl8pPr lvl="7" algn="ctr">
              <a:lnSpc>
                <a:spcPct val="100000"/>
              </a:lnSpc>
              <a:spcBef>
                <a:spcPts val="0"/>
              </a:spcBef>
              <a:spcAft>
                <a:spcPts val="0"/>
              </a:spcAft>
              <a:buSzPts val="5400"/>
              <a:buNone/>
              <a:defRPr sz="5400"/>
            </a:lvl8pPr>
            <a:lvl9pPr lvl="8" algn="ctr">
              <a:lnSpc>
                <a:spcPct val="100000"/>
              </a:lnSpc>
              <a:spcBef>
                <a:spcPts val="0"/>
              </a:spcBef>
              <a:spcAft>
                <a:spcPts val="0"/>
              </a:spcAft>
              <a:buSzPts val="5400"/>
              <a:buNone/>
              <a:defRPr sz="5400"/>
            </a:lvl9pPr>
          </a:lstStyle>
          <a:p/>
        </p:txBody>
      </p:sp>
      <p:sp>
        <p:nvSpPr>
          <p:cNvPr id="39" name="Google Shape;39;p9"/>
          <p:cNvSpPr txBox="1"/>
          <p:nvPr>
            <p:ph idx="2" type="body"/>
          </p:nvPr>
        </p:nvSpPr>
        <p:spPr>
          <a:xfrm>
            <a:off x="8510347" y="3136317"/>
            <a:ext cx="6610800" cy="16005300"/>
          </a:xfrm>
          <a:prstGeom prst="rect">
            <a:avLst/>
          </a:prstGeom>
        </p:spPr>
        <p:txBody>
          <a:bodyPr anchorCtr="0" anchor="ctr" bIns="237025" lIns="237025" spcFirstLastPara="1" rIns="237025" wrap="square" tIns="237025">
            <a:noAutofit/>
          </a:bodyPr>
          <a:lstStyle>
            <a:lvl1pPr indent="-527050" lvl="0" marL="457200">
              <a:spcBef>
                <a:spcPts val="0"/>
              </a:spcBef>
              <a:spcAft>
                <a:spcPts val="0"/>
              </a:spcAft>
              <a:buSzPts val="4700"/>
              <a:buChar char="●"/>
              <a:defRPr/>
            </a:lvl1pPr>
            <a:lvl2pPr indent="-457200" lvl="1" marL="914400">
              <a:spcBef>
                <a:spcPts val="0"/>
              </a:spcBef>
              <a:spcAft>
                <a:spcPts val="0"/>
              </a:spcAft>
              <a:buSzPts val="3600"/>
              <a:buChar char="○"/>
              <a:defRPr/>
            </a:lvl2pPr>
            <a:lvl3pPr indent="-457200" lvl="2" marL="1371600">
              <a:spcBef>
                <a:spcPts val="0"/>
              </a:spcBef>
              <a:spcAft>
                <a:spcPts val="0"/>
              </a:spcAft>
              <a:buSzPts val="3600"/>
              <a:buChar char="■"/>
              <a:defRPr/>
            </a:lvl3pPr>
            <a:lvl4pPr indent="-457200" lvl="3" marL="1828800">
              <a:spcBef>
                <a:spcPts val="0"/>
              </a:spcBef>
              <a:spcAft>
                <a:spcPts val="0"/>
              </a:spcAft>
              <a:buSzPts val="3600"/>
              <a:buChar char="●"/>
              <a:defRPr/>
            </a:lvl4pPr>
            <a:lvl5pPr indent="-457200" lvl="4" marL="2286000">
              <a:spcBef>
                <a:spcPts val="0"/>
              </a:spcBef>
              <a:spcAft>
                <a:spcPts val="0"/>
              </a:spcAft>
              <a:buSzPts val="3600"/>
              <a:buChar char="○"/>
              <a:defRPr/>
            </a:lvl5pPr>
            <a:lvl6pPr indent="-457200" lvl="5" marL="2743200">
              <a:spcBef>
                <a:spcPts val="0"/>
              </a:spcBef>
              <a:spcAft>
                <a:spcPts val="0"/>
              </a:spcAft>
              <a:buSzPts val="3600"/>
              <a:buChar char="■"/>
              <a:defRPr/>
            </a:lvl6pPr>
            <a:lvl7pPr indent="-457200" lvl="6" marL="3200400">
              <a:spcBef>
                <a:spcPts val="0"/>
              </a:spcBef>
              <a:spcAft>
                <a:spcPts val="0"/>
              </a:spcAft>
              <a:buSzPts val="3600"/>
              <a:buChar char="●"/>
              <a:defRPr/>
            </a:lvl7pPr>
            <a:lvl8pPr indent="-457200" lvl="7" marL="3657600">
              <a:spcBef>
                <a:spcPts val="0"/>
              </a:spcBef>
              <a:spcAft>
                <a:spcPts val="0"/>
              </a:spcAft>
              <a:buSzPts val="3600"/>
              <a:buChar char="○"/>
              <a:defRPr/>
            </a:lvl8pPr>
            <a:lvl9pPr indent="-457200" lvl="8" marL="4114800">
              <a:spcBef>
                <a:spcPts val="0"/>
              </a:spcBef>
              <a:spcAft>
                <a:spcPts val="0"/>
              </a:spcAft>
              <a:buSzPts val="3600"/>
              <a:buChar char="■"/>
              <a:defRPr/>
            </a:lvl9pPr>
          </a:lstStyle>
          <a:p/>
        </p:txBody>
      </p:sp>
      <p:sp>
        <p:nvSpPr>
          <p:cNvPr id="40" name="Google Shape;40;p9"/>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537033" y="18324657"/>
            <a:ext cx="10335300" cy="2621100"/>
          </a:xfrm>
          <a:prstGeom prst="rect">
            <a:avLst/>
          </a:prstGeom>
        </p:spPr>
        <p:txBody>
          <a:bodyPr anchorCtr="0" anchor="ctr" bIns="237025" lIns="237025" spcFirstLastPara="1" rIns="237025" wrap="square" tIns="237025">
            <a:noAutofit/>
          </a:bodyPr>
          <a:lstStyle>
            <a:lvl1pPr indent="-228600" lvl="0" marL="457200">
              <a:lnSpc>
                <a:spcPct val="100000"/>
              </a:lnSpc>
              <a:spcBef>
                <a:spcPts val="0"/>
              </a:spcBef>
              <a:spcAft>
                <a:spcPts val="0"/>
              </a:spcAft>
              <a:buSzPts val="4700"/>
              <a:buNone/>
              <a:defRPr/>
            </a:lvl1pPr>
          </a:lstStyle>
          <a:p/>
        </p:txBody>
      </p:sp>
      <p:sp>
        <p:nvSpPr>
          <p:cNvPr id="43" name="Google Shape;43;p10"/>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537033" y="4791160"/>
            <a:ext cx="14680200" cy="8505000"/>
          </a:xfrm>
          <a:prstGeom prst="rect">
            <a:avLst/>
          </a:prstGeom>
        </p:spPr>
        <p:txBody>
          <a:bodyPr anchorCtr="0" anchor="b" bIns="237025" lIns="237025" spcFirstLastPara="1" rIns="237025" wrap="square" tIns="237025">
            <a:noAutofit/>
          </a:bodyPr>
          <a:lstStyle>
            <a:lvl1pPr lvl="0" algn="ctr">
              <a:spcBef>
                <a:spcPts val="0"/>
              </a:spcBef>
              <a:spcAft>
                <a:spcPts val="0"/>
              </a:spcAft>
              <a:buSzPts val="31100"/>
              <a:buNone/>
              <a:defRPr sz="31100"/>
            </a:lvl1pPr>
            <a:lvl2pPr lvl="1" algn="ctr">
              <a:spcBef>
                <a:spcPts val="0"/>
              </a:spcBef>
              <a:spcAft>
                <a:spcPts val="0"/>
              </a:spcAft>
              <a:buSzPts val="31100"/>
              <a:buNone/>
              <a:defRPr sz="31100"/>
            </a:lvl2pPr>
            <a:lvl3pPr lvl="2" algn="ctr">
              <a:spcBef>
                <a:spcPts val="0"/>
              </a:spcBef>
              <a:spcAft>
                <a:spcPts val="0"/>
              </a:spcAft>
              <a:buSzPts val="31100"/>
              <a:buNone/>
              <a:defRPr sz="31100"/>
            </a:lvl3pPr>
            <a:lvl4pPr lvl="3" algn="ctr">
              <a:spcBef>
                <a:spcPts val="0"/>
              </a:spcBef>
              <a:spcAft>
                <a:spcPts val="0"/>
              </a:spcAft>
              <a:buSzPts val="31100"/>
              <a:buNone/>
              <a:defRPr sz="31100"/>
            </a:lvl4pPr>
            <a:lvl5pPr lvl="4" algn="ctr">
              <a:spcBef>
                <a:spcPts val="0"/>
              </a:spcBef>
              <a:spcAft>
                <a:spcPts val="0"/>
              </a:spcAft>
              <a:buSzPts val="31100"/>
              <a:buNone/>
              <a:defRPr sz="31100"/>
            </a:lvl5pPr>
            <a:lvl6pPr lvl="5" algn="ctr">
              <a:spcBef>
                <a:spcPts val="0"/>
              </a:spcBef>
              <a:spcAft>
                <a:spcPts val="0"/>
              </a:spcAft>
              <a:buSzPts val="31100"/>
              <a:buNone/>
              <a:defRPr sz="31100"/>
            </a:lvl6pPr>
            <a:lvl7pPr lvl="6" algn="ctr">
              <a:spcBef>
                <a:spcPts val="0"/>
              </a:spcBef>
              <a:spcAft>
                <a:spcPts val="0"/>
              </a:spcAft>
              <a:buSzPts val="31100"/>
              <a:buNone/>
              <a:defRPr sz="31100"/>
            </a:lvl7pPr>
            <a:lvl8pPr lvl="7" algn="ctr">
              <a:spcBef>
                <a:spcPts val="0"/>
              </a:spcBef>
              <a:spcAft>
                <a:spcPts val="0"/>
              </a:spcAft>
              <a:buSzPts val="31100"/>
              <a:buNone/>
              <a:defRPr sz="31100"/>
            </a:lvl8pPr>
            <a:lvl9pPr lvl="8" algn="ctr">
              <a:spcBef>
                <a:spcPts val="0"/>
              </a:spcBef>
              <a:spcAft>
                <a:spcPts val="0"/>
              </a:spcAft>
              <a:buSzPts val="31100"/>
              <a:buNone/>
              <a:defRPr sz="31100"/>
            </a:lvl9pPr>
          </a:lstStyle>
          <a:p>
            <a:r>
              <a:t>xx%</a:t>
            </a:r>
          </a:p>
        </p:txBody>
      </p:sp>
      <p:sp>
        <p:nvSpPr>
          <p:cNvPr id="46" name="Google Shape;46;p11"/>
          <p:cNvSpPr txBox="1"/>
          <p:nvPr>
            <p:ph idx="1" type="body"/>
          </p:nvPr>
        </p:nvSpPr>
        <p:spPr>
          <a:xfrm>
            <a:off x="537033" y="13653804"/>
            <a:ext cx="14680200" cy="5634300"/>
          </a:xfrm>
          <a:prstGeom prst="rect">
            <a:avLst/>
          </a:prstGeom>
        </p:spPr>
        <p:txBody>
          <a:bodyPr anchorCtr="0" anchor="t" bIns="237025" lIns="237025" spcFirstLastPara="1" rIns="237025" wrap="square" tIns="237025">
            <a:noAutofit/>
          </a:bodyPr>
          <a:lstStyle>
            <a:lvl1pPr indent="-527050" lvl="0" marL="457200" algn="ctr">
              <a:spcBef>
                <a:spcPts val="0"/>
              </a:spcBef>
              <a:spcAft>
                <a:spcPts val="0"/>
              </a:spcAft>
              <a:buSzPts val="4700"/>
              <a:buChar char="●"/>
              <a:defRPr/>
            </a:lvl1pPr>
            <a:lvl2pPr indent="-457200" lvl="1" marL="914400" algn="ctr">
              <a:spcBef>
                <a:spcPts val="0"/>
              </a:spcBef>
              <a:spcAft>
                <a:spcPts val="0"/>
              </a:spcAft>
              <a:buSzPts val="3600"/>
              <a:buChar char="○"/>
              <a:defRPr/>
            </a:lvl2pPr>
            <a:lvl3pPr indent="-457200" lvl="2" marL="1371600" algn="ctr">
              <a:spcBef>
                <a:spcPts val="0"/>
              </a:spcBef>
              <a:spcAft>
                <a:spcPts val="0"/>
              </a:spcAft>
              <a:buSzPts val="3600"/>
              <a:buChar char="■"/>
              <a:defRPr/>
            </a:lvl3pPr>
            <a:lvl4pPr indent="-457200" lvl="3" marL="1828800" algn="ctr">
              <a:spcBef>
                <a:spcPts val="0"/>
              </a:spcBef>
              <a:spcAft>
                <a:spcPts val="0"/>
              </a:spcAft>
              <a:buSzPts val="3600"/>
              <a:buChar char="●"/>
              <a:defRPr/>
            </a:lvl4pPr>
            <a:lvl5pPr indent="-457200" lvl="4" marL="2286000" algn="ctr">
              <a:spcBef>
                <a:spcPts val="0"/>
              </a:spcBef>
              <a:spcAft>
                <a:spcPts val="0"/>
              </a:spcAft>
              <a:buSzPts val="3600"/>
              <a:buChar char="○"/>
              <a:defRPr/>
            </a:lvl5pPr>
            <a:lvl6pPr indent="-457200" lvl="5" marL="2743200" algn="ctr">
              <a:spcBef>
                <a:spcPts val="0"/>
              </a:spcBef>
              <a:spcAft>
                <a:spcPts val="0"/>
              </a:spcAft>
              <a:buSzPts val="3600"/>
              <a:buChar char="■"/>
              <a:defRPr/>
            </a:lvl6pPr>
            <a:lvl7pPr indent="-457200" lvl="6" marL="3200400" algn="ctr">
              <a:spcBef>
                <a:spcPts val="0"/>
              </a:spcBef>
              <a:spcAft>
                <a:spcPts val="0"/>
              </a:spcAft>
              <a:buSzPts val="3600"/>
              <a:buChar char="●"/>
              <a:defRPr/>
            </a:lvl7pPr>
            <a:lvl8pPr indent="-457200" lvl="7" marL="3657600" algn="ctr">
              <a:spcBef>
                <a:spcPts val="0"/>
              </a:spcBef>
              <a:spcAft>
                <a:spcPts val="0"/>
              </a:spcAft>
              <a:buSzPts val="3600"/>
              <a:buChar char="○"/>
              <a:defRPr/>
            </a:lvl8pPr>
            <a:lvl9pPr indent="-457200" lvl="8" marL="4114800" algn="ctr">
              <a:spcBef>
                <a:spcPts val="0"/>
              </a:spcBef>
              <a:spcAft>
                <a:spcPts val="0"/>
              </a:spcAft>
              <a:buSzPts val="3600"/>
              <a:buChar char="■"/>
              <a:defRPr/>
            </a:lvl9pPr>
          </a:lstStyle>
          <a:p/>
        </p:txBody>
      </p:sp>
      <p:sp>
        <p:nvSpPr>
          <p:cNvPr id="47" name="Google Shape;47;p11"/>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4597339" y="20198637"/>
            <a:ext cx="945300" cy="1704900"/>
          </a:xfrm>
          <a:prstGeom prst="rect">
            <a:avLst/>
          </a:prstGeom>
        </p:spPr>
        <p:txBody>
          <a:bodyPr anchorCtr="0" anchor="ctr" bIns="237025" lIns="237025" spcFirstLastPara="1" rIns="237025" wrap="square" tIns="2370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537033" y="1927618"/>
            <a:ext cx="14680200" cy="2480700"/>
          </a:xfrm>
          <a:prstGeom prst="rect">
            <a:avLst/>
          </a:prstGeom>
          <a:noFill/>
          <a:ln>
            <a:noFill/>
          </a:ln>
        </p:spPr>
        <p:txBody>
          <a:bodyPr anchorCtr="0" anchor="t" bIns="237025" lIns="237025" spcFirstLastPara="1" rIns="237025" wrap="square" tIns="237025">
            <a:noAutofit/>
          </a:bodyPr>
          <a:lstStyle>
            <a:lvl1pPr lvl="0">
              <a:spcBef>
                <a:spcPts val="0"/>
              </a:spcBef>
              <a:spcAft>
                <a:spcPts val="0"/>
              </a:spcAft>
              <a:buClr>
                <a:schemeClr val="dk1"/>
              </a:buClr>
              <a:buSzPts val="7300"/>
              <a:buNone/>
              <a:defRPr sz="7300">
                <a:solidFill>
                  <a:schemeClr val="dk1"/>
                </a:solidFill>
              </a:defRPr>
            </a:lvl1pPr>
            <a:lvl2pPr lvl="1">
              <a:spcBef>
                <a:spcPts val="0"/>
              </a:spcBef>
              <a:spcAft>
                <a:spcPts val="0"/>
              </a:spcAft>
              <a:buClr>
                <a:schemeClr val="dk1"/>
              </a:buClr>
              <a:buSzPts val="7300"/>
              <a:buNone/>
              <a:defRPr sz="7300">
                <a:solidFill>
                  <a:schemeClr val="dk1"/>
                </a:solidFill>
              </a:defRPr>
            </a:lvl2pPr>
            <a:lvl3pPr lvl="2">
              <a:spcBef>
                <a:spcPts val="0"/>
              </a:spcBef>
              <a:spcAft>
                <a:spcPts val="0"/>
              </a:spcAft>
              <a:buClr>
                <a:schemeClr val="dk1"/>
              </a:buClr>
              <a:buSzPts val="7300"/>
              <a:buNone/>
              <a:defRPr sz="7300">
                <a:solidFill>
                  <a:schemeClr val="dk1"/>
                </a:solidFill>
              </a:defRPr>
            </a:lvl3pPr>
            <a:lvl4pPr lvl="3">
              <a:spcBef>
                <a:spcPts val="0"/>
              </a:spcBef>
              <a:spcAft>
                <a:spcPts val="0"/>
              </a:spcAft>
              <a:buClr>
                <a:schemeClr val="dk1"/>
              </a:buClr>
              <a:buSzPts val="7300"/>
              <a:buNone/>
              <a:defRPr sz="7300">
                <a:solidFill>
                  <a:schemeClr val="dk1"/>
                </a:solidFill>
              </a:defRPr>
            </a:lvl4pPr>
            <a:lvl5pPr lvl="4">
              <a:spcBef>
                <a:spcPts val="0"/>
              </a:spcBef>
              <a:spcAft>
                <a:spcPts val="0"/>
              </a:spcAft>
              <a:buClr>
                <a:schemeClr val="dk1"/>
              </a:buClr>
              <a:buSzPts val="7300"/>
              <a:buNone/>
              <a:defRPr sz="7300">
                <a:solidFill>
                  <a:schemeClr val="dk1"/>
                </a:solidFill>
              </a:defRPr>
            </a:lvl5pPr>
            <a:lvl6pPr lvl="5">
              <a:spcBef>
                <a:spcPts val="0"/>
              </a:spcBef>
              <a:spcAft>
                <a:spcPts val="0"/>
              </a:spcAft>
              <a:buClr>
                <a:schemeClr val="dk1"/>
              </a:buClr>
              <a:buSzPts val="7300"/>
              <a:buNone/>
              <a:defRPr sz="7300">
                <a:solidFill>
                  <a:schemeClr val="dk1"/>
                </a:solidFill>
              </a:defRPr>
            </a:lvl6pPr>
            <a:lvl7pPr lvl="6">
              <a:spcBef>
                <a:spcPts val="0"/>
              </a:spcBef>
              <a:spcAft>
                <a:spcPts val="0"/>
              </a:spcAft>
              <a:buClr>
                <a:schemeClr val="dk1"/>
              </a:buClr>
              <a:buSzPts val="7300"/>
              <a:buNone/>
              <a:defRPr sz="7300">
                <a:solidFill>
                  <a:schemeClr val="dk1"/>
                </a:solidFill>
              </a:defRPr>
            </a:lvl7pPr>
            <a:lvl8pPr lvl="7">
              <a:spcBef>
                <a:spcPts val="0"/>
              </a:spcBef>
              <a:spcAft>
                <a:spcPts val="0"/>
              </a:spcAft>
              <a:buClr>
                <a:schemeClr val="dk1"/>
              </a:buClr>
              <a:buSzPts val="7300"/>
              <a:buNone/>
              <a:defRPr sz="7300">
                <a:solidFill>
                  <a:schemeClr val="dk1"/>
                </a:solidFill>
              </a:defRPr>
            </a:lvl8pPr>
            <a:lvl9pPr lvl="8">
              <a:spcBef>
                <a:spcPts val="0"/>
              </a:spcBef>
              <a:spcAft>
                <a:spcPts val="0"/>
              </a:spcAft>
              <a:buClr>
                <a:schemeClr val="dk1"/>
              </a:buClr>
              <a:buSzPts val="7300"/>
              <a:buNone/>
              <a:defRPr sz="7300">
                <a:solidFill>
                  <a:schemeClr val="dk1"/>
                </a:solidFill>
              </a:defRPr>
            </a:lvl9pPr>
          </a:lstStyle>
          <a:p/>
        </p:txBody>
      </p:sp>
      <p:sp>
        <p:nvSpPr>
          <p:cNvPr id="7" name="Google Shape;7;p1"/>
          <p:cNvSpPr txBox="1"/>
          <p:nvPr>
            <p:ph idx="1" type="body"/>
          </p:nvPr>
        </p:nvSpPr>
        <p:spPr>
          <a:xfrm>
            <a:off x="537033" y="4991924"/>
            <a:ext cx="14680200" cy="14798100"/>
          </a:xfrm>
          <a:prstGeom prst="rect">
            <a:avLst/>
          </a:prstGeom>
          <a:noFill/>
          <a:ln>
            <a:noFill/>
          </a:ln>
        </p:spPr>
        <p:txBody>
          <a:bodyPr anchorCtr="0" anchor="t" bIns="237025" lIns="237025" spcFirstLastPara="1" rIns="237025" wrap="square" tIns="237025">
            <a:noAutofit/>
          </a:bodyPr>
          <a:lstStyle>
            <a:lvl1pPr indent="-527050" lvl="0" marL="457200">
              <a:lnSpc>
                <a:spcPct val="115000"/>
              </a:lnSpc>
              <a:spcBef>
                <a:spcPts val="0"/>
              </a:spcBef>
              <a:spcAft>
                <a:spcPts val="0"/>
              </a:spcAft>
              <a:buClr>
                <a:schemeClr val="dk2"/>
              </a:buClr>
              <a:buSzPts val="4700"/>
              <a:buChar char="●"/>
              <a:defRPr sz="4700">
                <a:solidFill>
                  <a:schemeClr val="dk2"/>
                </a:solidFill>
              </a:defRPr>
            </a:lvl1pPr>
            <a:lvl2pPr indent="-457200" lvl="1" marL="914400">
              <a:lnSpc>
                <a:spcPct val="115000"/>
              </a:lnSpc>
              <a:spcBef>
                <a:spcPts val="0"/>
              </a:spcBef>
              <a:spcAft>
                <a:spcPts val="0"/>
              </a:spcAft>
              <a:buClr>
                <a:schemeClr val="dk2"/>
              </a:buClr>
              <a:buSzPts val="3600"/>
              <a:buChar char="○"/>
              <a:defRPr sz="3600">
                <a:solidFill>
                  <a:schemeClr val="dk2"/>
                </a:solidFill>
              </a:defRPr>
            </a:lvl2pPr>
            <a:lvl3pPr indent="-457200" lvl="2" marL="1371600">
              <a:lnSpc>
                <a:spcPct val="115000"/>
              </a:lnSpc>
              <a:spcBef>
                <a:spcPts val="0"/>
              </a:spcBef>
              <a:spcAft>
                <a:spcPts val="0"/>
              </a:spcAft>
              <a:buClr>
                <a:schemeClr val="dk2"/>
              </a:buClr>
              <a:buSzPts val="3600"/>
              <a:buChar char="■"/>
              <a:defRPr sz="3600">
                <a:solidFill>
                  <a:schemeClr val="dk2"/>
                </a:solidFill>
              </a:defRPr>
            </a:lvl3pPr>
            <a:lvl4pPr indent="-457200" lvl="3" marL="1828800">
              <a:lnSpc>
                <a:spcPct val="115000"/>
              </a:lnSpc>
              <a:spcBef>
                <a:spcPts val="0"/>
              </a:spcBef>
              <a:spcAft>
                <a:spcPts val="0"/>
              </a:spcAft>
              <a:buClr>
                <a:schemeClr val="dk2"/>
              </a:buClr>
              <a:buSzPts val="3600"/>
              <a:buChar char="●"/>
              <a:defRPr sz="3600">
                <a:solidFill>
                  <a:schemeClr val="dk2"/>
                </a:solidFill>
              </a:defRPr>
            </a:lvl4pPr>
            <a:lvl5pPr indent="-457200" lvl="4" marL="2286000">
              <a:lnSpc>
                <a:spcPct val="115000"/>
              </a:lnSpc>
              <a:spcBef>
                <a:spcPts val="0"/>
              </a:spcBef>
              <a:spcAft>
                <a:spcPts val="0"/>
              </a:spcAft>
              <a:buClr>
                <a:schemeClr val="dk2"/>
              </a:buClr>
              <a:buSzPts val="3600"/>
              <a:buChar char="○"/>
              <a:defRPr sz="3600">
                <a:solidFill>
                  <a:schemeClr val="dk2"/>
                </a:solidFill>
              </a:defRPr>
            </a:lvl5pPr>
            <a:lvl6pPr indent="-457200" lvl="5" marL="2743200">
              <a:lnSpc>
                <a:spcPct val="115000"/>
              </a:lnSpc>
              <a:spcBef>
                <a:spcPts val="0"/>
              </a:spcBef>
              <a:spcAft>
                <a:spcPts val="0"/>
              </a:spcAft>
              <a:buClr>
                <a:schemeClr val="dk2"/>
              </a:buClr>
              <a:buSzPts val="3600"/>
              <a:buChar char="■"/>
              <a:defRPr sz="3600">
                <a:solidFill>
                  <a:schemeClr val="dk2"/>
                </a:solidFill>
              </a:defRPr>
            </a:lvl6pPr>
            <a:lvl7pPr indent="-457200" lvl="6" marL="3200400">
              <a:lnSpc>
                <a:spcPct val="115000"/>
              </a:lnSpc>
              <a:spcBef>
                <a:spcPts val="0"/>
              </a:spcBef>
              <a:spcAft>
                <a:spcPts val="0"/>
              </a:spcAft>
              <a:buClr>
                <a:schemeClr val="dk2"/>
              </a:buClr>
              <a:buSzPts val="3600"/>
              <a:buChar char="●"/>
              <a:defRPr sz="3600">
                <a:solidFill>
                  <a:schemeClr val="dk2"/>
                </a:solidFill>
              </a:defRPr>
            </a:lvl7pPr>
            <a:lvl8pPr indent="-457200" lvl="7" marL="3657600">
              <a:lnSpc>
                <a:spcPct val="115000"/>
              </a:lnSpc>
              <a:spcBef>
                <a:spcPts val="0"/>
              </a:spcBef>
              <a:spcAft>
                <a:spcPts val="0"/>
              </a:spcAft>
              <a:buClr>
                <a:schemeClr val="dk2"/>
              </a:buClr>
              <a:buSzPts val="3600"/>
              <a:buChar char="○"/>
              <a:defRPr sz="3600">
                <a:solidFill>
                  <a:schemeClr val="dk2"/>
                </a:solidFill>
              </a:defRPr>
            </a:lvl8pPr>
            <a:lvl9pPr indent="-457200" lvl="8" marL="4114800">
              <a:lnSpc>
                <a:spcPct val="115000"/>
              </a:lnSpc>
              <a:spcBef>
                <a:spcPts val="0"/>
              </a:spcBef>
              <a:spcAft>
                <a:spcPts val="0"/>
              </a:spcAft>
              <a:buClr>
                <a:schemeClr val="dk2"/>
              </a:buClr>
              <a:buSzPts val="3600"/>
              <a:buChar char="■"/>
              <a:defRPr sz="3600">
                <a:solidFill>
                  <a:schemeClr val="dk2"/>
                </a:solidFill>
              </a:defRPr>
            </a:lvl9pPr>
          </a:lstStyle>
          <a:p/>
        </p:txBody>
      </p:sp>
      <p:sp>
        <p:nvSpPr>
          <p:cNvPr id="8" name="Google Shape;8;p1"/>
          <p:cNvSpPr txBox="1"/>
          <p:nvPr>
            <p:ph idx="12" type="sldNum"/>
          </p:nvPr>
        </p:nvSpPr>
        <p:spPr>
          <a:xfrm>
            <a:off x="14597339" y="20198637"/>
            <a:ext cx="945300" cy="1704900"/>
          </a:xfrm>
          <a:prstGeom prst="rect">
            <a:avLst/>
          </a:prstGeom>
          <a:noFill/>
          <a:ln>
            <a:noFill/>
          </a:ln>
        </p:spPr>
        <p:txBody>
          <a:bodyPr anchorCtr="0" anchor="ctr" bIns="237025" lIns="237025" spcFirstLastPara="1" rIns="237025" wrap="square" tIns="237025">
            <a:noAutofit/>
          </a:bodyPr>
          <a:lstStyle>
            <a:lvl1pPr lvl="0" algn="r">
              <a:buNone/>
              <a:defRPr sz="2600">
                <a:solidFill>
                  <a:schemeClr val="dk2"/>
                </a:solidFill>
              </a:defRPr>
            </a:lvl1pPr>
            <a:lvl2pPr lvl="1" algn="r">
              <a:buNone/>
              <a:defRPr sz="2600">
                <a:solidFill>
                  <a:schemeClr val="dk2"/>
                </a:solidFill>
              </a:defRPr>
            </a:lvl2pPr>
            <a:lvl3pPr lvl="2" algn="r">
              <a:buNone/>
              <a:defRPr sz="2600">
                <a:solidFill>
                  <a:schemeClr val="dk2"/>
                </a:solidFill>
              </a:defRPr>
            </a:lvl3pPr>
            <a:lvl4pPr lvl="3" algn="r">
              <a:buNone/>
              <a:defRPr sz="2600">
                <a:solidFill>
                  <a:schemeClr val="dk2"/>
                </a:solidFill>
              </a:defRPr>
            </a:lvl4pPr>
            <a:lvl5pPr lvl="4" algn="r">
              <a:buNone/>
              <a:defRPr sz="2600">
                <a:solidFill>
                  <a:schemeClr val="dk2"/>
                </a:solidFill>
              </a:defRPr>
            </a:lvl5pPr>
            <a:lvl6pPr lvl="5" algn="r">
              <a:buNone/>
              <a:defRPr sz="2600">
                <a:solidFill>
                  <a:schemeClr val="dk2"/>
                </a:solidFill>
              </a:defRPr>
            </a:lvl6pPr>
            <a:lvl7pPr lvl="6" algn="r">
              <a:buNone/>
              <a:defRPr sz="2600">
                <a:solidFill>
                  <a:schemeClr val="dk2"/>
                </a:solidFill>
              </a:defRPr>
            </a:lvl7pPr>
            <a:lvl8pPr lvl="7" algn="r">
              <a:buNone/>
              <a:defRPr sz="2600">
                <a:solidFill>
                  <a:schemeClr val="dk2"/>
                </a:solidFill>
              </a:defRPr>
            </a:lvl8pPr>
            <a:lvl9pPr lvl="8" algn="r">
              <a:buNone/>
              <a:defRPr sz="26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pic>
        <p:nvPicPr>
          <p:cNvPr id="54" name="Google Shape;54;p13"/>
          <p:cNvPicPr preferRelativeResize="0"/>
          <p:nvPr/>
        </p:nvPicPr>
        <p:blipFill>
          <a:blip r:embed="rId4">
            <a:alphaModFix/>
          </a:blip>
          <a:stretch>
            <a:fillRect/>
          </a:stretch>
        </p:blipFill>
        <p:spPr>
          <a:xfrm>
            <a:off x="-6309700" y="6626072"/>
            <a:ext cx="5149125" cy="4900674"/>
          </a:xfrm>
          <a:prstGeom prst="rect">
            <a:avLst/>
          </a:prstGeom>
          <a:noFill/>
          <a:ln>
            <a:noFill/>
          </a:ln>
        </p:spPr>
      </p:pic>
      <p:sp>
        <p:nvSpPr>
          <p:cNvPr id="55" name="Google Shape;55;p13"/>
          <p:cNvSpPr txBox="1"/>
          <p:nvPr/>
        </p:nvSpPr>
        <p:spPr>
          <a:xfrm>
            <a:off x="-11779700" y="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6000">
                <a:latin typeface="Barlow"/>
                <a:ea typeface="Barlow"/>
                <a:cs typeface="Barlow"/>
                <a:sym typeface="Barlow"/>
              </a:rPr>
              <a:t>Having a hard time reading something?</a:t>
            </a:r>
            <a:endParaRPr b="1" sz="6000">
              <a:latin typeface="Barlow"/>
              <a:ea typeface="Barlow"/>
              <a:cs typeface="Barlow"/>
              <a:sym typeface="Barlow"/>
            </a:endParaRPr>
          </a:p>
          <a:p>
            <a:pPr indent="0" lvl="0" marL="0" rtl="0" algn="l">
              <a:spcBef>
                <a:spcPts val="0"/>
              </a:spcBef>
              <a:spcAft>
                <a:spcPts val="0"/>
              </a:spcAft>
              <a:buNone/>
            </a:pPr>
            <a:r>
              <a:rPr lang="en" sz="6000">
                <a:latin typeface="Barlow"/>
                <a:ea typeface="Barlow"/>
                <a:cs typeface="Barlow"/>
                <a:sym typeface="Barlow"/>
              </a:rPr>
              <a:t>Remember, you can zoom in on any part of this document. Just use the zoom button. The little dropdown arrow next to it has an option called “zoom in.”</a:t>
            </a:r>
            <a:endParaRPr sz="6000">
              <a:latin typeface="Barlow"/>
              <a:ea typeface="Barlow"/>
              <a:cs typeface="Barlow"/>
              <a:sym typeface="Barlow"/>
            </a:endParaRPr>
          </a:p>
        </p:txBody>
      </p:sp>
      <p:sp>
        <p:nvSpPr>
          <p:cNvPr id="56" name="Google Shape;56;p13"/>
          <p:cNvSpPr txBox="1"/>
          <p:nvPr/>
        </p:nvSpPr>
        <p:spPr>
          <a:xfrm>
            <a:off x="-11779700" y="12147800"/>
            <a:ext cx="10619100" cy="6902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6000">
                <a:latin typeface="Barlow"/>
                <a:ea typeface="Barlow"/>
                <a:cs typeface="Barlow"/>
                <a:sym typeface="Barlow"/>
              </a:rPr>
              <a:t>Or you can click the zoom button and then click and drag the area you want to zoom in. That way, it’s zoomed to exactly the part you need! And you can always zoom out by choosing “fit” in the zoom dropdown menu.</a:t>
            </a:r>
            <a:endParaRPr sz="6000">
              <a:latin typeface="Barlow"/>
              <a:ea typeface="Barlow"/>
              <a:cs typeface="Barlow"/>
              <a:sym typeface="Barlow"/>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p:cNvPicPr preferRelativeResize="0"/>
          <p:nvPr/>
        </p:nvPicPr>
        <p:blipFill>
          <a:blip r:embed="rId3">
            <a:alphaModFix/>
          </a:blip>
          <a:stretch>
            <a:fillRect/>
          </a:stretch>
        </p:blipFill>
        <p:spPr>
          <a:xfrm>
            <a:off x="3688147" y="677950"/>
            <a:ext cx="10749673" cy="15814840"/>
          </a:xfrm>
          <a:prstGeom prst="rect">
            <a:avLst/>
          </a:prstGeom>
          <a:noFill/>
          <a:ln>
            <a:noFill/>
          </a:ln>
        </p:spPr>
      </p:pic>
      <p:sp>
        <p:nvSpPr>
          <p:cNvPr id="62" name="Google Shape;62;p14"/>
          <p:cNvSpPr/>
          <p:nvPr/>
        </p:nvSpPr>
        <p:spPr>
          <a:xfrm>
            <a:off x="6694953" y="3220682"/>
            <a:ext cx="7454100" cy="10674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4"/>
          <p:cNvSpPr/>
          <p:nvPr/>
        </p:nvSpPr>
        <p:spPr>
          <a:xfrm>
            <a:off x="3254650" y="7569600"/>
            <a:ext cx="3923100" cy="23454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4"/>
          <p:cNvSpPr/>
          <p:nvPr/>
        </p:nvSpPr>
        <p:spPr>
          <a:xfrm>
            <a:off x="3254650" y="12167078"/>
            <a:ext cx="3923100" cy="38574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4"/>
          <p:cNvSpPr/>
          <p:nvPr/>
        </p:nvSpPr>
        <p:spPr>
          <a:xfrm>
            <a:off x="3496084" y="9915020"/>
            <a:ext cx="3923100" cy="23454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4"/>
          <p:cNvSpPr/>
          <p:nvPr/>
        </p:nvSpPr>
        <p:spPr>
          <a:xfrm>
            <a:off x="6694953" y="4162408"/>
            <a:ext cx="8867400" cy="12855300"/>
          </a:xfrm>
          <a:prstGeom prst="ellipse">
            <a:avLst/>
          </a:prstGeom>
          <a:noFill/>
          <a:ln cap="flat" cmpd="sng" w="762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7" name="Google Shape;67;p14"/>
          <p:cNvPicPr preferRelativeResize="0"/>
          <p:nvPr/>
        </p:nvPicPr>
        <p:blipFill>
          <a:blip r:embed="rId4">
            <a:alphaModFix/>
          </a:blip>
          <a:stretch>
            <a:fillRect/>
          </a:stretch>
        </p:blipFill>
        <p:spPr>
          <a:xfrm>
            <a:off x="284025" y="15370220"/>
            <a:ext cx="2838950" cy="6565075"/>
          </a:xfrm>
          <a:prstGeom prst="rect">
            <a:avLst/>
          </a:prstGeom>
          <a:noFill/>
          <a:ln>
            <a:noFill/>
          </a:ln>
        </p:spPr>
      </p:pic>
      <p:cxnSp>
        <p:nvCxnSpPr>
          <p:cNvPr id="68" name="Google Shape;68;p14"/>
          <p:cNvCxnSpPr>
            <a:stCxn id="67" idx="0"/>
            <a:endCxn id="65" idx="2"/>
          </p:cNvCxnSpPr>
          <p:nvPr/>
        </p:nvCxnSpPr>
        <p:spPr>
          <a:xfrm rot="-5400000">
            <a:off x="458500" y="12332720"/>
            <a:ext cx="4282500" cy="1792500"/>
          </a:xfrm>
          <a:prstGeom prst="bentConnector2">
            <a:avLst/>
          </a:prstGeom>
          <a:noFill/>
          <a:ln cap="flat" cmpd="sng" w="76200">
            <a:solidFill>
              <a:srgbClr val="00FF00"/>
            </a:solidFill>
            <a:prstDash val="solid"/>
            <a:round/>
            <a:headEnd len="med" w="med" type="none"/>
            <a:tailEnd len="med" w="med" type="triangle"/>
          </a:ln>
        </p:spPr>
      </p:cxnSp>
      <p:pic>
        <p:nvPicPr>
          <p:cNvPr id="69" name="Google Shape;69;p14"/>
          <p:cNvPicPr preferRelativeResize="0"/>
          <p:nvPr/>
        </p:nvPicPr>
        <p:blipFill rotWithShape="1">
          <a:blip r:embed="rId5">
            <a:alphaModFix/>
          </a:blip>
          <a:srcRect b="21340" l="0" r="0" t="0"/>
          <a:stretch/>
        </p:blipFill>
        <p:spPr>
          <a:xfrm>
            <a:off x="4494775" y="17184550"/>
            <a:ext cx="11067576" cy="4896975"/>
          </a:xfrm>
          <a:prstGeom prst="rect">
            <a:avLst/>
          </a:prstGeom>
          <a:noFill/>
          <a:ln>
            <a:noFill/>
          </a:ln>
        </p:spPr>
      </p:pic>
      <p:sp>
        <p:nvSpPr>
          <p:cNvPr id="70" name="Google Shape;70;p14"/>
          <p:cNvSpPr txBox="1"/>
          <p:nvPr/>
        </p:nvSpPr>
        <p:spPr>
          <a:xfrm>
            <a:off x="284025" y="677950"/>
            <a:ext cx="3000000" cy="428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400">
                <a:solidFill>
                  <a:schemeClr val="dk1"/>
                </a:solidFill>
                <a:latin typeface="Barlow"/>
                <a:ea typeface="Barlow"/>
                <a:cs typeface="Barlow"/>
                <a:sym typeface="Barlow"/>
              </a:rPr>
              <a:t>Helpful Hint</a:t>
            </a:r>
            <a:endParaRPr b="1" sz="3400">
              <a:solidFill>
                <a:schemeClr val="dk1"/>
              </a:solidFill>
              <a:latin typeface="Barlow"/>
              <a:ea typeface="Barlow"/>
              <a:cs typeface="Barlow"/>
              <a:sym typeface="Barlow"/>
            </a:endParaRPr>
          </a:p>
          <a:p>
            <a:pPr indent="-431800" lvl="0" marL="457200" rtl="0" algn="l">
              <a:spcBef>
                <a:spcPts val="0"/>
              </a:spcBef>
              <a:spcAft>
                <a:spcPts val="0"/>
              </a:spcAft>
              <a:buClr>
                <a:schemeClr val="dk1"/>
              </a:buClr>
              <a:buSzPts val="3200"/>
              <a:buFont typeface="Barlow"/>
              <a:buChar char="●"/>
            </a:pPr>
            <a:r>
              <a:rPr lang="en" sz="3200">
                <a:solidFill>
                  <a:schemeClr val="dk1"/>
                </a:solidFill>
                <a:latin typeface="Barlow"/>
                <a:ea typeface="Barlow"/>
                <a:cs typeface="Barlow"/>
                <a:sym typeface="Barlow"/>
              </a:rPr>
              <a:t>When searching for images, use search terms like “transparent” and “clipart.”</a:t>
            </a:r>
            <a:endParaRPr sz="3200">
              <a:solidFill>
                <a:schemeClr val="dk1"/>
              </a:solidFill>
              <a:latin typeface="Barlow"/>
              <a:ea typeface="Barlow"/>
              <a:cs typeface="Barlow"/>
              <a:sym typeface="Barlow"/>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4" name="Shape 74"/>
        <p:cNvGrpSpPr/>
        <p:nvPr/>
      </p:nvGrpSpPr>
      <p:grpSpPr>
        <a:xfrm>
          <a:off x="0" y="0"/>
          <a:ext cx="0" cy="0"/>
          <a:chOff x="0" y="0"/>
          <a:chExt cx="0" cy="0"/>
        </a:xfrm>
      </p:grpSpPr>
      <p:sp>
        <p:nvSpPr>
          <p:cNvPr id="75" name="Google Shape;75;p15"/>
          <p:cNvSpPr txBox="1"/>
          <p:nvPr/>
        </p:nvSpPr>
        <p:spPr>
          <a:xfrm rot="-1468720">
            <a:off x="-398180" y="4429444"/>
            <a:ext cx="14545515" cy="4343889"/>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0000">
                <a:solidFill>
                  <a:srgbClr val="FF0000"/>
                </a:solidFill>
                <a:latin typeface="Alfa Slab One"/>
                <a:ea typeface="Alfa Slab One"/>
                <a:cs typeface="Alfa Slab One"/>
                <a:sym typeface="Alfa Slab One"/>
              </a:rPr>
              <a:t>Example</a:t>
            </a:r>
            <a:endParaRPr sz="20000">
              <a:solidFill>
                <a:srgbClr val="FF0000"/>
              </a:solidFill>
              <a:latin typeface="Alfa Slab One"/>
              <a:ea typeface="Alfa Slab One"/>
              <a:cs typeface="Alfa Slab One"/>
              <a:sym typeface="Alfa Slab One"/>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