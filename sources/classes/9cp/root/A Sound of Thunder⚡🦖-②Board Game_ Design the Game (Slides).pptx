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99981da42_0_8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99981da4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900" cy="31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9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900" cy="12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400" cy="61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400" cy="55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900" cy="29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900" cy="19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www.google.com/search?surl=1&amp;q=Roll+Dice&amp;safe=active&amp;ssui=on" TargetMode="External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21361" l="15801" r="13598" t="13830"/>
          <a:stretch/>
        </p:blipFill>
        <p:spPr>
          <a:xfrm>
            <a:off x="3650225" y="3139200"/>
            <a:ext cx="897675" cy="82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8549650" y="1299875"/>
            <a:ext cx="14070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50225" y="4073800"/>
            <a:ext cx="897600" cy="635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7328100" y="3686375"/>
            <a:ext cx="1100100" cy="826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8549650" y="3407075"/>
            <a:ext cx="14070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8549650" y="5514275"/>
            <a:ext cx="14070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900750" y="1512450"/>
            <a:ext cx="1183200" cy="13080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 rot="2550177">
            <a:off x="1128774" y="2334713"/>
            <a:ext cx="1407135" cy="911123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 rot="2700000">
            <a:off x="61495" y="4185729"/>
            <a:ext cx="1231639" cy="324138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 rot="2512258">
            <a:off x="428606" y="3269457"/>
            <a:ext cx="1406836" cy="910976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05125" y="5744650"/>
            <a:ext cx="1318800" cy="826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05125" y="6681450"/>
            <a:ext cx="13188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634875" y="6681450"/>
            <a:ext cx="12609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413900" y="6681450"/>
            <a:ext cx="13188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8549650" y="6681450"/>
            <a:ext cx="14070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7177200" y="6681450"/>
            <a:ext cx="13188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5770200" y="6681450"/>
            <a:ext cx="14070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7245000" y="1512450"/>
            <a:ext cx="1183200" cy="13080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7286550" y="4596425"/>
            <a:ext cx="1100100" cy="742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6144900" y="5406650"/>
            <a:ext cx="1100100" cy="826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800650" y="5406650"/>
            <a:ext cx="1100100" cy="826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782300" y="5406650"/>
            <a:ext cx="774300" cy="826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782300" y="4584875"/>
            <a:ext cx="774300" cy="742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8549650" y="2353475"/>
            <a:ext cx="14070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8549650" y="4511975"/>
            <a:ext cx="1407000" cy="911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6167050" y="1512450"/>
            <a:ext cx="1100100" cy="13080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556500" y="1512450"/>
            <a:ext cx="1183200" cy="13080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3784450" y="1512450"/>
            <a:ext cx="1100100" cy="13080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205125" y="4908150"/>
            <a:ext cx="1318800" cy="826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2628575" y="5406650"/>
            <a:ext cx="1100100" cy="826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4972775" y="5406650"/>
            <a:ext cx="1100100" cy="826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317025" y="5378500"/>
            <a:ext cx="1100100" cy="826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86550" y="2916300"/>
            <a:ext cx="1100100" cy="8262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624500" y="4073800"/>
            <a:ext cx="897600" cy="635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654613" y="4030250"/>
            <a:ext cx="897600" cy="635100"/>
          </a:xfrm>
          <a:prstGeom prst="rect">
            <a:avLst/>
          </a:prstGeom>
          <a:solidFill>
            <a:srgbClr val="FFFF00">
              <a:alpha val="5063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