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Lst>
  <p:sldSz cy="22278975" cx="15754350"/>
  <p:notesSz cx="6858000" cy="9144000"/>
  <p:embeddedFontLst>
    <p:embeddedFont>
      <p:font typeface="Barlow"/>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0FB329-28F8-47E6-BC65-9A56DDA50448}">
  <a:tblStyle styleId="{BF0FB329-28F8-47E6-BC65-9A56DDA5044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italic.fntdata"/><Relationship Id="rId10" Type="http://schemas.openxmlformats.org/officeDocument/2006/relationships/font" Target="fonts/Barlow-bold.fntdata"/><Relationship Id="rId12" Type="http://schemas.openxmlformats.org/officeDocument/2006/relationships/font" Target="fonts/Barlow-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Barlow-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7d9fb11568_0_31: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7d9fb1156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jpg"/><Relationship Id="rId10" Type="http://schemas.openxmlformats.org/officeDocument/2006/relationships/image" Target="../media/image10.png"/><Relationship Id="rId13" Type="http://schemas.openxmlformats.org/officeDocument/2006/relationships/image" Target="../media/image5.jpg"/><Relationship Id="rId12" Type="http://schemas.openxmlformats.org/officeDocument/2006/relationships/image" Target="../media/image13.jpg"/><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12.png"/><Relationship Id="rId15" Type="http://schemas.openxmlformats.org/officeDocument/2006/relationships/image" Target="../media/image6.png"/><Relationship Id="rId14" Type="http://schemas.openxmlformats.org/officeDocument/2006/relationships/image" Target="../media/image8.jpg"/><Relationship Id="rId16" Type="http://schemas.openxmlformats.org/officeDocument/2006/relationships/image" Target="../media/image9.png"/><Relationship Id="rId5" Type="http://schemas.openxmlformats.org/officeDocument/2006/relationships/image" Target="../media/image4.jpg"/><Relationship Id="rId6" Type="http://schemas.openxmlformats.org/officeDocument/2006/relationships/image" Target="../media/image2.jpg"/><Relationship Id="rId7" Type="http://schemas.openxmlformats.org/officeDocument/2006/relationships/image" Target="../media/image3.png"/><Relationship Id="rId8"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15822500" y="11526750"/>
            <a:ext cx="4390725" cy="4178868"/>
          </a:xfrm>
          <a:prstGeom prst="rect">
            <a:avLst/>
          </a:prstGeom>
          <a:noFill/>
          <a:ln>
            <a:noFill/>
          </a:ln>
        </p:spPr>
      </p:pic>
      <p:sp>
        <p:nvSpPr>
          <p:cNvPr id="55" name="Google Shape;55;p13"/>
          <p:cNvSpPr txBox="1"/>
          <p:nvPr/>
        </p:nvSpPr>
        <p:spPr>
          <a:xfrm>
            <a:off x="15822500" y="5201224"/>
            <a:ext cx="10619100" cy="61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500">
                <a:latin typeface="Barlow"/>
                <a:ea typeface="Barlow"/>
                <a:cs typeface="Barlow"/>
                <a:sym typeface="Barlow"/>
              </a:rPr>
              <a:t>Having a hard time reading something?</a:t>
            </a:r>
            <a:endParaRPr b="1" sz="5500">
              <a:latin typeface="Barlow"/>
              <a:ea typeface="Barlow"/>
              <a:cs typeface="Barlow"/>
              <a:sym typeface="Barlow"/>
            </a:endParaRPr>
          </a:p>
          <a:p>
            <a:pPr indent="0" lvl="0" marL="0" rtl="0" algn="l">
              <a:spcBef>
                <a:spcPts val="0"/>
              </a:spcBef>
              <a:spcAft>
                <a:spcPts val="0"/>
              </a:spcAft>
              <a:buNone/>
            </a:pPr>
            <a:r>
              <a:rPr lang="en" sz="5500">
                <a:latin typeface="Barlow"/>
                <a:ea typeface="Barlow"/>
                <a:cs typeface="Barlow"/>
                <a:sym typeface="Barlow"/>
              </a:rPr>
              <a:t>Remember, you can zoom in on any part of this document. Just use the zoom button. The little dropdown arrow next to it has an option called “zoom in.”</a:t>
            </a:r>
            <a:endParaRPr sz="5500">
              <a:latin typeface="Barlow"/>
              <a:ea typeface="Barlow"/>
              <a:cs typeface="Barlow"/>
              <a:sym typeface="Barlow"/>
            </a:endParaRPr>
          </a:p>
        </p:txBody>
      </p:sp>
      <p:sp>
        <p:nvSpPr>
          <p:cNvPr id="56" name="Google Shape;56;p13"/>
          <p:cNvSpPr txBox="1"/>
          <p:nvPr/>
        </p:nvSpPr>
        <p:spPr>
          <a:xfrm>
            <a:off x="15822500" y="15642549"/>
            <a:ext cx="10619100" cy="6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5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5500">
              <a:latin typeface="Barlow"/>
              <a:ea typeface="Barlow"/>
              <a:cs typeface="Barlow"/>
              <a:sym typeface="Barlow"/>
            </a:endParaRPr>
          </a:p>
        </p:txBody>
      </p:sp>
      <p:graphicFrame>
        <p:nvGraphicFramePr>
          <p:cNvPr id="57" name="Google Shape;57;p13"/>
          <p:cNvGraphicFramePr/>
          <p:nvPr/>
        </p:nvGraphicFramePr>
        <p:xfrm>
          <a:off x="5247100" y="5779988"/>
          <a:ext cx="3000000" cy="3000000"/>
        </p:xfrm>
        <a:graphic>
          <a:graphicData uri="http://schemas.openxmlformats.org/drawingml/2006/table">
            <a:tbl>
              <a:tblPr>
                <a:noFill/>
                <a:tableStyleId>{BF0FB329-28F8-47E6-BC65-9A56DDA50448}</a:tableStyleId>
              </a:tblPr>
              <a:tblGrid>
                <a:gridCol w="2245125"/>
                <a:gridCol w="8115625"/>
              </a:tblGrid>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CFE2F3"/>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A2C4C9"/>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A2C4C9"/>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CFE2F3"/>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A2C4C9"/>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A2C4C9"/>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CFE2F3"/>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A2C4C9"/>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A2C4C9"/>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CFE2F3"/>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A2C4C9"/>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A2C4C9"/>
                    </a:solidFill>
                  </a:tcPr>
                </a:tc>
              </a:tr>
              <a:tr h="1803175">
                <a:tc>
                  <a:txBody>
                    <a:bodyPr/>
                    <a:lstStyle/>
                    <a:p>
                      <a:pPr indent="0" lvl="0" marL="0" rtl="0" algn="l">
                        <a:spcBef>
                          <a:spcPts val="0"/>
                        </a:spcBef>
                        <a:spcAft>
                          <a:spcPts val="0"/>
                        </a:spcAft>
                        <a:buNone/>
                      </a:pPr>
                      <a:r>
                        <a:t/>
                      </a:r>
                      <a:endParaRPr sz="3600"/>
                    </a:p>
                  </a:txBody>
                  <a:tcPr marT="91425" marB="91425" marR="91425" marL="91425">
                    <a:solidFill>
                      <a:srgbClr val="CFE2F3"/>
                    </a:solidFill>
                  </a:tcPr>
                </a:tc>
                <a:tc>
                  <a:txBody>
                    <a:bodyPr/>
                    <a:lstStyle/>
                    <a:p>
                      <a:pPr indent="0" lvl="0" marL="0" rtl="0" algn="l">
                        <a:spcBef>
                          <a:spcPts val="0"/>
                        </a:spcBef>
                        <a:spcAft>
                          <a:spcPts val="0"/>
                        </a:spcAft>
                        <a:buNone/>
                      </a:pPr>
                      <a:r>
                        <a:rPr lang="en" sz="3600"/>
                        <a:t>Insert text</a:t>
                      </a:r>
                      <a:endParaRPr sz="3600"/>
                    </a:p>
                  </a:txBody>
                  <a:tcPr marT="91425" marB="91425" marR="91425" marL="91425">
                    <a:solidFill>
                      <a:srgbClr val="CFE2F3"/>
                    </a:solidFill>
                  </a:tcPr>
                </a:tc>
              </a:tr>
            </a:tbl>
          </a:graphicData>
        </a:graphic>
      </p:graphicFrame>
      <p:pic>
        <p:nvPicPr>
          <p:cNvPr id="58" name="Google Shape;58;p13"/>
          <p:cNvPicPr preferRelativeResize="0"/>
          <p:nvPr/>
        </p:nvPicPr>
        <p:blipFill>
          <a:blip r:embed="rId5">
            <a:alphaModFix/>
          </a:blip>
          <a:stretch>
            <a:fillRect/>
          </a:stretch>
        </p:blipFill>
        <p:spPr>
          <a:xfrm>
            <a:off x="5247100" y="5780000"/>
            <a:ext cx="2245124" cy="1803174"/>
          </a:xfrm>
          <a:prstGeom prst="rect">
            <a:avLst/>
          </a:prstGeom>
          <a:noFill/>
          <a:ln>
            <a:noFill/>
          </a:ln>
        </p:spPr>
      </p:pic>
      <p:pic>
        <p:nvPicPr>
          <p:cNvPr id="59" name="Google Shape;59;p13"/>
          <p:cNvPicPr preferRelativeResize="0"/>
          <p:nvPr/>
        </p:nvPicPr>
        <p:blipFill>
          <a:blip r:embed="rId5">
            <a:alphaModFix/>
          </a:blip>
          <a:stretch>
            <a:fillRect/>
          </a:stretch>
        </p:blipFill>
        <p:spPr>
          <a:xfrm>
            <a:off x="5247100" y="7583175"/>
            <a:ext cx="2245124" cy="1803174"/>
          </a:xfrm>
          <a:prstGeom prst="rect">
            <a:avLst/>
          </a:prstGeom>
          <a:noFill/>
          <a:ln>
            <a:noFill/>
          </a:ln>
        </p:spPr>
      </p:pic>
      <p:pic>
        <p:nvPicPr>
          <p:cNvPr id="60" name="Google Shape;60;p13"/>
          <p:cNvPicPr preferRelativeResize="0"/>
          <p:nvPr/>
        </p:nvPicPr>
        <p:blipFill>
          <a:blip r:embed="rId5">
            <a:alphaModFix/>
          </a:blip>
          <a:stretch>
            <a:fillRect/>
          </a:stretch>
        </p:blipFill>
        <p:spPr>
          <a:xfrm>
            <a:off x="5247100" y="9386350"/>
            <a:ext cx="2245124" cy="1803174"/>
          </a:xfrm>
          <a:prstGeom prst="rect">
            <a:avLst/>
          </a:prstGeom>
          <a:noFill/>
          <a:ln>
            <a:noFill/>
          </a:ln>
        </p:spPr>
      </p:pic>
      <p:pic>
        <p:nvPicPr>
          <p:cNvPr id="61" name="Google Shape;61;p13"/>
          <p:cNvPicPr preferRelativeResize="0"/>
          <p:nvPr/>
        </p:nvPicPr>
        <p:blipFill>
          <a:blip r:embed="rId5">
            <a:alphaModFix/>
          </a:blip>
          <a:stretch>
            <a:fillRect/>
          </a:stretch>
        </p:blipFill>
        <p:spPr>
          <a:xfrm>
            <a:off x="5247100" y="11189525"/>
            <a:ext cx="2245124" cy="1803174"/>
          </a:xfrm>
          <a:prstGeom prst="rect">
            <a:avLst/>
          </a:prstGeom>
          <a:noFill/>
          <a:ln>
            <a:noFill/>
          </a:ln>
        </p:spPr>
      </p:pic>
      <p:pic>
        <p:nvPicPr>
          <p:cNvPr id="62" name="Google Shape;62;p13"/>
          <p:cNvPicPr preferRelativeResize="0"/>
          <p:nvPr/>
        </p:nvPicPr>
        <p:blipFill>
          <a:blip r:embed="rId5">
            <a:alphaModFix/>
          </a:blip>
          <a:stretch>
            <a:fillRect/>
          </a:stretch>
        </p:blipFill>
        <p:spPr>
          <a:xfrm>
            <a:off x="5247100" y="12992700"/>
            <a:ext cx="2245124" cy="1803174"/>
          </a:xfrm>
          <a:prstGeom prst="rect">
            <a:avLst/>
          </a:prstGeom>
          <a:noFill/>
          <a:ln>
            <a:noFill/>
          </a:ln>
        </p:spPr>
      </p:pic>
      <p:pic>
        <p:nvPicPr>
          <p:cNvPr id="63" name="Google Shape;63;p13"/>
          <p:cNvPicPr preferRelativeResize="0"/>
          <p:nvPr/>
        </p:nvPicPr>
        <p:blipFill>
          <a:blip r:embed="rId5">
            <a:alphaModFix/>
          </a:blip>
          <a:stretch>
            <a:fillRect/>
          </a:stretch>
        </p:blipFill>
        <p:spPr>
          <a:xfrm>
            <a:off x="5247100" y="20205400"/>
            <a:ext cx="2245124" cy="1803174"/>
          </a:xfrm>
          <a:prstGeom prst="rect">
            <a:avLst/>
          </a:prstGeom>
          <a:noFill/>
          <a:ln>
            <a:noFill/>
          </a:ln>
        </p:spPr>
      </p:pic>
      <p:pic>
        <p:nvPicPr>
          <p:cNvPr id="64" name="Google Shape;64;p13"/>
          <p:cNvPicPr preferRelativeResize="0"/>
          <p:nvPr/>
        </p:nvPicPr>
        <p:blipFill>
          <a:blip r:embed="rId5">
            <a:alphaModFix/>
          </a:blip>
          <a:stretch>
            <a:fillRect/>
          </a:stretch>
        </p:blipFill>
        <p:spPr>
          <a:xfrm>
            <a:off x="5247100" y="18402225"/>
            <a:ext cx="2245124" cy="1803174"/>
          </a:xfrm>
          <a:prstGeom prst="rect">
            <a:avLst/>
          </a:prstGeom>
          <a:noFill/>
          <a:ln>
            <a:noFill/>
          </a:ln>
        </p:spPr>
      </p:pic>
      <p:pic>
        <p:nvPicPr>
          <p:cNvPr id="65" name="Google Shape;65;p13"/>
          <p:cNvPicPr preferRelativeResize="0"/>
          <p:nvPr/>
        </p:nvPicPr>
        <p:blipFill>
          <a:blip r:embed="rId5">
            <a:alphaModFix/>
          </a:blip>
          <a:stretch>
            <a:fillRect/>
          </a:stretch>
        </p:blipFill>
        <p:spPr>
          <a:xfrm>
            <a:off x="5247100" y="16599050"/>
            <a:ext cx="2245124" cy="1803174"/>
          </a:xfrm>
          <a:prstGeom prst="rect">
            <a:avLst/>
          </a:prstGeom>
          <a:noFill/>
          <a:ln>
            <a:noFill/>
          </a:ln>
        </p:spPr>
      </p:pic>
      <p:pic>
        <p:nvPicPr>
          <p:cNvPr id="66" name="Google Shape;66;p13"/>
          <p:cNvPicPr preferRelativeResize="0"/>
          <p:nvPr/>
        </p:nvPicPr>
        <p:blipFill>
          <a:blip r:embed="rId5">
            <a:alphaModFix/>
          </a:blip>
          <a:stretch>
            <a:fillRect/>
          </a:stretch>
        </p:blipFill>
        <p:spPr>
          <a:xfrm>
            <a:off x="5247100" y="14795875"/>
            <a:ext cx="2245124" cy="1803174"/>
          </a:xfrm>
          <a:prstGeom prst="rect">
            <a:avLst/>
          </a:prstGeom>
          <a:noFill/>
          <a:ln>
            <a:noFill/>
          </a:ln>
        </p:spPr>
      </p:pic>
      <p:sp>
        <p:nvSpPr>
          <p:cNvPr id="67" name="Google Shape;67;p13"/>
          <p:cNvSpPr txBox="1"/>
          <p:nvPr/>
        </p:nvSpPr>
        <p:spPr>
          <a:xfrm>
            <a:off x="5509600" y="4162275"/>
            <a:ext cx="8517000" cy="481200"/>
          </a:xfrm>
          <a:prstGeom prst="rect">
            <a:avLst/>
          </a:prstGeom>
          <a:solidFill>
            <a:srgbClr val="F1C809">
              <a:alpha val="4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Insert text</a:t>
            </a:r>
            <a:endParaRPr b="1" sz="2400"/>
          </a:p>
        </p:txBody>
      </p:sp>
      <p:pic>
        <p:nvPicPr>
          <p:cNvPr id="68" name="Google Shape;68;p13"/>
          <p:cNvPicPr preferRelativeResize="0"/>
          <p:nvPr/>
        </p:nvPicPr>
        <p:blipFill>
          <a:blip r:embed="rId5">
            <a:alphaModFix/>
          </a:blip>
          <a:stretch>
            <a:fillRect/>
          </a:stretch>
        </p:blipFill>
        <p:spPr>
          <a:xfrm>
            <a:off x="1919025" y="13473225"/>
            <a:ext cx="1112452" cy="1131449"/>
          </a:xfrm>
          <a:prstGeom prst="rect">
            <a:avLst/>
          </a:prstGeom>
          <a:noFill/>
          <a:ln>
            <a:noFill/>
          </a:ln>
        </p:spPr>
      </p:pic>
      <p:pic>
        <p:nvPicPr>
          <p:cNvPr id="69" name="Google Shape;69;p13"/>
          <p:cNvPicPr preferRelativeResize="0"/>
          <p:nvPr/>
        </p:nvPicPr>
        <p:blipFill>
          <a:blip r:embed="rId5">
            <a:alphaModFix/>
          </a:blip>
          <a:stretch>
            <a:fillRect/>
          </a:stretch>
        </p:blipFill>
        <p:spPr>
          <a:xfrm>
            <a:off x="627875" y="13473225"/>
            <a:ext cx="1112452" cy="1131449"/>
          </a:xfrm>
          <a:prstGeom prst="rect">
            <a:avLst/>
          </a:prstGeom>
          <a:noFill/>
          <a:ln>
            <a:noFill/>
          </a:ln>
        </p:spPr>
      </p:pic>
      <p:pic>
        <p:nvPicPr>
          <p:cNvPr id="70" name="Google Shape;70;p13"/>
          <p:cNvPicPr preferRelativeResize="0"/>
          <p:nvPr/>
        </p:nvPicPr>
        <p:blipFill>
          <a:blip r:embed="rId5">
            <a:alphaModFix/>
          </a:blip>
          <a:stretch>
            <a:fillRect/>
          </a:stretch>
        </p:blipFill>
        <p:spPr>
          <a:xfrm>
            <a:off x="3210175" y="13473225"/>
            <a:ext cx="1112452" cy="1131449"/>
          </a:xfrm>
          <a:prstGeom prst="rect">
            <a:avLst/>
          </a:prstGeom>
          <a:noFill/>
          <a:ln>
            <a:noFill/>
          </a:ln>
        </p:spPr>
      </p:pic>
      <p:pic>
        <p:nvPicPr>
          <p:cNvPr id="71" name="Google Shape;71;p13"/>
          <p:cNvPicPr preferRelativeResize="0"/>
          <p:nvPr/>
        </p:nvPicPr>
        <p:blipFill>
          <a:blip r:embed="rId5">
            <a:alphaModFix/>
          </a:blip>
          <a:stretch>
            <a:fillRect/>
          </a:stretch>
        </p:blipFill>
        <p:spPr>
          <a:xfrm>
            <a:off x="627875" y="14795875"/>
            <a:ext cx="1112452" cy="1131449"/>
          </a:xfrm>
          <a:prstGeom prst="rect">
            <a:avLst/>
          </a:prstGeom>
          <a:noFill/>
          <a:ln>
            <a:noFill/>
          </a:ln>
        </p:spPr>
      </p:pic>
      <p:pic>
        <p:nvPicPr>
          <p:cNvPr id="72" name="Google Shape;72;p13"/>
          <p:cNvPicPr preferRelativeResize="0"/>
          <p:nvPr/>
        </p:nvPicPr>
        <p:blipFill>
          <a:blip r:embed="rId5">
            <a:alphaModFix/>
          </a:blip>
          <a:stretch>
            <a:fillRect/>
          </a:stretch>
        </p:blipFill>
        <p:spPr>
          <a:xfrm>
            <a:off x="1919025" y="14795875"/>
            <a:ext cx="1112452" cy="1131449"/>
          </a:xfrm>
          <a:prstGeom prst="rect">
            <a:avLst/>
          </a:prstGeom>
          <a:noFill/>
          <a:ln>
            <a:noFill/>
          </a:ln>
        </p:spPr>
      </p:pic>
      <p:pic>
        <p:nvPicPr>
          <p:cNvPr id="73" name="Google Shape;73;p13"/>
          <p:cNvPicPr preferRelativeResize="0"/>
          <p:nvPr/>
        </p:nvPicPr>
        <p:blipFill>
          <a:blip r:embed="rId5">
            <a:alphaModFix/>
          </a:blip>
          <a:stretch>
            <a:fillRect/>
          </a:stretch>
        </p:blipFill>
        <p:spPr>
          <a:xfrm>
            <a:off x="3210175" y="14795875"/>
            <a:ext cx="1112452" cy="1131449"/>
          </a:xfrm>
          <a:prstGeom prst="rect">
            <a:avLst/>
          </a:prstGeom>
          <a:noFill/>
          <a:ln>
            <a:noFill/>
          </a:ln>
        </p:spPr>
      </p:pic>
      <p:sp>
        <p:nvSpPr>
          <p:cNvPr id="74" name="Google Shape;74;p13"/>
          <p:cNvSpPr txBox="1"/>
          <p:nvPr/>
        </p:nvSpPr>
        <p:spPr>
          <a:xfrm>
            <a:off x="793950" y="10754550"/>
            <a:ext cx="3681000" cy="481200"/>
          </a:xfrm>
          <a:prstGeom prst="rect">
            <a:avLst/>
          </a:prstGeom>
          <a:solidFill>
            <a:srgbClr val="F1C809">
              <a:alpha val="462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000"/>
              <a:t>Insert text</a:t>
            </a:r>
            <a:endParaRPr sz="2000"/>
          </a:p>
        </p:txBody>
      </p:sp>
      <p:sp>
        <p:nvSpPr>
          <p:cNvPr id="75" name="Google Shape;75;p13"/>
          <p:cNvSpPr txBox="1"/>
          <p:nvPr/>
        </p:nvSpPr>
        <p:spPr>
          <a:xfrm>
            <a:off x="793950" y="11526750"/>
            <a:ext cx="3681000" cy="481200"/>
          </a:xfrm>
          <a:prstGeom prst="rect">
            <a:avLst/>
          </a:prstGeom>
          <a:solidFill>
            <a:srgbClr val="F1C809">
              <a:alpha val="462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000"/>
              <a:t>Insert text</a:t>
            </a:r>
            <a:endParaRPr sz="2000"/>
          </a:p>
        </p:txBody>
      </p:sp>
      <p:sp>
        <p:nvSpPr>
          <p:cNvPr id="76" name="Google Shape;76;p13"/>
          <p:cNvSpPr txBox="1"/>
          <p:nvPr/>
        </p:nvSpPr>
        <p:spPr>
          <a:xfrm>
            <a:off x="793950" y="12298950"/>
            <a:ext cx="3681000" cy="481200"/>
          </a:xfrm>
          <a:prstGeom prst="rect">
            <a:avLst/>
          </a:prstGeom>
          <a:solidFill>
            <a:srgbClr val="F1C809">
              <a:alpha val="462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000"/>
              <a:t>Insert text</a:t>
            </a:r>
            <a:endParaRPr sz="2000"/>
          </a:p>
        </p:txBody>
      </p:sp>
      <p:sp>
        <p:nvSpPr>
          <p:cNvPr id="77" name="Google Shape;77;p13"/>
          <p:cNvSpPr txBox="1"/>
          <p:nvPr/>
        </p:nvSpPr>
        <p:spPr>
          <a:xfrm>
            <a:off x="793950" y="16842146"/>
            <a:ext cx="3681000" cy="4594800"/>
          </a:xfrm>
          <a:prstGeom prst="rect">
            <a:avLst/>
          </a:prstGeom>
          <a:solidFill>
            <a:srgbClr val="F1C809">
              <a:alpha val="46250"/>
            </a:srgbClr>
          </a:solid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SzPts val="2000"/>
              <a:buChar char="●"/>
            </a:pPr>
            <a:r>
              <a:rPr lang="en" sz="2000"/>
              <a:t>Insert text</a:t>
            </a:r>
            <a:endParaRPr sz="2000"/>
          </a:p>
          <a:p>
            <a:pPr indent="-355600" lvl="0" marL="457200" marR="0" rtl="0" algn="l">
              <a:lnSpc>
                <a:spcPct val="100000"/>
              </a:lnSpc>
              <a:spcBef>
                <a:spcPts val="0"/>
              </a:spcBef>
              <a:spcAft>
                <a:spcPts val="0"/>
              </a:spcAft>
              <a:buSzPts val="2000"/>
              <a:buChar char="●"/>
            </a:pPr>
            <a:r>
              <a:rPr lang="en" sz="2000"/>
              <a:t>Insert text</a:t>
            </a:r>
            <a:endParaRPr sz="2000"/>
          </a:p>
          <a:p>
            <a:pPr indent="-355600" lvl="0" marL="457200" marR="0" rtl="0" algn="l">
              <a:lnSpc>
                <a:spcPct val="100000"/>
              </a:lnSpc>
              <a:spcBef>
                <a:spcPts val="0"/>
              </a:spcBef>
              <a:spcAft>
                <a:spcPts val="0"/>
              </a:spcAft>
              <a:buSzPts val="2000"/>
              <a:buChar char="●"/>
            </a:pPr>
            <a:r>
              <a:rPr lang="en" sz="2000"/>
              <a:t>Insert text</a:t>
            </a:r>
            <a:endParaRPr sz="2000"/>
          </a:p>
        </p:txBody>
      </p:sp>
      <p:graphicFrame>
        <p:nvGraphicFramePr>
          <p:cNvPr id="78" name="Google Shape;78;p13"/>
          <p:cNvGraphicFramePr/>
          <p:nvPr/>
        </p:nvGraphicFramePr>
        <p:xfrm>
          <a:off x="-10922025" y="7815063"/>
          <a:ext cx="3000000" cy="3000000"/>
        </p:xfrm>
        <a:graphic>
          <a:graphicData uri="http://schemas.openxmlformats.org/drawingml/2006/table">
            <a:tbl>
              <a:tblPr>
                <a:noFill/>
                <a:tableStyleId>{BF0FB329-28F8-47E6-BC65-9A56DDA50448}</a:tableStyleId>
              </a:tblPr>
              <a:tblGrid>
                <a:gridCol w="4390725"/>
              </a:tblGrid>
              <a:tr h="1607100">
                <a:tc>
                  <a:txBody>
                    <a:bodyPr/>
                    <a:lstStyle/>
                    <a:p>
                      <a:pPr indent="0" lvl="0" marL="0" rtl="0" algn="l">
                        <a:spcBef>
                          <a:spcPts val="0"/>
                        </a:spcBef>
                        <a:spcAft>
                          <a:spcPts val="0"/>
                        </a:spcAft>
                        <a:buNone/>
                      </a:pPr>
                      <a:r>
                        <a:rPr lang="en" sz="6900">
                          <a:latin typeface="Georgia"/>
                          <a:ea typeface="Georgia"/>
                          <a:cs typeface="Georgia"/>
                          <a:sym typeface="Georgia"/>
                        </a:rPr>
                        <a:t>George</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Lennie</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Curley</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5600">
                          <a:latin typeface="Georgia"/>
                          <a:ea typeface="Georgia"/>
                          <a:cs typeface="Georgia"/>
                          <a:sym typeface="Georgia"/>
                        </a:rPr>
                        <a:t>Curley’s Wife</a:t>
                      </a:r>
                      <a:endParaRPr sz="56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Crooks</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Slim</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Candy</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Carlson</a:t>
                      </a:r>
                      <a:endParaRPr sz="6900">
                        <a:latin typeface="Georgia"/>
                        <a:ea typeface="Georgia"/>
                        <a:cs typeface="Georgia"/>
                        <a:sym typeface="Georgia"/>
                      </a:endParaRPr>
                    </a:p>
                  </a:txBody>
                  <a:tcPr marT="91425" marB="91425" marR="91425" marL="91425" anchor="ctr"/>
                </a:tc>
              </a:tr>
              <a:tr h="1607100">
                <a:tc>
                  <a:txBody>
                    <a:bodyPr/>
                    <a:lstStyle/>
                    <a:p>
                      <a:pPr indent="0" lvl="0" marL="0" rtl="0" algn="l">
                        <a:spcBef>
                          <a:spcPts val="0"/>
                        </a:spcBef>
                        <a:spcAft>
                          <a:spcPts val="0"/>
                        </a:spcAft>
                        <a:buNone/>
                      </a:pPr>
                      <a:r>
                        <a:rPr lang="en" sz="6900">
                          <a:latin typeface="Georgia"/>
                          <a:ea typeface="Georgia"/>
                          <a:cs typeface="Georgia"/>
                          <a:sym typeface="Georgia"/>
                        </a:rPr>
                        <a:t>The Boss</a:t>
                      </a:r>
                      <a:endParaRPr sz="6900">
                        <a:latin typeface="Georgia"/>
                        <a:ea typeface="Georgia"/>
                        <a:cs typeface="Georgia"/>
                        <a:sym typeface="Georgia"/>
                      </a:endParaRPr>
                    </a:p>
                  </a:txBody>
                  <a:tcPr marT="91425" marB="91425" marR="91425" marL="91425" anchor="ctr"/>
                </a:tc>
              </a:tr>
            </a:tbl>
          </a:graphicData>
        </a:graphic>
      </p:graphicFrame>
      <p:pic>
        <p:nvPicPr>
          <p:cNvPr id="79" name="Google Shape;79;p13"/>
          <p:cNvPicPr preferRelativeResize="0"/>
          <p:nvPr/>
        </p:nvPicPr>
        <p:blipFill rotWithShape="1">
          <a:blip r:embed="rId6">
            <a:alphaModFix/>
          </a:blip>
          <a:srcRect b="0" l="3192" r="3192" t="0"/>
          <a:stretch/>
        </p:blipFill>
        <p:spPr>
          <a:xfrm>
            <a:off x="-6307100" y="8012513"/>
            <a:ext cx="1112452" cy="1131449"/>
          </a:xfrm>
          <a:prstGeom prst="rect">
            <a:avLst/>
          </a:prstGeom>
          <a:noFill/>
          <a:ln>
            <a:noFill/>
          </a:ln>
        </p:spPr>
      </p:pic>
      <p:pic>
        <p:nvPicPr>
          <p:cNvPr id="80" name="Google Shape;80;p13"/>
          <p:cNvPicPr preferRelativeResize="0"/>
          <p:nvPr/>
        </p:nvPicPr>
        <p:blipFill rotWithShape="1">
          <a:blip r:embed="rId7">
            <a:alphaModFix/>
          </a:blip>
          <a:srcRect b="1691" l="0" r="0" t="1691"/>
          <a:stretch/>
        </p:blipFill>
        <p:spPr>
          <a:xfrm>
            <a:off x="-6307100" y="9675263"/>
            <a:ext cx="1112452" cy="1131449"/>
          </a:xfrm>
          <a:prstGeom prst="rect">
            <a:avLst/>
          </a:prstGeom>
          <a:noFill/>
          <a:ln>
            <a:noFill/>
          </a:ln>
        </p:spPr>
      </p:pic>
      <p:pic>
        <p:nvPicPr>
          <p:cNvPr id="81" name="Google Shape;81;p13"/>
          <p:cNvPicPr preferRelativeResize="0"/>
          <p:nvPr/>
        </p:nvPicPr>
        <p:blipFill rotWithShape="1">
          <a:blip r:embed="rId8">
            <a:alphaModFix/>
          </a:blip>
          <a:srcRect b="1607" l="0" r="0" t="1607"/>
          <a:stretch/>
        </p:blipFill>
        <p:spPr>
          <a:xfrm>
            <a:off x="-6348500" y="11338013"/>
            <a:ext cx="1112452" cy="1131449"/>
          </a:xfrm>
          <a:prstGeom prst="rect">
            <a:avLst/>
          </a:prstGeom>
          <a:noFill/>
          <a:ln>
            <a:noFill/>
          </a:ln>
        </p:spPr>
      </p:pic>
      <p:pic>
        <p:nvPicPr>
          <p:cNvPr id="82" name="Google Shape;82;p13"/>
          <p:cNvPicPr preferRelativeResize="0"/>
          <p:nvPr/>
        </p:nvPicPr>
        <p:blipFill rotWithShape="1">
          <a:blip r:embed="rId9">
            <a:alphaModFix/>
          </a:blip>
          <a:srcRect b="5357" l="0" r="0" t="5357"/>
          <a:stretch/>
        </p:blipFill>
        <p:spPr>
          <a:xfrm>
            <a:off x="-6307100" y="12817350"/>
            <a:ext cx="1112452" cy="1131450"/>
          </a:xfrm>
          <a:prstGeom prst="rect">
            <a:avLst/>
          </a:prstGeom>
          <a:noFill/>
          <a:ln>
            <a:noFill/>
          </a:ln>
        </p:spPr>
      </p:pic>
      <p:pic>
        <p:nvPicPr>
          <p:cNvPr id="83" name="Google Shape;83;p13"/>
          <p:cNvPicPr preferRelativeResize="0"/>
          <p:nvPr/>
        </p:nvPicPr>
        <p:blipFill rotWithShape="1">
          <a:blip r:embed="rId10">
            <a:alphaModFix/>
          </a:blip>
          <a:srcRect b="6148" l="0" r="0" t="6148"/>
          <a:stretch/>
        </p:blipFill>
        <p:spPr>
          <a:xfrm>
            <a:off x="-6307100" y="14511113"/>
            <a:ext cx="1112452" cy="1131450"/>
          </a:xfrm>
          <a:prstGeom prst="rect">
            <a:avLst/>
          </a:prstGeom>
          <a:noFill/>
          <a:ln>
            <a:noFill/>
          </a:ln>
        </p:spPr>
      </p:pic>
      <p:pic>
        <p:nvPicPr>
          <p:cNvPr id="84" name="Google Shape;84;p13"/>
          <p:cNvPicPr preferRelativeResize="0"/>
          <p:nvPr/>
        </p:nvPicPr>
        <p:blipFill rotWithShape="1">
          <a:blip r:embed="rId11">
            <a:alphaModFix/>
          </a:blip>
          <a:srcRect b="0" l="13133" r="13126" t="0"/>
          <a:stretch/>
        </p:blipFill>
        <p:spPr>
          <a:xfrm>
            <a:off x="-6307100" y="16080188"/>
            <a:ext cx="1112452" cy="1131449"/>
          </a:xfrm>
          <a:prstGeom prst="rect">
            <a:avLst/>
          </a:prstGeom>
          <a:noFill/>
          <a:ln>
            <a:noFill/>
          </a:ln>
        </p:spPr>
      </p:pic>
      <p:pic>
        <p:nvPicPr>
          <p:cNvPr id="85" name="Google Shape;85;p13"/>
          <p:cNvPicPr preferRelativeResize="0"/>
          <p:nvPr/>
        </p:nvPicPr>
        <p:blipFill rotWithShape="1">
          <a:blip r:embed="rId12">
            <a:alphaModFix/>
          </a:blip>
          <a:srcRect b="0" l="11138" r="11138" t="0"/>
          <a:stretch/>
        </p:blipFill>
        <p:spPr>
          <a:xfrm>
            <a:off x="-6162375" y="17622188"/>
            <a:ext cx="1112452" cy="1131449"/>
          </a:xfrm>
          <a:prstGeom prst="rect">
            <a:avLst/>
          </a:prstGeom>
          <a:noFill/>
          <a:ln>
            <a:noFill/>
          </a:ln>
        </p:spPr>
      </p:pic>
      <p:pic>
        <p:nvPicPr>
          <p:cNvPr id="86" name="Google Shape;86;p13"/>
          <p:cNvPicPr preferRelativeResize="0"/>
          <p:nvPr/>
        </p:nvPicPr>
        <p:blipFill rotWithShape="1">
          <a:blip r:embed="rId13">
            <a:alphaModFix/>
          </a:blip>
          <a:srcRect b="0" l="13175" r="13182" t="0"/>
          <a:stretch/>
        </p:blipFill>
        <p:spPr>
          <a:xfrm>
            <a:off x="-6162375" y="19357913"/>
            <a:ext cx="1112452" cy="1131450"/>
          </a:xfrm>
          <a:prstGeom prst="rect">
            <a:avLst/>
          </a:prstGeom>
          <a:noFill/>
          <a:ln>
            <a:noFill/>
          </a:ln>
        </p:spPr>
      </p:pic>
      <p:pic>
        <p:nvPicPr>
          <p:cNvPr id="87" name="Google Shape;87;p13"/>
          <p:cNvPicPr preferRelativeResize="0"/>
          <p:nvPr/>
        </p:nvPicPr>
        <p:blipFill rotWithShape="1">
          <a:blip r:embed="rId14">
            <a:alphaModFix/>
          </a:blip>
          <a:srcRect b="0" l="13175" r="13182" t="0"/>
          <a:stretch/>
        </p:blipFill>
        <p:spPr>
          <a:xfrm>
            <a:off x="-6162375" y="20857313"/>
            <a:ext cx="1112452" cy="1131450"/>
          </a:xfrm>
          <a:prstGeom prst="rect">
            <a:avLst/>
          </a:prstGeom>
          <a:noFill/>
          <a:ln>
            <a:noFill/>
          </a:ln>
        </p:spPr>
      </p:pic>
      <p:sp>
        <p:nvSpPr>
          <p:cNvPr id="88" name="Google Shape;88;p13"/>
          <p:cNvSpPr txBox="1"/>
          <p:nvPr/>
        </p:nvSpPr>
        <p:spPr>
          <a:xfrm>
            <a:off x="-10915700" y="3249413"/>
            <a:ext cx="10619100" cy="42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Use these and/or other pictures you find to add appropriate characters to this character’s “Friends” list.</a:t>
            </a:r>
            <a:endParaRPr sz="6000">
              <a:latin typeface="Barlow"/>
              <a:ea typeface="Barlow"/>
              <a:cs typeface="Barlow"/>
              <a:sym typeface="Barlow"/>
            </a:endParaRPr>
          </a:p>
        </p:txBody>
      </p:sp>
      <p:sp>
        <p:nvSpPr>
          <p:cNvPr id="89" name="Google Shape;89;p13"/>
          <p:cNvSpPr txBox="1"/>
          <p:nvPr/>
        </p:nvSpPr>
        <p:spPr>
          <a:xfrm>
            <a:off x="-10915700" y="-75925"/>
            <a:ext cx="10619100" cy="11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700">
                <a:solidFill>
                  <a:schemeClr val="dk2"/>
                </a:solidFill>
                <a:latin typeface="Barlow"/>
                <a:ea typeface="Barlow"/>
                <a:cs typeface="Barlow"/>
                <a:sym typeface="Barlow"/>
              </a:rPr>
              <a:t>Complete this information to the best of your ability. </a:t>
            </a:r>
            <a:endParaRPr sz="4700">
              <a:solidFill>
                <a:schemeClr val="dk2"/>
              </a:solidFill>
              <a:latin typeface="Barlow"/>
              <a:ea typeface="Barlow"/>
              <a:cs typeface="Barlow"/>
              <a:sym typeface="Barlow"/>
            </a:endParaRPr>
          </a:p>
        </p:txBody>
      </p:sp>
      <p:cxnSp>
        <p:nvCxnSpPr>
          <p:cNvPr id="90" name="Google Shape;90;p13"/>
          <p:cNvCxnSpPr>
            <a:endCxn id="75" idx="1"/>
          </p:cNvCxnSpPr>
          <p:nvPr/>
        </p:nvCxnSpPr>
        <p:spPr>
          <a:xfrm flipH="1" rot="-5400000">
            <a:off x="-5311050" y="5662350"/>
            <a:ext cx="11177700" cy="1032300"/>
          </a:xfrm>
          <a:prstGeom prst="curvedConnector2">
            <a:avLst/>
          </a:prstGeom>
          <a:noFill/>
          <a:ln cap="flat" cmpd="sng" w="76200">
            <a:solidFill>
              <a:srgbClr val="FF9900"/>
            </a:solidFill>
            <a:prstDash val="solid"/>
            <a:round/>
            <a:headEnd len="med" w="med" type="none"/>
            <a:tailEnd len="med" w="med" type="triangle"/>
          </a:ln>
        </p:spPr>
      </p:cxnSp>
      <p:cxnSp>
        <p:nvCxnSpPr>
          <p:cNvPr id="91" name="Google Shape;91;p13"/>
          <p:cNvCxnSpPr>
            <a:stCxn id="89" idx="3"/>
            <a:endCxn id="77" idx="1"/>
          </p:cNvCxnSpPr>
          <p:nvPr/>
        </p:nvCxnSpPr>
        <p:spPr>
          <a:xfrm>
            <a:off x="-296600" y="489725"/>
            <a:ext cx="1090500" cy="18649800"/>
          </a:xfrm>
          <a:prstGeom prst="curvedConnector3">
            <a:avLst>
              <a:gd fmla="val 50002" name="adj1"/>
            </a:avLst>
          </a:prstGeom>
          <a:noFill/>
          <a:ln cap="flat" cmpd="sng" w="76200">
            <a:solidFill>
              <a:srgbClr val="FF9900"/>
            </a:solidFill>
            <a:prstDash val="solid"/>
            <a:round/>
            <a:headEnd len="med" w="med" type="none"/>
            <a:tailEnd len="med" w="med" type="triangle"/>
          </a:ln>
        </p:spPr>
      </p:cxnSp>
      <p:sp>
        <p:nvSpPr>
          <p:cNvPr id="92" name="Google Shape;92;p13"/>
          <p:cNvSpPr txBox="1"/>
          <p:nvPr/>
        </p:nvSpPr>
        <p:spPr>
          <a:xfrm>
            <a:off x="-6402650" y="6117525"/>
            <a:ext cx="10323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4700">
              <a:solidFill>
                <a:schemeClr val="dk2"/>
              </a:solidFill>
            </a:endParaRPr>
          </a:p>
        </p:txBody>
      </p:sp>
      <p:cxnSp>
        <p:nvCxnSpPr>
          <p:cNvPr id="93" name="Google Shape;93;p13"/>
          <p:cNvCxnSpPr>
            <a:stCxn id="92" idx="1"/>
            <a:endCxn id="69" idx="1"/>
          </p:cNvCxnSpPr>
          <p:nvPr/>
        </p:nvCxnSpPr>
        <p:spPr>
          <a:xfrm>
            <a:off x="-6402650" y="6393225"/>
            <a:ext cx="7030500" cy="7645800"/>
          </a:xfrm>
          <a:prstGeom prst="curvedConnector3">
            <a:avLst>
              <a:gd fmla="val 75291" name="adj1"/>
            </a:avLst>
          </a:prstGeom>
          <a:noFill/>
          <a:ln cap="flat" cmpd="sng" w="76200">
            <a:solidFill>
              <a:srgbClr val="980000"/>
            </a:solidFill>
            <a:prstDash val="solid"/>
            <a:round/>
            <a:headEnd len="med" w="med" type="none"/>
            <a:tailEnd len="med" w="med" type="triangle"/>
          </a:ln>
        </p:spPr>
      </p:cxnSp>
      <p:sp>
        <p:nvSpPr>
          <p:cNvPr id="94" name="Google Shape;94;p13"/>
          <p:cNvSpPr txBox="1"/>
          <p:nvPr/>
        </p:nvSpPr>
        <p:spPr>
          <a:xfrm>
            <a:off x="16407000" y="-75925"/>
            <a:ext cx="10619100" cy="18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700">
                <a:solidFill>
                  <a:schemeClr val="dk2"/>
                </a:solidFill>
                <a:latin typeface="Barlow"/>
                <a:ea typeface="Barlow"/>
                <a:cs typeface="Barlow"/>
                <a:sym typeface="Barlow"/>
              </a:rPr>
              <a:t>Post a compelling status update.</a:t>
            </a:r>
            <a:endParaRPr sz="4700">
              <a:solidFill>
                <a:schemeClr val="dk2"/>
              </a:solidFill>
              <a:latin typeface="Barlow"/>
              <a:ea typeface="Barlow"/>
              <a:cs typeface="Barlow"/>
              <a:sym typeface="Barlow"/>
            </a:endParaRPr>
          </a:p>
        </p:txBody>
      </p:sp>
      <p:cxnSp>
        <p:nvCxnSpPr>
          <p:cNvPr id="95" name="Google Shape;95;p13"/>
          <p:cNvCxnSpPr>
            <a:stCxn id="94" idx="1"/>
            <a:endCxn id="67" idx="3"/>
          </p:cNvCxnSpPr>
          <p:nvPr/>
        </p:nvCxnSpPr>
        <p:spPr>
          <a:xfrm flipH="1">
            <a:off x="14026500" y="825725"/>
            <a:ext cx="2380500" cy="3577200"/>
          </a:xfrm>
          <a:prstGeom prst="curvedConnector3">
            <a:avLst>
              <a:gd fmla="val 49998" name="adj1"/>
            </a:avLst>
          </a:prstGeom>
          <a:noFill/>
          <a:ln cap="flat" cmpd="sng" w="76200">
            <a:solidFill>
              <a:srgbClr val="FF9900"/>
            </a:solidFill>
            <a:prstDash val="solid"/>
            <a:round/>
            <a:headEnd len="med" w="med" type="none"/>
            <a:tailEnd len="med" w="med" type="triangle"/>
          </a:ln>
        </p:spPr>
      </p:cxnSp>
      <p:pic>
        <p:nvPicPr>
          <p:cNvPr id="96" name="Google Shape;96;p13"/>
          <p:cNvPicPr preferRelativeResize="0"/>
          <p:nvPr/>
        </p:nvPicPr>
        <p:blipFill>
          <a:blip r:embed="rId15">
            <a:alphaModFix/>
          </a:blip>
          <a:stretch>
            <a:fillRect/>
          </a:stretch>
        </p:blipFill>
        <p:spPr>
          <a:xfrm>
            <a:off x="16239474" y="1055375"/>
            <a:ext cx="14586248" cy="3943500"/>
          </a:xfrm>
          <a:prstGeom prst="rect">
            <a:avLst/>
          </a:prstGeom>
          <a:noFill/>
          <a:ln>
            <a:noFill/>
          </a:ln>
        </p:spPr>
      </p:pic>
      <p:cxnSp>
        <p:nvCxnSpPr>
          <p:cNvPr id="97" name="Google Shape;97;p13"/>
          <p:cNvCxnSpPr>
            <a:stCxn id="96" idx="1"/>
            <a:endCxn id="98" idx="3"/>
          </p:cNvCxnSpPr>
          <p:nvPr/>
        </p:nvCxnSpPr>
        <p:spPr>
          <a:xfrm flipH="1">
            <a:off x="15754374" y="3027125"/>
            <a:ext cx="485100" cy="3760500"/>
          </a:xfrm>
          <a:prstGeom prst="curvedConnector3">
            <a:avLst>
              <a:gd fmla="val 49987" name="adj1"/>
            </a:avLst>
          </a:prstGeom>
          <a:noFill/>
          <a:ln cap="flat" cmpd="sng" w="76200">
            <a:solidFill>
              <a:srgbClr val="FF9900"/>
            </a:solidFill>
            <a:prstDash val="solid"/>
            <a:round/>
            <a:headEnd len="med" w="med" type="none"/>
            <a:tailEnd len="med" w="med" type="triangle"/>
          </a:ln>
        </p:spPr>
      </p:cxnSp>
      <p:sp>
        <p:nvSpPr>
          <p:cNvPr id="98" name="Google Shape;98;p13"/>
          <p:cNvSpPr txBox="1"/>
          <p:nvPr/>
        </p:nvSpPr>
        <p:spPr>
          <a:xfrm>
            <a:off x="15574800" y="6117525"/>
            <a:ext cx="179700" cy="134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4700">
              <a:solidFill>
                <a:schemeClr val="dk2"/>
              </a:solidFill>
            </a:endParaRPr>
          </a:p>
        </p:txBody>
      </p:sp>
      <p:pic>
        <p:nvPicPr>
          <p:cNvPr id="99" name="Google Shape;99;p13"/>
          <p:cNvPicPr preferRelativeResize="0"/>
          <p:nvPr/>
        </p:nvPicPr>
        <p:blipFill>
          <a:blip r:embed="rId16">
            <a:alphaModFix/>
          </a:blip>
          <a:stretch>
            <a:fillRect/>
          </a:stretch>
        </p:blipFill>
        <p:spPr>
          <a:xfrm>
            <a:off x="26509750" y="7785302"/>
            <a:ext cx="6088681" cy="8611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14"/>
          <p:cNvSpPr txBox="1"/>
          <p:nvPr/>
        </p:nvSpPr>
        <p:spPr>
          <a:xfrm>
            <a:off x="7203625" y="2784075"/>
            <a:ext cx="7963800" cy="9873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latin typeface="Barlow"/>
                <a:ea typeface="Barlow"/>
                <a:cs typeface="Barlow"/>
                <a:sym typeface="Barlow"/>
              </a:rPr>
              <a:t>From:</a:t>
            </a:r>
            <a:endParaRPr sz="4800">
              <a:latin typeface="Barlow"/>
              <a:ea typeface="Barlow"/>
              <a:cs typeface="Barlow"/>
              <a:sym typeface="Barlow"/>
            </a:endParaRPr>
          </a:p>
        </p:txBody>
      </p:sp>
      <p:sp>
        <p:nvSpPr>
          <p:cNvPr id="105" name="Google Shape;105;p14"/>
          <p:cNvSpPr txBox="1"/>
          <p:nvPr/>
        </p:nvSpPr>
        <p:spPr>
          <a:xfrm>
            <a:off x="424500" y="4133325"/>
            <a:ext cx="15006300" cy="130974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800">
                <a:solidFill>
                  <a:schemeClr val="dk1"/>
                </a:solidFill>
                <a:latin typeface="Barlow"/>
                <a:ea typeface="Barlow"/>
                <a:cs typeface="Barlow"/>
                <a:sym typeface="Barlow"/>
              </a:rPr>
              <a:t>Insert</a:t>
            </a:r>
            <a:r>
              <a:rPr lang="en" sz="4800">
                <a:solidFill>
                  <a:schemeClr val="dk1"/>
                </a:solidFill>
                <a:latin typeface="Barlow"/>
                <a:ea typeface="Barlow"/>
                <a:cs typeface="Barlow"/>
                <a:sym typeface="Barlow"/>
              </a:rPr>
              <a:t> text</a:t>
            </a:r>
            <a:endParaRPr/>
          </a:p>
        </p:txBody>
      </p:sp>
      <p:sp>
        <p:nvSpPr>
          <p:cNvPr id="106" name="Google Shape;106;p14"/>
          <p:cNvSpPr txBox="1"/>
          <p:nvPr/>
        </p:nvSpPr>
        <p:spPr>
          <a:xfrm>
            <a:off x="1016850" y="17691575"/>
            <a:ext cx="13788600" cy="18429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800">
                <a:solidFill>
                  <a:schemeClr val="dk1"/>
                </a:solidFill>
                <a:latin typeface="Barlow"/>
                <a:ea typeface="Barlow"/>
                <a:cs typeface="Barlow"/>
                <a:sym typeface="Barlow"/>
              </a:rPr>
              <a:t>Insert text</a:t>
            </a:r>
            <a:endParaRPr>
              <a:solidFill>
                <a:schemeClr val="dk1"/>
              </a:solidFill>
            </a:endParaRPr>
          </a:p>
          <a:p>
            <a:pPr indent="0" lvl="0" marL="0" rtl="0" algn="l">
              <a:spcBef>
                <a:spcPts val="0"/>
              </a:spcBef>
              <a:spcAft>
                <a:spcPts val="0"/>
              </a:spcAft>
              <a:buNone/>
            </a:pPr>
            <a:r>
              <a:t/>
            </a:r>
            <a:endParaRPr/>
          </a:p>
        </p:txBody>
      </p:sp>
      <p:sp>
        <p:nvSpPr>
          <p:cNvPr id="107" name="Google Shape;107;p14"/>
          <p:cNvSpPr txBox="1"/>
          <p:nvPr/>
        </p:nvSpPr>
        <p:spPr>
          <a:xfrm>
            <a:off x="15988875" y="2784075"/>
            <a:ext cx="10619100" cy="11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700">
                <a:solidFill>
                  <a:schemeClr val="dk2"/>
                </a:solidFill>
              </a:rPr>
              <a:t>Who is writing to this character?</a:t>
            </a:r>
            <a:endParaRPr sz="4700">
              <a:solidFill>
                <a:schemeClr val="dk2"/>
              </a:solidFill>
            </a:endParaRPr>
          </a:p>
        </p:txBody>
      </p:sp>
      <p:sp>
        <p:nvSpPr>
          <p:cNvPr id="108" name="Google Shape;108;p14"/>
          <p:cNvSpPr txBox="1"/>
          <p:nvPr/>
        </p:nvSpPr>
        <p:spPr>
          <a:xfrm>
            <a:off x="-6268650" y="4133325"/>
            <a:ext cx="5925900" cy="11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700">
                <a:solidFill>
                  <a:schemeClr val="dk2"/>
                </a:solidFill>
              </a:rPr>
              <a:t>What did they write?</a:t>
            </a:r>
            <a:endParaRPr sz="4700">
              <a:solidFill>
                <a:schemeClr val="dk2"/>
              </a:solidFill>
            </a:endParaRPr>
          </a:p>
        </p:txBody>
      </p:sp>
      <p:sp>
        <p:nvSpPr>
          <p:cNvPr id="109" name="Google Shape;109;p14"/>
          <p:cNvSpPr txBox="1"/>
          <p:nvPr/>
        </p:nvSpPr>
        <p:spPr>
          <a:xfrm>
            <a:off x="15754350" y="17691575"/>
            <a:ext cx="10619100" cy="11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700">
                <a:solidFill>
                  <a:schemeClr val="dk2"/>
                </a:solidFill>
              </a:rPr>
              <a:t>What did your character write back?</a:t>
            </a:r>
            <a:endParaRPr sz="4700">
              <a:solidFill>
                <a:schemeClr val="dk2"/>
              </a:solidFill>
            </a:endParaRPr>
          </a:p>
        </p:txBody>
      </p:sp>
      <p:pic>
        <p:nvPicPr>
          <p:cNvPr id="110" name="Google Shape;110;p14"/>
          <p:cNvPicPr preferRelativeResize="0"/>
          <p:nvPr/>
        </p:nvPicPr>
        <p:blipFill>
          <a:blip r:embed="rId4">
            <a:alphaModFix/>
          </a:blip>
          <a:stretch>
            <a:fillRect/>
          </a:stretch>
        </p:blipFill>
        <p:spPr>
          <a:xfrm>
            <a:off x="-15186125" y="0"/>
            <a:ext cx="14843225" cy="291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