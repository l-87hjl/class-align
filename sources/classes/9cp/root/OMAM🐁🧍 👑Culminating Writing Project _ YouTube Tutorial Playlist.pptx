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eb4b4fda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eb4b4fda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b4b4fda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b4b4fda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b4b4fda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b4b4fd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youtube.com/playlist?list=PLoL1gUMFjot66JBOncgeIiMNKaRiJwHF3&amp;si=6G28rGdIHk_uPN6_" TargetMode="External"/><Relationship Id="rId4" Type="http://schemas.openxmlformats.org/officeDocument/2006/relationships/hyperlink" Target="https://youtube.com/playlist?list=PLoL1gUMFjot66JBOncgeIiMNKaRiJwHF3&amp;si=6G28rGdIHk_uPN6_" TargetMode="External"/><Relationship Id="rId5" Type="http://schemas.openxmlformats.org/officeDocument/2006/relationships/hyperlink" Target="https://youtube.com/playlist?list=PLoL1gUMFjot66JBOncgeIiMNKaRiJwHF3&amp;si=6G28rGdIHk_uPN6_" TargetMode="External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youtu.be/Jw6ru0wdX74?si=_4o8lgAiX0n0wG8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.be/_DOasCsH3kY?si=r_rLSe0tSeKSTz_k" TargetMode="External"/><Relationship Id="rId4" Type="http://schemas.openxmlformats.org/officeDocument/2006/relationships/hyperlink" Target="https://youtu.be/_UgPOqloJlo?si=ES4IQ_-quNOo_AT0" TargetMode="External"/><Relationship Id="rId5" Type="http://schemas.openxmlformats.org/officeDocument/2006/relationships/hyperlink" Target="https://youtu.be/H-Z93lrM6YY?si=1NvotbWLPgrxQ0Ui" TargetMode="External"/><Relationship Id="rId6" Type="http://schemas.openxmlformats.org/officeDocument/2006/relationships/hyperlink" Target="https://youtu.be/tcqkhKlM7uA?si=S47ABjrFx2dOnBCM" TargetMode="External"/><Relationship Id="rId7" Type="http://schemas.openxmlformats.org/officeDocument/2006/relationships/hyperlink" Target="https://youtu.be/VDT9dA6hI1U?si=3Q9IZlxuwxiEoAH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turniti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77450" y="3844750"/>
            <a:ext cx="7973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https://youtube.com/playlist?list=PLoL1gUMFjot66JBOncgeIiMNKaRiJwHF3&amp;si=6G28rGdIHk_uPN6_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58450" y="282400"/>
            <a:ext cx="7811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OMAM🐁🧍 👑Culminating Writing Project Tutorials (Playlist)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6" name="Google Shape;56;p1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4503" y="912925"/>
            <a:ext cx="4875002" cy="274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Complete the Scaffolded Assignments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OMAM🐁🧍 👑Culminating Writing Project | Tutorial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Assemble the Chunks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OMAM🐁🧍 👑Culminating Writing Project | Assembling the Chunks (Part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OMAM🐁🧍 👑Culminating Writing Project | Copying Through Asymmetrical Rows (Addendum 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OMAM🐁🧍 👑Culminating Writing Project | Title Creation (Part 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OMAM🐁🧍 👑Culminating Writing Project | MLA Essay Format (Part 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OMAM🐁🧍 👑Culminating Writing Project | MLA Style Citation: Brackets and Ellipses (Part 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Submit the Completed Final Draft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OMAM🐁🧍 👑Culminating Writing Project | Submitting on Turnitin.com (Part 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