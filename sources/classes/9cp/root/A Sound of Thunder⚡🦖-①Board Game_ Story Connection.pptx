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29a124118_0_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29a12411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Student: Click in the text box to type your responses. </a:t>
            </a:r>
            <a:r>
              <a:rPr lang="en">
                <a:solidFill>
                  <a:schemeClr val="dk1"/>
                </a:solidFill>
              </a:rPr>
              <a:t>Text boxes can be resized and moved. Font size and type can be changed.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40450" y="188800"/>
            <a:ext cx="6146100" cy="351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N/A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163625" y="1856550"/>
            <a:ext cx="5246100" cy="3510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15875" y="2587250"/>
            <a:ext cx="3219300" cy="3510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996800" y="2587250"/>
            <a:ext cx="3412800" cy="3510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415875" y="3317950"/>
            <a:ext cx="6993600" cy="7968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42900" y="5260825"/>
            <a:ext cx="2667000" cy="7284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069075" y="4594850"/>
            <a:ext cx="1318200" cy="11202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6072675" y="5029200"/>
            <a:ext cx="1218000" cy="12000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415875" y="7223750"/>
            <a:ext cx="6952800" cy="2263200"/>
          </a:xfrm>
          <a:prstGeom prst="rect">
            <a:avLst/>
          </a:prstGeom>
          <a:solidFill>
            <a:srgbClr val="FFE800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