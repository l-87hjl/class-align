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e542cd4aa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e542cd4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e542cd4aa_0_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e542cd4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25fbce60e_0_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25fbce60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e542cd4aa_0_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e542cd4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e542cd4aa_0_3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e542cd4a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5ecfb6dc_0_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5ecfb6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e542cd4aa_0_3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4e542cd4a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25fbce60e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25fbce6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e542cd4aa_0_5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e542cd4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e542cd4aa_0_5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e542cd4a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5fbce60e_0_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25fbce6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dc835d015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dc835d0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dc835d015_0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dc835d0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dc835d015_0_1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dc835d01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dc835d015_0_2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dc835d01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dc835d015_0_4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4dc835d01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dc835d015_0_4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4dc835d01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dc835d015_0_6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dc835d01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dc835d015_0_6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dc835d01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dcf1d01a3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4dcf1d01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dcf1d01a3_0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dcf1d01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dcf1d01a3_0_1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dcf1d01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4dcf1d01a3_0_1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4dcf1d01a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dcdd3ee25_0_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4dcdd3ee2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4dcdd3ee25_0_1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4dcdd3ee2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dd26cb7fb_2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4dd26cb7f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dd26cb7fb_2_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dd26cb7fb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25fbce60e_0_2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25fbce6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dd26cb7fb_6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dd26cb7f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4dd26cb7fb_6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4dd26cb7fb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25fbce60e_0_3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25fbce60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7.png"/><Relationship Id="rId12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3" Type="http://schemas.openxmlformats.org/officeDocument/2006/relationships/image" Target="../media/image22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49.png"/><Relationship Id="rId1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34.jpg"/><Relationship Id="rId5" Type="http://schemas.openxmlformats.org/officeDocument/2006/relationships/image" Target="../media/image29.jp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34.jpg"/><Relationship Id="rId5" Type="http://schemas.openxmlformats.org/officeDocument/2006/relationships/image" Target="../media/image29.jp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51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42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7.png"/><Relationship Id="rId4" Type="http://schemas.openxmlformats.org/officeDocument/2006/relationships/image" Target="../media/image34.jpg"/><Relationship Id="rId5" Type="http://schemas.openxmlformats.org/officeDocument/2006/relationships/image" Target="../media/image29.jpg"/><Relationship Id="rId6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34.jpg"/><Relationship Id="rId5" Type="http://schemas.openxmlformats.org/officeDocument/2006/relationships/image" Target="../media/image29.jpg"/><Relationship Id="rId6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2.png"/><Relationship Id="rId4" Type="http://schemas.openxmlformats.org/officeDocument/2006/relationships/image" Target="../media/image52.png"/><Relationship Id="rId9" Type="http://schemas.openxmlformats.org/officeDocument/2006/relationships/image" Target="../media/image1.png"/><Relationship Id="rId5" Type="http://schemas.openxmlformats.org/officeDocument/2006/relationships/image" Target="../media/image66.png"/><Relationship Id="rId6" Type="http://schemas.openxmlformats.org/officeDocument/2006/relationships/image" Target="../media/image72.png"/><Relationship Id="rId7" Type="http://schemas.openxmlformats.org/officeDocument/2006/relationships/image" Target="../media/image61.png"/><Relationship Id="rId8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1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6.png"/><Relationship Id="rId4" Type="http://schemas.openxmlformats.org/officeDocument/2006/relationships/image" Target="../media/image60.png"/><Relationship Id="rId9" Type="http://schemas.openxmlformats.org/officeDocument/2006/relationships/image" Target="../media/image78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75.png"/><Relationship Id="rId8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475950" y="3607775"/>
            <a:ext cx="6912600" cy="2925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.png" id="59" name="Google Shape;5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613" y="889065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png" id="60" name="Google Shape;6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0800" y="685800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.png" id="61" name="Google Shape;6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600" y="685800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.png" id="62" name="Google Shape;6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600" y="889065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.png" id="63" name="Google Shape;6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600" y="7874325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.png" id="64" name="Google Shape;64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74000" y="6858000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.png" id="65" name="Google Shape;65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74000" y="7874325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.png" id="66" name="Google Shape;66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50788" y="7874325"/>
            <a:ext cx="1781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3497500" y="-12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-5329925" y="6717950"/>
            <a:ext cx="5135400" cy="2925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(into the center area) the words that correctly identify the novel’s setting.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79050" y="4632125"/>
            <a:ext cx="3483000" cy="46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4" name="Google Shape;74;p15"/>
          <p:cNvSpPr txBox="1"/>
          <p:nvPr/>
        </p:nvSpPr>
        <p:spPr>
          <a:xfrm>
            <a:off x="3862050" y="4632125"/>
            <a:ext cx="3607500" cy="46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3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5" name="Google Shape;75;p15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554400" y="4356000"/>
            <a:ext cx="6864000" cy="504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From Burris Ewell’s point of view, here is a reimagining of the events of Chapter 3: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As a result, </a:t>
            </a:r>
            <a:r>
              <a:rPr lang="en" sz="3000">
                <a:solidFill>
                  <a:schemeClr val="dk1"/>
                </a:solidFill>
              </a:rPr>
              <a:t>Burris likely feels: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30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Discuss at least three of the following (and then discuss how Burris likely feels).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appearance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</a:t>
            </a: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hygiene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language he uses toward the teacher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classmates’ reactions toward Burris or Miss Caroline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 departure from the classroom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79050" y="2992050"/>
            <a:ext cx="3483000" cy="6260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4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5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7" name="Google Shape;87;p17"/>
          <p:cNvSpPr txBox="1"/>
          <p:nvPr/>
        </p:nvSpPr>
        <p:spPr>
          <a:xfrm>
            <a:off x="3862050" y="2992050"/>
            <a:ext cx="3607500" cy="6260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6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8" name="Google Shape;88;p17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3501350" y="2228125"/>
            <a:ext cx="3883800" cy="7051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highlight>
                <a:srgbClr val="FFFF00"/>
              </a:highlight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0631350" y="25888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1.png"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5275" y="5591700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2.png" id="104" name="Google Shape;1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5275" y="7991288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3.png" id="105" name="Google Shape;10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65275" y="446802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4.png" id="106" name="Google Shape;10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5275" y="616027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5.png" id="107" name="Google Shape;10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5275" y="6806213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6.png" id="108" name="Google Shape;108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5275" y="312187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7.png" id="109" name="Google Shape;10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65275" y="865322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8.png" id="110" name="Google Shape;110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65275" y="7329375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9.png" id="111" name="Google Shape;111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65275" y="5023113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-10.png" id="112" name="Google Shape;112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65275" y="3794950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966925" y="-1"/>
            <a:ext cx="2925300" cy="29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7966925" y="3121875"/>
            <a:ext cx="5135400" cy="2925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character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into the correct area.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379050" y="3607450"/>
            <a:ext cx="3483000" cy="5772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7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20" name="Google Shape;120;p20"/>
          <p:cNvSpPr txBox="1"/>
          <p:nvPr/>
        </p:nvSpPr>
        <p:spPr>
          <a:xfrm>
            <a:off x="3862050" y="3607450"/>
            <a:ext cx="3607500" cy="5772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8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21" name="Google Shape;121;p20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-1.png"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225" y="4766975"/>
            <a:ext cx="2566625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2.png"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6225" y="7446950"/>
            <a:ext cx="2566625" cy="665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3.png"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6213" y="3873652"/>
            <a:ext cx="2566639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4.png" id="129" name="Google Shape;12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6223" y="5660300"/>
            <a:ext cx="2566639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5.png" id="130" name="Google Shape;13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6225" y="6553625"/>
            <a:ext cx="2566637" cy="66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6.png" id="131" name="Google Shape;13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6225" y="2980328"/>
            <a:ext cx="2566625" cy="665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75175" y="0"/>
            <a:ext cx="2825925" cy="28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7975175" y="2980325"/>
            <a:ext cx="5135400" cy="21549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plot element into the 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appropriate</a:t>
            </a: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area.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379050" y="3777200"/>
            <a:ext cx="3493500" cy="547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9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10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39" name="Google Shape;139;p22"/>
          <p:cNvSpPr txBox="1"/>
          <p:nvPr/>
        </p:nvSpPr>
        <p:spPr>
          <a:xfrm>
            <a:off x="3872464" y="3777200"/>
            <a:ext cx="3618300" cy="547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11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40" name="Google Shape;140;p22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3204250" y="2015900"/>
            <a:ext cx="4180500" cy="7405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</p:txBody>
      </p:sp>
      <p:sp>
        <p:nvSpPr>
          <p:cNvPr id="146" name="Google Shape;146;p23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/>
        </p:nvSpPr>
        <p:spPr>
          <a:xfrm>
            <a:off x="1214400" y="3986400"/>
            <a:ext cx="2560800" cy="1742400"/>
          </a:xfrm>
          <a:prstGeom prst="rect">
            <a:avLst/>
          </a:prstGeom>
          <a:solidFill>
            <a:srgbClr val="E0AA0E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rgbClr val="4C1130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955700" y="3986400"/>
            <a:ext cx="2560800" cy="1742400"/>
          </a:xfrm>
          <a:prstGeom prst="rect">
            <a:avLst/>
          </a:prstGeom>
          <a:solidFill>
            <a:srgbClr val="E0AA0E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rgbClr val="4C1130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34100" y="6154700"/>
            <a:ext cx="6332400" cy="1335900"/>
          </a:xfrm>
          <a:prstGeom prst="rect">
            <a:avLst/>
          </a:prstGeom>
          <a:solidFill>
            <a:srgbClr val="E0AA0E">
              <a:alpha val="53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rgbClr val="4C113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379050" y="3161825"/>
            <a:ext cx="3483000" cy="6090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12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13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66" name="Google Shape;166;p25"/>
          <p:cNvSpPr txBox="1"/>
          <p:nvPr/>
        </p:nvSpPr>
        <p:spPr>
          <a:xfrm>
            <a:off x="3862050" y="3161825"/>
            <a:ext cx="3607500" cy="6090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14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67" name="Google Shape;167;p25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3055725" y="2079600"/>
            <a:ext cx="4201500" cy="698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3" name="Google Shape;173;p26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379050" y="2970825"/>
            <a:ext cx="3483000" cy="645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15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16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96" name="Google Shape;196;p28"/>
          <p:cNvSpPr txBox="1"/>
          <p:nvPr/>
        </p:nvSpPr>
        <p:spPr>
          <a:xfrm>
            <a:off x="3862050" y="2970825"/>
            <a:ext cx="3607500" cy="645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17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Chapter 18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97" name="Google Shape;197;p28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/>
        </p:nvSpPr>
        <p:spPr>
          <a:xfrm>
            <a:off x="502925" y="2752825"/>
            <a:ext cx="6802500" cy="6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Click and type here.</a:t>
            </a:r>
            <a:endParaRPr sz="2400"/>
          </a:p>
        </p:txBody>
      </p:sp>
      <p:sp>
        <p:nvSpPr>
          <p:cNvPr id="217" name="Google Shape;217;p30"/>
          <p:cNvSpPr txBox="1"/>
          <p:nvPr/>
        </p:nvSpPr>
        <p:spPr>
          <a:xfrm>
            <a:off x="379050" y="2588875"/>
            <a:ext cx="3483000" cy="666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19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20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18" name="Google Shape;218;p30"/>
          <p:cNvSpPr txBox="1"/>
          <p:nvPr/>
        </p:nvSpPr>
        <p:spPr>
          <a:xfrm>
            <a:off x="3862050" y="2588875"/>
            <a:ext cx="3607500" cy="666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21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19" name="Google Shape;219;p30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/>
        </p:nvSpPr>
        <p:spPr>
          <a:xfrm>
            <a:off x="3289150" y="1824950"/>
            <a:ext cx="4031700" cy="7023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</p:txBody>
      </p:sp>
      <p:sp>
        <p:nvSpPr>
          <p:cNvPr id="225" name="Google Shape;225;p31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55865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6925" y="92645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66925" y="2779325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66925" y="375870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66925" y="1852888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66925" y="4738075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66925" y="6370375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785425" y="18011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-5329925" y="-15052"/>
            <a:ext cx="5135400" cy="2409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character to correctly match the statements.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/>
        </p:nvSpPr>
        <p:spPr>
          <a:xfrm>
            <a:off x="379050" y="2758625"/>
            <a:ext cx="3483000" cy="6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22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23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48" name="Google Shape;248;p33"/>
          <p:cNvSpPr txBox="1"/>
          <p:nvPr/>
        </p:nvSpPr>
        <p:spPr>
          <a:xfrm>
            <a:off x="3862050" y="2758625"/>
            <a:ext cx="3607500" cy="6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24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49" name="Google Shape;249;p33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/>
        </p:nvSpPr>
        <p:spPr>
          <a:xfrm>
            <a:off x="3183050" y="2249350"/>
            <a:ext cx="4095600" cy="721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55" name="Google Shape;255;p34"/>
          <p:cNvSpPr txBox="1"/>
          <p:nvPr/>
        </p:nvSpPr>
        <p:spPr>
          <a:xfrm>
            <a:off x="233425" y="2461550"/>
            <a:ext cx="14430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dk1"/>
                </a:solidFill>
              </a:rPr>
              <a:t>Jem</a:t>
            </a:r>
            <a:endParaRPr b="1" sz="3900">
              <a:solidFill>
                <a:schemeClr val="dk1"/>
              </a:solidFill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/>
        </p:nvSpPr>
        <p:spPr>
          <a:xfrm>
            <a:off x="379050" y="2694975"/>
            <a:ext cx="3483000" cy="655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25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26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79" name="Google Shape;279;p36"/>
          <p:cNvSpPr txBox="1"/>
          <p:nvPr/>
        </p:nvSpPr>
        <p:spPr>
          <a:xfrm>
            <a:off x="3862050" y="2694975"/>
            <a:ext cx="3607500" cy="655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27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80" name="Google Shape;280;p36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7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/>
        </p:nvSpPr>
        <p:spPr>
          <a:xfrm>
            <a:off x="379050" y="3925750"/>
            <a:ext cx="3483000" cy="553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28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29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0" name="Google Shape;300;p38"/>
          <p:cNvSpPr txBox="1"/>
          <p:nvPr/>
        </p:nvSpPr>
        <p:spPr>
          <a:xfrm>
            <a:off x="3862050" y="3925750"/>
            <a:ext cx="3607500" cy="553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30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31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1" name="Google Shape;301;p38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/>
        </p:nvSpPr>
        <p:spPr>
          <a:xfrm>
            <a:off x="577775" y="2337350"/>
            <a:ext cx="68019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sp>
        <p:nvSpPr>
          <p:cNvPr id="307" name="Google Shape;307;p39"/>
          <p:cNvSpPr txBox="1"/>
          <p:nvPr/>
        </p:nvSpPr>
        <p:spPr>
          <a:xfrm>
            <a:off x="551500" y="236360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551500" y="490990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551500" y="74824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/>
        </p:nvSpPr>
        <p:spPr>
          <a:xfrm>
            <a:off x="551500" y="236360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15" name="Google Shape;315;p40"/>
          <p:cNvSpPr txBox="1"/>
          <p:nvPr/>
        </p:nvSpPr>
        <p:spPr>
          <a:xfrm>
            <a:off x="551500" y="4950138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551500" y="7536675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-1.png" id="321" name="Google Shape;32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4" y="7044519"/>
            <a:ext cx="7232700" cy="1228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2.png" id="322" name="Google Shape;32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2809575"/>
            <a:ext cx="7232700" cy="1228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3.png" id="323" name="Google Shape;32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6938" y="8414169"/>
            <a:ext cx="7232673" cy="12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4.png" id="324" name="Google Shape;324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66938" y="5604532"/>
            <a:ext cx="7232673" cy="12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5.png" id="325" name="Google Shape;325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66938" y="4164525"/>
            <a:ext cx="7232673" cy="12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66925" y="-4"/>
            <a:ext cx="2270625" cy="22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1"/>
          <p:cNvSpPr txBox="1"/>
          <p:nvPr/>
        </p:nvSpPr>
        <p:spPr>
          <a:xfrm>
            <a:off x="-5329925" y="-15054"/>
            <a:ext cx="5135400" cy="1926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event to place them in the correct order.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/>
        </p:nvSpPr>
        <p:spPr>
          <a:xfrm>
            <a:off x="390550" y="2202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485250" y="4869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485250" y="7536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-5249450" y="-9"/>
            <a:ext cx="5135400" cy="790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Plot Diagram: Novel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/>
        </p:nvSpPr>
        <p:spPr>
          <a:xfrm>
            <a:off x="370425" y="2283125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370425" y="4909888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485250" y="7536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-5249450" y="-9"/>
            <a:ext cx="5135400" cy="790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Plot Diagram: Novel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 - a.png" id="348" name="Google Shape;34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475" y="396677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b.png" id="349" name="Google Shape;34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463" y="7888863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c.png" id="350" name="Google Shape;350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1475" y="691447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d.png" id="351" name="Google Shape;351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1475" y="298012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e.png" id="352" name="Google Shape;352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1475" y="5940063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f.png" id="353" name="Google Shape;353;p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01475" y="495342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01475" y="2"/>
            <a:ext cx="2620200" cy="26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4"/>
          <p:cNvSpPr txBox="1"/>
          <p:nvPr/>
        </p:nvSpPr>
        <p:spPr>
          <a:xfrm>
            <a:off x="-5249450" y="970663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event to the correct place on the plot diagram.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-5249450" y="-9"/>
            <a:ext cx="5135400" cy="790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Plot Diagram: Scout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