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6f8d33410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6f8d3341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96f8d33410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6f8d3341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6f8d334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96f8d33410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f8d33410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6f8d3341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96f8d33410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6f8d33410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6f8d334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96f8d33410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35e46b34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35e46b3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535e46b34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6f8d33410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6f8d3341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96f8d33410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35e46b34c_0_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35e46b3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535e46b34c_0_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6f8d33410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6f8d3341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96f8d33410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6f8d33410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6f8d3341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96f8d33410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6f8d3341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6f8d3341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96f8d33410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35e46b34c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35e46b3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535e46b34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35e46b34c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35e46b34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535e46b34c_0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35e46b34c_0_2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35e46b34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535e46b34c_0_2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35e46b34c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35e46b34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535e46b34c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literarydevices.net/play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624900" y="3212375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Bell Ringers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Simile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common type of figurative language is the </a:t>
            </a:r>
            <a:r>
              <a:rPr lang="en-US" sz="24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simile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 simile makes a comparison between two unlike things, using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hot as an oven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cold as ice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ate like a pig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are all examples of similes, although they are not very  original ones.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Metaphor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Metaphors, like similes, make a comparison between two unlike things. Unlike similes, however, metaphors do not use the words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fought like a lion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a simile.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was a lion in battle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metaphor.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Personification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ersonification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literary device that gives human attributes to a nonhuman object. For example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the wind whined in the leafless trees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personification. Wind does not whine; people (unfortunately) do.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Onomatopoeia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Onomatopoeia refers to words that come from sounds. These poetic lines use onomatopoeia: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“This is the way the world ends Not with a bang but with a whimper.”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by T.S. Eliot, “The Hollow Men”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Oxymoron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An oxymoron contains words that seem to contradict each other.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Common oxymorons include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the same difference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act naturally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bittersweet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Idiom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idiom is a set expression or a phrase comprising two or more words that is understood to mean something different from what the individual words of the phrase suggest.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504700" y="4724375"/>
            <a:ext cx="5495400" cy="14001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Kirk: “If we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play</a:t>
            </a: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our cards right, we may be able to find out when those whales are being released.”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Spock: “How will playing cards help?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Hyperbole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Hyperbole, or overstatement, is a literary device that uses exaggeration.  Someone who describes the cafeteria line as “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twenty miles long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 is using hyperbole. 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Allusion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allusion is a reference to something from a well-known source, such as the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Bible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mythology, literature, or historical events. If someone is described as having a Jekyll-and-Hyde personality, this is an allusion to the novel,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Strange Case of Dr. Jekyll and Mr. Hyde.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Alliteration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Alliteration is the repetition of an initial consonant sound, such as in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slithering snake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lonely, lingering light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Alliteration is a sound device used to create a feeling or association. Alliteration is often used in poetry, but it may be used in prose as well.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Pun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Puns involve words with similar or identical sounds but with different meanings.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Denial (“The Nile”) isn’t just a river in Egypt.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cyclist was two (“too”) tired to win the race.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Assonance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Assonance is the repetition of similar vowel sounds takes place in two or more words in proximity to each other within a line of poetry or prose.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Goodnight, sleep tight, don’t let the bedbugs bite.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Winner, winner, chicken dinner!</a:t>
            </a:r>
            <a:endParaRPr sz="13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Synecdoche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Synecdoche is a literary device in which a part of something represents the whole, or it may use a whole to represent a part.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“sails” refers to a whole ship.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“suit” refers to a businessperson.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Irony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Irony is a literary device in which contradictory statements or situations reveal a reality that is different from what appears to be true. This can be in the form of an unforeseen outcome of an event, a character’s unanticipated behavior, or something incongruous that is said.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Telling a quiet group, “don’t everybody speak all at once.”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fire station that burns down.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