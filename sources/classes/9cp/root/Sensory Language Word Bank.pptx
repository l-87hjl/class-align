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Sniglet"/>
      <p:regular r:id="rId13"/>
    </p:embeddedFont>
    <p:embeddedFont>
      <p:font typeface="Bangers"/>
      <p:regular r:id="rId14"/>
    </p:embeddedFont>
    <p:embeddedFont>
      <p:font typeface="Amatic SC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Sniglet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AmaticSC-regular.fntdata"/><Relationship Id="rId14" Type="http://schemas.openxmlformats.org/officeDocument/2006/relationships/font" Target="fonts/Bangers-regular.fntdata"/><Relationship Id="rId17" Type="http://schemas.openxmlformats.org/officeDocument/2006/relationships/font" Target="fonts/SourceCodePro-regular.fntdata"/><Relationship Id="rId16" Type="http://schemas.openxmlformats.org/officeDocument/2006/relationships/font" Target="fonts/AmaticSC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SourceCodePr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4901ea14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4901ea14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a6c4d065a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a6c4d065a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a6c4d065a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a6c4d065a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a6c4d065a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a6c4d065a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a6c4d065a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a6c4d065a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904e2eac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904e2eac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4.png" id="62" name="Google Shape;62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1315275" y="921225"/>
            <a:ext cx="6411650" cy="3910600"/>
          </a:xfrm>
          <a:custGeom>
            <a:rect b="b" l="l" r="r" t="t"/>
            <a:pathLst>
              <a:path extrusionOk="0" h="156424" w="256466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64" name="Google Shape;64;p15"/>
          <p:cNvSpPr/>
          <p:nvPr/>
        </p:nvSpPr>
        <p:spPr>
          <a:xfrm>
            <a:off x="1010475" y="616425"/>
            <a:ext cx="6411650" cy="3910600"/>
          </a:xfrm>
          <a:custGeom>
            <a:rect b="b" l="l" r="r" t="t"/>
            <a:pathLst>
              <a:path extrusionOk="0" h="156424" w="256466">
                <a:moveTo>
                  <a:pt x="39612" y="0"/>
                </a:moveTo>
                <a:lnTo>
                  <a:pt x="39612" y="26023"/>
                </a:lnTo>
                <a:lnTo>
                  <a:pt x="0" y="23918"/>
                </a:lnTo>
                <a:lnTo>
                  <a:pt x="40190" y="61876"/>
                </a:lnTo>
                <a:lnTo>
                  <a:pt x="40190" y="156424"/>
                </a:lnTo>
                <a:lnTo>
                  <a:pt x="256466" y="139076"/>
                </a:lnTo>
                <a:lnTo>
                  <a:pt x="248659" y="1995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5" name="Google Shape;65;p15"/>
          <p:cNvSpPr txBox="1"/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4.png" id="67" name="Google Shape;67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/>
          <p:nvPr/>
        </p:nvSpPr>
        <p:spPr>
          <a:xfrm flipH="1" rot="169468">
            <a:off x="3608972" y="646196"/>
            <a:ext cx="5247975" cy="3809532"/>
          </a:xfrm>
          <a:prstGeom prst="wedgeEllipseCallout">
            <a:avLst>
              <a:gd fmla="val -42509" name="adj1"/>
              <a:gd fmla="val 62980" name="adj2"/>
            </a:avLst>
          </a:prstGeom>
          <a:solidFill>
            <a:srgbClr val="001936">
              <a:alpha val="219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 flipH="1" rot="169468">
            <a:off x="3380372" y="417596"/>
            <a:ext cx="5247975" cy="3809532"/>
          </a:xfrm>
          <a:prstGeom prst="wedgeEllipseCallout">
            <a:avLst>
              <a:gd fmla="val -42509" name="adj1"/>
              <a:gd fmla="val 62980" name="adj2"/>
            </a:avLst>
          </a:pr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type="ctrTitle"/>
          </p:nvPr>
        </p:nvSpPr>
        <p:spPr>
          <a:xfrm>
            <a:off x="4101125" y="1659550"/>
            <a:ext cx="3767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4101125" y="2687651"/>
            <a:ext cx="3767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2.png" id="73" name="Google Shape;73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7"/>
          <p:cNvSpPr/>
          <p:nvPr/>
        </p:nvSpPr>
        <p:spPr>
          <a:xfrm>
            <a:off x="1992350" y="37775"/>
            <a:ext cx="5616577" cy="5220440"/>
          </a:xfrm>
          <a:custGeom>
            <a:rect b="b" l="l" r="r" t="t"/>
            <a:pathLst>
              <a:path extrusionOk="0" h="106692" w="114788">
                <a:moveTo>
                  <a:pt x="40479" y="15324"/>
                </a:moveTo>
                <a:lnTo>
                  <a:pt x="41346" y="3758"/>
                </a:lnTo>
                <a:lnTo>
                  <a:pt x="52623" y="13878"/>
                </a:lnTo>
                <a:lnTo>
                  <a:pt x="56382" y="0"/>
                </a:lnTo>
                <a:lnTo>
                  <a:pt x="63610" y="14746"/>
                </a:lnTo>
                <a:lnTo>
                  <a:pt x="70549" y="2024"/>
                </a:lnTo>
                <a:lnTo>
                  <a:pt x="75754" y="17926"/>
                </a:lnTo>
                <a:lnTo>
                  <a:pt x="85006" y="6939"/>
                </a:lnTo>
                <a:lnTo>
                  <a:pt x="85006" y="23131"/>
                </a:lnTo>
                <a:lnTo>
                  <a:pt x="100620" y="13589"/>
                </a:lnTo>
                <a:lnTo>
                  <a:pt x="96861" y="31516"/>
                </a:lnTo>
                <a:lnTo>
                  <a:pt x="111896" y="26889"/>
                </a:lnTo>
                <a:lnTo>
                  <a:pt x="100909" y="41057"/>
                </a:lnTo>
                <a:lnTo>
                  <a:pt x="114209" y="42214"/>
                </a:lnTo>
                <a:lnTo>
                  <a:pt x="104379" y="53201"/>
                </a:lnTo>
                <a:lnTo>
                  <a:pt x="114788" y="59851"/>
                </a:lnTo>
                <a:lnTo>
                  <a:pt x="101198" y="64188"/>
                </a:lnTo>
                <a:lnTo>
                  <a:pt x="105246" y="74886"/>
                </a:lnTo>
                <a:lnTo>
                  <a:pt x="93102" y="73730"/>
                </a:lnTo>
                <a:lnTo>
                  <a:pt x="97150" y="85006"/>
                </a:lnTo>
                <a:lnTo>
                  <a:pt x="88187" y="81537"/>
                </a:lnTo>
                <a:lnTo>
                  <a:pt x="87319" y="95994"/>
                </a:lnTo>
                <a:lnTo>
                  <a:pt x="76043" y="91078"/>
                </a:lnTo>
                <a:lnTo>
                  <a:pt x="71417" y="101776"/>
                </a:lnTo>
                <a:lnTo>
                  <a:pt x="64478" y="93970"/>
                </a:lnTo>
                <a:lnTo>
                  <a:pt x="58984" y="106692"/>
                </a:lnTo>
                <a:lnTo>
                  <a:pt x="52334" y="88187"/>
                </a:lnTo>
                <a:lnTo>
                  <a:pt x="45105" y="100620"/>
                </a:lnTo>
                <a:lnTo>
                  <a:pt x="41636" y="86741"/>
                </a:lnTo>
                <a:lnTo>
                  <a:pt x="29492" y="102355"/>
                </a:lnTo>
                <a:lnTo>
                  <a:pt x="29781" y="83271"/>
                </a:lnTo>
                <a:lnTo>
                  <a:pt x="20239" y="87319"/>
                </a:lnTo>
                <a:lnTo>
                  <a:pt x="21107" y="76332"/>
                </a:lnTo>
                <a:lnTo>
                  <a:pt x="4915" y="79224"/>
                </a:lnTo>
                <a:lnTo>
                  <a:pt x="16191" y="66212"/>
                </a:lnTo>
                <a:lnTo>
                  <a:pt x="7806" y="62164"/>
                </a:lnTo>
                <a:lnTo>
                  <a:pt x="14167" y="56960"/>
                </a:lnTo>
                <a:lnTo>
                  <a:pt x="0" y="47997"/>
                </a:lnTo>
                <a:lnTo>
                  <a:pt x="18215" y="43081"/>
                </a:lnTo>
                <a:lnTo>
                  <a:pt x="9252" y="31516"/>
                </a:lnTo>
                <a:lnTo>
                  <a:pt x="26022" y="33540"/>
                </a:lnTo>
                <a:lnTo>
                  <a:pt x="16191" y="18504"/>
                </a:lnTo>
                <a:lnTo>
                  <a:pt x="31516" y="23420"/>
                </a:lnTo>
                <a:lnTo>
                  <a:pt x="32094" y="11854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75" name="Google Shape;75;p17"/>
          <p:cNvSpPr/>
          <p:nvPr/>
        </p:nvSpPr>
        <p:spPr>
          <a:xfrm>
            <a:off x="1763750" y="-114625"/>
            <a:ext cx="5616577" cy="5220440"/>
          </a:xfrm>
          <a:custGeom>
            <a:rect b="b" l="l" r="r" t="t"/>
            <a:pathLst>
              <a:path extrusionOk="0" h="106692" w="114788">
                <a:moveTo>
                  <a:pt x="40479" y="15324"/>
                </a:moveTo>
                <a:lnTo>
                  <a:pt x="41346" y="3758"/>
                </a:lnTo>
                <a:lnTo>
                  <a:pt x="52623" y="13878"/>
                </a:lnTo>
                <a:lnTo>
                  <a:pt x="56382" y="0"/>
                </a:lnTo>
                <a:lnTo>
                  <a:pt x="63610" y="14746"/>
                </a:lnTo>
                <a:lnTo>
                  <a:pt x="70549" y="2024"/>
                </a:lnTo>
                <a:lnTo>
                  <a:pt x="75754" y="17926"/>
                </a:lnTo>
                <a:lnTo>
                  <a:pt x="85006" y="6939"/>
                </a:lnTo>
                <a:lnTo>
                  <a:pt x="85006" y="23131"/>
                </a:lnTo>
                <a:lnTo>
                  <a:pt x="100620" y="13589"/>
                </a:lnTo>
                <a:lnTo>
                  <a:pt x="96861" y="31516"/>
                </a:lnTo>
                <a:lnTo>
                  <a:pt x="111896" y="26889"/>
                </a:lnTo>
                <a:lnTo>
                  <a:pt x="100909" y="41057"/>
                </a:lnTo>
                <a:lnTo>
                  <a:pt x="114209" y="42214"/>
                </a:lnTo>
                <a:lnTo>
                  <a:pt x="104379" y="53201"/>
                </a:lnTo>
                <a:lnTo>
                  <a:pt x="114788" y="59851"/>
                </a:lnTo>
                <a:lnTo>
                  <a:pt x="101198" y="64188"/>
                </a:lnTo>
                <a:lnTo>
                  <a:pt x="105246" y="74886"/>
                </a:lnTo>
                <a:lnTo>
                  <a:pt x="93102" y="73730"/>
                </a:lnTo>
                <a:lnTo>
                  <a:pt x="97150" y="85006"/>
                </a:lnTo>
                <a:lnTo>
                  <a:pt x="88187" y="81537"/>
                </a:lnTo>
                <a:lnTo>
                  <a:pt x="87319" y="95994"/>
                </a:lnTo>
                <a:lnTo>
                  <a:pt x="76043" y="91078"/>
                </a:lnTo>
                <a:lnTo>
                  <a:pt x="71417" y="101776"/>
                </a:lnTo>
                <a:lnTo>
                  <a:pt x="64478" y="93970"/>
                </a:lnTo>
                <a:lnTo>
                  <a:pt x="58984" y="106692"/>
                </a:lnTo>
                <a:lnTo>
                  <a:pt x="52334" y="88187"/>
                </a:lnTo>
                <a:lnTo>
                  <a:pt x="45105" y="100620"/>
                </a:lnTo>
                <a:lnTo>
                  <a:pt x="41636" y="86741"/>
                </a:lnTo>
                <a:lnTo>
                  <a:pt x="29492" y="102355"/>
                </a:lnTo>
                <a:lnTo>
                  <a:pt x="29781" y="83271"/>
                </a:lnTo>
                <a:lnTo>
                  <a:pt x="20239" y="87319"/>
                </a:lnTo>
                <a:lnTo>
                  <a:pt x="21107" y="76332"/>
                </a:lnTo>
                <a:lnTo>
                  <a:pt x="4915" y="79224"/>
                </a:lnTo>
                <a:lnTo>
                  <a:pt x="16191" y="66212"/>
                </a:lnTo>
                <a:lnTo>
                  <a:pt x="7806" y="62164"/>
                </a:lnTo>
                <a:lnTo>
                  <a:pt x="14167" y="56960"/>
                </a:lnTo>
                <a:lnTo>
                  <a:pt x="0" y="47997"/>
                </a:lnTo>
                <a:lnTo>
                  <a:pt x="18215" y="43081"/>
                </a:lnTo>
                <a:lnTo>
                  <a:pt x="9252" y="31516"/>
                </a:lnTo>
                <a:lnTo>
                  <a:pt x="26022" y="33540"/>
                </a:lnTo>
                <a:lnTo>
                  <a:pt x="16191" y="18504"/>
                </a:lnTo>
                <a:lnTo>
                  <a:pt x="31516" y="23420"/>
                </a:lnTo>
                <a:lnTo>
                  <a:pt x="32094" y="11854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2905800" y="2161800"/>
            <a:ext cx="33324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indent="-381000" lvl="1" marL="914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indent="-381000" lvl="2" marL="13716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indent="-381000" lvl="3" marL="18288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indent="-381000" lvl="4" marL="22860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indent="-381000" lvl="5" marL="27432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indent="-381000" lvl="6" marL="32004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indent="-381000" lvl="7" marL="36576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indent="-381000" lvl="8" marL="411480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Bangers"/>
              <a:buChar char="×"/>
              <a:defRPr sz="2400">
                <a:solidFill>
                  <a:srgbClr val="000000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78" name="Google Shape;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8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80" name="Google Shape;80;p18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81" name="Google Shape;81;p18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×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×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×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84" name="Google Shape;84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86" name="Google Shape;86;p19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87" name="Google Shape;87;p19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1073625" y="1550125"/>
            <a:ext cx="3396300" cy="26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SzPts val="2200"/>
              <a:buChar char="×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674251" y="1550125"/>
            <a:ext cx="3396300" cy="26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600"/>
              </a:spcBef>
              <a:spcAft>
                <a:spcPts val="0"/>
              </a:spcAft>
              <a:buSzPts val="2200"/>
              <a:buChar char="×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×"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91" name="Google Shape;91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0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93" name="Google Shape;93;p20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94" name="Google Shape;94;p20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902950" y="1556175"/>
            <a:ext cx="22953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×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2" type="body"/>
          </p:nvPr>
        </p:nvSpPr>
        <p:spPr>
          <a:xfrm>
            <a:off x="3315993" y="1556175"/>
            <a:ext cx="22953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×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3" type="body"/>
          </p:nvPr>
        </p:nvSpPr>
        <p:spPr>
          <a:xfrm>
            <a:off x="5729035" y="1556175"/>
            <a:ext cx="2295300" cy="28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×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99" name="Google Shape;99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1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101" name="Google Shape;101;p21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102" name="Google Shape;102;p21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1.png" id="104" name="Google Shape;104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2"/>
          <p:cNvSpPr/>
          <p:nvPr/>
        </p:nvSpPr>
        <p:spPr>
          <a:xfrm>
            <a:off x="734600" y="7635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001936">
              <a:alpha val="21920"/>
            </a:srgbClr>
          </a:solidFill>
          <a:ln>
            <a:noFill/>
          </a:ln>
        </p:spPr>
      </p:sp>
      <p:sp>
        <p:nvSpPr>
          <p:cNvPr id="106" name="Google Shape;106;p22"/>
          <p:cNvSpPr/>
          <p:nvPr/>
        </p:nvSpPr>
        <p:spPr>
          <a:xfrm>
            <a:off x="506000" y="534900"/>
            <a:ext cx="7879000" cy="4185275"/>
          </a:xfrm>
          <a:custGeom>
            <a:rect b="b" l="l" r="r" t="t"/>
            <a:pathLst>
              <a:path extrusionOk="0" h="167411" w="315160">
                <a:moveTo>
                  <a:pt x="0" y="0"/>
                </a:moveTo>
                <a:lnTo>
                  <a:pt x="315160" y="10409"/>
                </a:lnTo>
                <a:lnTo>
                  <a:pt x="310823" y="159315"/>
                </a:lnTo>
                <a:lnTo>
                  <a:pt x="9252" y="167411"/>
                </a:lnTo>
                <a:close/>
              </a:path>
            </a:pathLst>
          </a:custGeom>
          <a:solidFill>
            <a:srgbClr val="FFFFFF"/>
          </a:solidFill>
          <a:ln cap="flat" cmpd="sng" w="76200">
            <a:solidFill>
              <a:srgbClr val="00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107" name="Google Shape;107;p22"/>
          <p:cNvSpPr txBox="1"/>
          <p:nvPr>
            <p:ph idx="1" type="body"/>
          </p:nvPr>
        </p:nvSpPr>
        <p:spPr>
          <a:xfrm rot="-120953">
            <a:off x="457216" y="4025232"/>
            <a:ext cx="8229893" cy="51962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mic-03.png" id="109" name="Google Shape;109;p23"/>
          <p:cNvPicPr preferRelativeResize="0"/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6858000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2" name="Google Shape;112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6" name="Google Shape;116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7" name="Google Shape;11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00A7E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 rot="161729">
            <a:off x="976261" y="876906"/>
            <a:ext cx="7029878" cy="76013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ngers"/>
              <a:buNone/>
              <a:defRPr sz="3000">
                <a:solidFill>
                  <a:schemeClr val="dk1"/>
                </a:solidFill>
                <a:latin typeface="Bangers"/>
                <a:ea typeface="Bangers"/>
                <a:cs typeface="Bangers"/>
                <a:sym typeface="Bangers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1052050" y="1545942"/>
            <a:ext cx="7710900" cy="3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niglet"/>
              <a:buChar char="×"/>
              <a:defRPr sz="30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niglet"/>
              <a:buChar char="×"/>
              <a:defRPr sz="24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niglet"/>
              <a:buChar char="×"/>
              <a:defRPr sz="1800">
                <a:solidFill>
                  <a:schemeClr val="dk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7esl.com/sensory-words/" TargetMode="External"/><Relationship Id="rId4" Type="http://schemas.openxmlformats.org/officeDocument/2006/relationships/hyperlink" Target="https://7esl.com/sensory-wor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/>
          <p:nvPr>
            <p:ph type="ctrTitle"/>
          </p:nvPr>
        </p:nvSpPr>
        <p:spPr>
          <a:xfrm>
            <a:off x="2572125" y="2068625"/>
            <a:ext cx="42717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Sensory Language</a:t>
            </a:r>
            <a:endParaRPr sz="4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Word Bank</a:t>
            </a:r>
            <a:endParaRPr sz="4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502225" cy="48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688" y="423500"/>
            <a:ext cx="8694625" cy="440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45525" cy="47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11625" cy="48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idx="1" type="body"/>
          </p:nvPr>
        </p:nvSpPr>
        <p:spPr>
          <a:xfrm>
            <a:off x="2905800" y="1828350"/>
            <a:ext cx="3332400" cy="11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900" u="sng">
                <a:solidFill>
                  <a:schemeClr val="hlink"/>
                </a:solidFill>
                <a:hlinkClick r:id="rId3"/>
              </a:rPr>
              <a:t>Click Here</a:t>
            </a:r>
            <a:endParaRPr sz="3900"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900" u="sng">
                <a:solidFill>
                  <a:schemeClr val="hlink"/>
                </a:solidFill>
                <a:hlinkClick r:id="rId4"/>
              </a:rPr>
              <a:t>For EVEN More Sensory Language Words</a:t>
            </a:r>
            <a:endParaRPr sz="3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achim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