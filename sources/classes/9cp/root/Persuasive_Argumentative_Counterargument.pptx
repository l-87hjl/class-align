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embeddedFontLst>
    <p:embeddedFont>
      <p:font typeface="Geologica"/>
      <p:regular r:id="rId24"/>
      <p:bold r:id="rId25"/>
    </p:embeddedFont>
    <p:embeddedFont>
      <p:font typeface="Quicksand"/>
      <p:regular r:id="rId26"/>
      <p:bold r:id="rId27"/>
    </p:embeddedFont>
    <p:embeddedFont>
      <p:font typeface="DM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Geologica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Quicksand-regular.fntdata"/><Relationship Id="rId25" Type="http://schemas.openxmlformats.org/officeDocument/2006/relationships/font" Target="fonts/Geologica-bold.fntdata"/><Relationship Id="rId28" Type="http://schemas.openxmlformats.org/officeDocument/2006/relationships/font" Target="fonts/DMSans-regular.fntdata"/><Relationship Id="rId27" Type="http://schemas.openxmlformats.org/officeDocument/2006/relationships/font" Target="fonts/Quicksan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164008518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3164008518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1640085186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31640085186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164008518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164008518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1640085186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1640085186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1640085186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164008518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164008518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164008518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164008518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3164008518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164008518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3164008518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164008518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3164008518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164008518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164008518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164008518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164008518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164008518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3164008518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164008518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164008518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3164008518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3164008518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1640085186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164008518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164008518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3164008518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1640085186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3164008518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1640085186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1640085186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039350" y="1176313"/>
            <a:ext cx="7065300" cy="216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>
                <a:latin typeface="Geologica"/>
                <a:ea typeface="Geologica"/>
                <a:cs typeface="Geologica"/>
                <a:sym typeface="Geologic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307675" y="3914000"/>
            <a:ext cx="4528800" cy="4758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3901638" y="4796619"/>
            <a:ext cx="95805" cy="95805"/>
            <a:chOff x="3741963" y="3746119"/>
            <a:chExt cx="95805" cy="95805"/>
          </a:xfrm>
        </p:grpSpPr>
        <p:sp>
          <p:nvSpPr>
            <p:cNvPr id="12" name="Google Shape;12;p2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 flipH="1">
            <a:off x="190728" y="226185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7" y="1"/>
                </a:moveTo>
                <a:lnTo>
                  <a:pt x="0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 flipH="1">
            <a:off x="-124980" y="158489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8" y="0"/>
                </a:moveTo>
                <a:lnTo>
                  <a:pt x="0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190717" y="293885"/>
            <a:ext cx="101883" cy="31"/>
          </a:xfrm>
          <a:custGeom>
            <a:rect b="b" l="l" r="r" t="t"/>
            <a:pathLst>
              <a:path extrusionOk="0" fill="none" h="1" w="3302">
                <a:moveTo>
                  <a:pt x="1" y="1"/>
                </a:moveTo>
                <a:lnTo>
                  <a:pt x="3302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4322490" y="170337"/>
            <a:ext cx="194356" cy="194356"/>
          </a:xfrm>
          <a:custGeom>
            <a:rect b="b" l="l" r="r" t="t"/>
            <a:pathLst>
              <a:path extrusionOk="0" h="6299" w="6299">
                <a:moveTo>
                  <a:pt x="3988" y="1115"/>
                </a:moveTo>
                <a:lnTo>
                  <a:pt x="5184" y="2311"/>
                </a:lnTo>
                <a:lnTo>
                  <a:pt x="5184" y="3988"/>
                </a:lnTo>
                <a:lnTo>
                  <a:pt x="3988" y="5183"/>
                </a:lnTo>
                <a:lnTo>
                  <a:pt x="2302" y="5183"/>
                </a:lnTo>
                <a:lnTo>
                  <a:pt x="1116" y="3988"/>
                </a:lnTo>
                <a:lnTo>
                  <a:pt x="1116" y="2311"/>
                </a:lnTo>
                <a:lnTo>
                  <a:pt x="2302" y="1115"/>
                </a:lnTo>
                <a:close/>
                <a:moveTo>
                  <a:pt x="1838" y="0"/>
                </a:moveTo>
                <a:lnTo>
                  <a:pt x="1" y="1847"/>
                </a:lnTo>
                <a:lnTo>
                  <a:pt x="1" y="4452"/>
                </a:lnTo>
                <a:lnTo>
                  <a:pt x="1838" y="6298"/>
                </a:lnTo>
                <a:lnTo>
                  <a:pt x="4452" y="6298"/>
                </a:lnTo>
                <a:lnTo>
                  <a:pt x="6299" y="4452"/>
                </a:lnTo>
                <a:lnTo>
                  <a:pt x="6299" y="1847"/>
                </a:lnTo>
                <a:lnTo>
                  <a:pt x="445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 flipH="1">
            <a:off x="8770901" y="2761816"/>
            <a:ext cx="429440" cy="274455"/>
            <a:chOff x="6416776" y="3328941"/>
            <a:chExt cx="429440" cy="274455"/>
          </a:xfrm>
        </p:grpSpPr>
        <p:sp>
          <p:nvSpPr>
            <p:cNvPr id="19" name="Google Shape;19;p2"/>
            <p:cNvSpPr/>
            <p:nvPr/>
          </p:nvSpPr>
          <p:spPr>
            <a:xfrm>
              <a:off x="6416776" y="3328941"/>
              <a:ext cx="429440" cy="31"/>
            </a:xfrm>
            <a:custGeom>
              <a:rect b="b" l="l" r="r" t="t"/>
              <a:pathLst>
                <a:path extrusionOk="0" fill="none" h="1" w="13918">
                  <a:moveTo>
                    <a:pt x="1" y="1"/>
                  </a:moveTo>
                  <a:lnTo>
                    <a:pt x="13918" y="1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416776" y="3397501"/>
              <a:ext cx="385688" cy="31"/>
            </a:xfrm>
            <a:custGeom>
              <a:rect b="b" l="l" r="r" t="t"/>
              <a:pathLst>
                <a:path extrusionOk="0" fill="none" h="1" w="12500">
                  <a:moveTo>
                    <a:pt x="1" y="0"/>
                  </a:moveTo>
                  <a:lnTo>
                    <a:pt x="12499" y="0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416776" y="3466030"/>
              <a:ext cx="312746" cy="31"/>
            </a:xfrm>
            <a:custGeom>
              <a:rect b="b" l="l" r="r" t="t"/>
              <a:pathLst>
                <a:path extrusionOk="0" fill="none" h="1" w="10136">
                  <a:moveTo>
                    <a:pt x="1" y="0"/>
                  </a:moveTo>
                  <a:lnTo>
                    <a:pt x="10135" y="0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416776" y="3534558"/>
              <a:ext cx="225488" cy="31"/>
            </a:xfrm>
            <a:custGeom>
              <a:rect b="b" l="l" r="r" t="t"/>
              <a:pathLst>
                <a:path extrusionOk="0" fill="none" h="1" w="7308">
                  <a:moveTo>
                    <a:pt x="1" y="1"/>
                  </a:moveTo>
                  <a:lnTo>
                    <a:pt x="7307" y="1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416776" y="3603365"/>
              <a:ext cx="138230" cy="31"/>
            </a:xfrm>
            <a:custGeom>
              <a:rect b="b" l="l" r="r" t="t"/>
              <a:pathLst>
                <a:path extrusionOk="0" fill="none" h="1" w="4480">
                  <a:moveTo>
                    <a:pt x="1" y="1"/>
                  </a:moveTo>
                  <a:lnTo>
                    <a:pt x="4479" y="1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2"/>
          <p:cNvSpPr/>
          <p:nvPr/>
        </p:nvSpPr>
        <p:spPr>
          <a:xfrm>
            <a:off x="8735586" y="1583920"/>
            <a:ext cx="194356" cy="194356"/>
          </a:xfrm>
          <a:custGeom>
            <a:rect b="b" l="l" r="r" t="t"/>
            <a:pathLst>
              <a:path extrusionOk="0" h="6299" w="6299">
                <a:moveTo>
                  <a:pt x="3997" y="1116"/>
                </a:moveTo>
                <a:lnTo>
                  <a:pt x="5183" y="2302"/>
                </a:lnTo>
                <a:lnTo>
                  <a:pt x="5183" y="3988"/>
                </a:lnTo>
                <a:lnTo>
                  <a:pt x="3997" y="5184"/>
                </a:lnTo>
                <a:lnTo>
                  <a:pt x="2311" y="5184"/>
                </a:lnTo>
                <a:lnTo>
                  <a:pt x="1115" y="3988"/>
                </a:lnTo>
                <a:lnTo>
                  <a:pt x="1115" y="2302"/>
                </a:lnTo>
                <a:lnTo>
                  <a:pt x="2311" y="1116"/>
                </a:lnTo>
                <a:close/>
                <a:moveTo>
                  <a:pt x="1847" y="1"/>
                </a:moveTo>
                <a:lnTo>
                  <a:pt x="0" y="1838"/>
                </a:lnTo>
                <a:lnTo>
                  <a:pt x="0" y="4452"/>
                </a:lnTo>
                <a:lnTo>
                  <a:pt x="1847" y="6299"/>
                </a:lnTo>
                <a:lnTo>
                  <a:pt x="4452" y="6299"/>
                </a:lnTo>
                <a:lnTo>
                  <a:pt x="6299" y="4452"/>
                </a:lnTo>
                <a:lnTo>
                  <a:pt x="6299" y="1838"/>
                </a:lnTo>
                <a:lnTo>
                  <a:pt x="445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2"/>
          <p:cNvGrpSpPr/>
          <p:nvPr/>
        </p:nvGrpSpPr>
        <p:grpSpPr>
          <a:xfrm>
            <a:off x="7791094" y="4790841"/>
            <a:ext cx="668906" cy="145913"/>
            <a:chOff x="6902619" y="1141753"/>
            <a:chExt cx="668906" cy="145913"/>
          </a:xfrm>
        </p:grpSpPr>
        <p:sp>
          <p:nvSpPr>
            <p:cNvPr id="26" name="Google Shape;26;p2"/>
            <p:cNvSpPr/>
            <p:nvPr/>
          </p:nvSpPr>
          <p:spPr>
            <a:xfrm>
              <a:off x="6958775" y="1171220"/>
              <a:ext cx="562116" cy="90035"/>
            </a:xfrm>
            <a:custGeom>
              <a:rect b="b" l="l" r="r" t="t"/>
              <a:pathLst>
                <a:path extrusionOk="0" fill="none" h="2918" w="18218">
                  <a:moveTo>
                    <a:pt x="18217" y="2917"/>
                  </a:moveTo>
                  <a:lnTo>
                    <a:pt x="11295" y="2917"/>
                  </a:lnTo>
                  <a:lnTo>
                    <a:pt x="11295" y="0"/>
                  </a:lnTo>
                  <a:lnTo>
                    <a:pt x="0" y="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7520861" y="1237003"/>
              <a:ext cx="50664" cy="50664"/>
            </a:xfrm>
            <a:custGeom>
              <a:rect b="b" l="l" r="r" t="t"/>
              <a:pathLst>
                <a:path extrusionOk="0" h="1642" w="1642">
                  <a:moveTo>
                    <a:pt x="821" y="0"/>
                  </a:moveTo>
                  <a:cubicBezTo>
                    <a:pt x="366" y="0"/>
                    <a:pt x="0" y="366"/>
                    <a:pt x="0" y="821"/>
                  </a:cubicBezTo>
                  <a:cubicBezTo>
                    <a:pt x="0" y="1276"/>
                    <a:pt x="366" y="1642"/>
                    <a:pt x="821" y="1642"/>
                  </a:cubicBezTo>
                  <a:cubicBezTo>
                    <a:pt x="1276" y="1642"/>
                    <a:pt x="1642" y="1276"/>
                    <a:pt x="1642" y="821"/>
                  </a:cubicBezTo>
                  <a:cubicBezTo>
                    <a:pt x="1642" y="366"/>
                    <a:pt x="1276" y="0"/>
                    <a:pt x="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902619" y="1141753"/>
              <a:ext cx="50695" cy="50942"/>
            </a:xfrm>
            <a:custGeom>
              <a:rect b="b" l="l" r="r" t="t"/>
              <a:pathLst>
                <a:path extrusionOk="0" h="1651" w="1643">
                  <a:moveTo>
                    <a:pt x="821" y="0"/>
                  </a:moveTo>
                  <a:cubicBezTo>
                    <a:pt x="366" y="0"/>
                    <a:pt x="1" y="375"/>
                    <a:pt x="1" y="821"/>
                  </a:cubicBezTo>
                  <a:cubicBezTo>
                    <a:pt x="1" y="1276"/>
                    <a:pt x="366" y="1651"/>
                    <a:pt x="821" y="1651"/>
                  </a:cubicBezTo>
                  <a:cubicBezTo>
                    <a:pt x="1276" y="1651"/>
                    <a:pt x="1642" y="1276"/>
                    <a:pt x="1642" y="821"/>
                  </a:cubicBezTo>
                  <a:cubicBezTo>
                    <a:pt x="1642" y="375"/>
                    <a:pt x="1276" y="0"/>
                    <a:pt x="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" name="Google Shape;29;p2"/>
          <p:cNvSpPr/>
          <p:nvPr/>
        </p:nvSpPr>
        <p:spPr>
          <a:xfrm>
            <a:off x="5146529" y="4790560"/>
            <a:ext cx="107931" cy="107931"/>
          </a:xfrm>
          <a:custGeom>
            <a:rect b="b" l="l" r="r" t="t"/>
            <a:pathLst>
              <a:path extrusionOk="0" fill="none" h="3498" w="3498">
                <a:moveTo>
                  <a:pt x="3497" y="1749"/>
                </a:moveTo>
                <a:cubicBezTo>
                  <a:pt x="3497" y="2713"/>
                  <a:pt x="2712" y="3498"/>
                  <a:pt x="1749" y="3498"/>
                </a:cubicBezTo>
                <a:cubicBezTo>
                  <a:pt x="785" y="3498"/>
                  <a:pt x="0" y="2713"/>
                  <a:pt x="0" y="1749"/>
                </a:cubicBezTo>
                <a:cubicBezTo>
                  <a:pt x="0" y="786"/>
                  <a:pt x="785" y="1"/>
                  <a:pt x="1749" y="1"/>
                </a:cubicBezTo>
                <a:cubicBezTo>
                  <a:pt x="2712" y="1"/>
                  <a:pt x="3497" y="786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" name="Google Shape;30;p2"/>
          <p:cNvGrpSpPr/>
          <p:nvPr/>
        </p:nvGrpSpPr>
        <p:grpSpPr>
          <a:xfrm>
            <a:off x="418264" y="2838134"/>
            <a:ext cx="589917" cy="498493"/>
            <a:chOff x="5915814" y="759984"/>
            <a:chExt cx="589917" cy="498493"/>
          </a:xfrm>
        </p:grpSpPr>
        <p:sp>
          <p:nvSpPr>
            <p:cNvPr id="31" name="Google Shape;31;p2"/>
            <p:cNvSpPr/>
            <p:nvPr/>
          </p:nvSpPr>
          <p:spPr>
            <a:xfrm>
              <a:off x="5945003" y="759984"/>
              <a:ext cx="560728" cy="469335"/>
            </a:xfrm>
            <a:custGeom>
              <a:rect b="b" l="l" r="r" t="t"/>
              <a:pathLst>
                <a:path extrusionOk="0" h="15211" w="18173">
                  <a:moveTo>
                    <a:pt x="9082" y="0"/>
                  </a:moveTo>
                  <a:cubicBezTo>
                    <a:pt x="4068" y="0"/>
                    <a:pt x="0" y="2810"/>
                    <a:pt x="0" y="6280"/>
                  </a:cubicBezTo>
                  <a:cubicBezTo>
                    <a:pt x="0" y="9644"/>
                    <a:pt x="3818" y="12391"/>
                    <a:pt x="8618" y="12561"/>
                  </a:cubicBezTo>
                  <a:lnTo>
                    <a:pt x="6584" y="15210"/>
                  </a:lnTo>
                  <a:lnTo>
                    <a:pt x="11080" y="12409"/>
                  </a:lnTo>
                  <a:cubicBezTo>
                    <a:pt x="12088" y="12257"/>
                    <a:pt x="13043" y="11981"/>
                    <a:pt x="13890" y="11615"/>
                  </a:cubicBezTo>
                  <a:cubicBezTo>
                    <a:pt x="16460" y="10509"/>
                    <a:pt x="18172" y="8529"/>
                    <a:pt x="18172" y="6280"/>
                  </a:cubicBezTo>
                  <a:cubicBezTo>
                    <a:pt x="18172" y="2810"/>
                    <a:pt x="14104" y="0"/>
                    <a:pt x="90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15814" y="789142"/>
              <a:ext cx="560728" cy="469335"/>
            </a:xfrm>
            <a:custGeom>
              <a:rect b="b" l="l" r="r" t="t"/>
              <a:pathLst>
                <a:path extrusionOk="0" fill="none" h="15211" w="18173">
                  <a:moveTo>
                    <a:pt x="9082" y="1"/>
                  </a:moveTo>
                  <a:cubicBezTo>
                    <a:pt x="4069" y="1"/>
                    <a:pt x="1" y="2811"/>
                    <a:pt x="1" y="6281"/>
                  </a:cubicBezTo>
                  <a:cubicBezTo>
                    <a:pt x="1" y="9644"/>
                    <a:pt x="3819" y="12383"/>
                    <a:pt x="8618" y="12553"/>
                  </a:cubicBezTo>
                  <a:lnTo>
                    <a:pt x="6584" y="15211"/>
                  </a:lnTo>
                  <a:lnTo>
                    <a:pt x="11081" y="12410"/>
                  </a:lnTo>
                  <a:cubicBezTo>
                    <a:pt x="12089" y="12249"/>
                    <a:pt x="13043" y="11982"/>
                    <a:pt x="13891" y="11616"/>
                  </a:cubicBezTo>
                  <a:cubicBezTo>
                    <a:pt x="16460" y="10501"/>
                    <a:pt x="18173" y="8529"/>
                    <a:pt x="18173" y="6281"/>
                  </a:cubicBezTo>
                  <a:cubicBezTo>
                    <a:pt x="18173" y="2811"/>
                    <a:pt x="14105" y="1"/>
                    <a:pt x="9082" y="1"/>
                  </a:cubicBezTo>
                  <a:close/>
                </a:path>
              </a:pathLst>
            </a:custGeom>
            <a:noFill/>
            <a:ln cap="rnd" cmpd="sng" w="176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068300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95" y="0"/>
                    <a:pt x="1" y="286"/>
                    <a:pt x="1" y="643"/>
                  </a:cubicBezTo>
                  <a:cubicBezTo>
                    <a:pt x="1" y="991"/>
                    <a:pt x="295" y="1285"/>
                    <a:pt x="643" y="1285"/>
                  </a:cubicBezTo>
                  <a:cubicBezTo>
                    <a:pt x="1000" y="1285"/>
                    <a:pt x="1286" y="991"/>
                    <a:pt x="1286" y="643"/>
                  </a:cubicBezTo>
                  <a:cubicBezTo>
                    <a:pt x="1286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183636" y="967793"/>
              <a:ext cx="39402" cy="39680"/>
            </a:xfrm>
            <a:custGeom>
              <a:rect b="b" l="l" r="r" t="t"/>
              <a:pathLst>
                <a:path extrusionOk="0" h="1286" w="1277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991" y="1285"/>
                    <a:pt x="1277" y="991"/>
                    <a:pt x="1277" y="643"/>
                  </a:cubicBezTo>
                  <a:cubicBezTo>
                    <a:pt x="1277" y="286"/>
                    <a:pt x="991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298694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1000" y="1285"/>
                    <a:pt x="1285" y="991"/>
                    <a:pt x="1285" y="643"/>
                  </a:cubicBezTo>
                  <a:cubicBezTo>
                    <a:pt x="1285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2"/>
          <p:cNvSpPr/>
          <p:nvPr/>
        </p:nvSpPr>
        <p:spPr>
          <a:xfrm>
            <a:off x="699817" y="4496081"/>
            <a:ext cx="107653" cy="107931"/>
          </a:xfrm>
          <a:custGeom>
            <a:rect b="b" l="l" r="r" t="t"/>
            <a:pathLst>
              <a:path extrusionOk="0" fill="none" h="3498" w="3489">
                <a:moveTo>
                  <a:pt x="3488" y="1749"/>
                </a:moveTo>
                <a:cubicBezTo>
                  <a:pt x="3488" y="2712"/>
                  <a:pt x="2712" y="3497"/>
                  <a:pt x="1749" y="3497"/>
                </a:cubicBezTo>
                <a:cubicBezTo>
                  <a:pt x="776" y="3497"/>
                  <a:pt x="0" y="2712"/>
                  <a:pt x="0" y="1749"/>
                </a:cubicBezTo>
                <a:cubicBezTo>
                  <a:pt x="0" y="785"/>
                  <a:pt x="776" y="0"/>
                  <a:pt x="1749" y="0"/>
                </a:cubicBezTo>
                <a:cubicBezTo>
                  <a:pt x="2712" y="0"/>
                  <a:pt x="3488" y="785"/>
                  <a:pt x="3488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" name="Google Shape;37;p2"/>
          <p:cNvGrpSpPr/>
          <p:nvPr/>
        </p:nvGrpSpPr>
        <p:grpSpPr>
          <a:xfrm>
            <a:off x="8784850" y="2184594"/>
            <a:ext cx="95805" cy="95805"/>
            <a:chOff x="3741963" y="3746119"/>
            <a:chExt cx="95805" cy="95805"/>
          </a:xfrm>
        </p:grpSpPr>
        <p:sp>
          <p:nvSpPr>
            <p:cNvPr id="38" name="Google Shape;38;p2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p2"/>
          <p:cNvSpPr/>
          <p:nvPr/>
        </p:nvSpPr>
        <p:spPr>
          <a:xfrm>
            <a:off x="5432750" y="213753"/>
            <a:ext cx="21" cy="220532"/>
          </a:xfrm>
          <a:custGeom>
            <a:rect b="b" l="l" r="r" t="t"/>
            <a:pathLst>
              <a:path extrusionOk="0" fill="none" h="10367" w="1">
                <a:moveTo>
                  <a:pt x="0" y="0"/>
                </a:moveTo>
                <a:lnTo>
                  <a:pt x="0" y="10366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5432750" y="-41514"/>
            <a:ext cx="1183262" cy="347678"/>
          </a:xfrm>
          <a:custGeom>
            <a:rect b="b" l="l" r="r" t="t"/>
            <a:pathLst>
              <a:path extrusionOk="0" fill="none" h="16344" w="55624">
                <a:moveTo>
                  <a:pt x="0" y="16344"/>
                </a:moveTo>
                <a:lnTo>
                  <a:pt x="41332" y="16344"/>
                </a:lnTo>
                <a:cubicBezTo>
                  <a:pt x="49227" y="16344"/>
                  <a:pt x="55623" y="9947"/>
                  <a:pt x="55623" y="2061"/>
                </a:cubicBezTo>
                <a:lnTo>
                  <a:pt x="55623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1624154" y="4682110"/>
            <a:ext cx="324811" cy="324841"/>
          </a:xfrm>
          <a:custGeom>
            <a:rect b="b" l="l" r="r" t="t"/>
            <a:pathLst>
              <a:path extrusionOk="0" h="10528" w="10527">
                <a:moveTo>
                  <a:pt x="6673" y="1874"/>
                </a:moveTo>
                <a:lnTo>
                  <a:pt x="8662" y="3864"/>
                </a:lnTo>
                <a:lnTo>
                  <a:pt x="8662" y="6674"/>
                </a:lnTo>
                <a:lnTo>
                  <a:pt x="6673" y="8663"/>
                </a:lnTo>
                <a:lnTo>
                  <a:pt x="3863" y="8663"/>
                </a:lnTo>
                <a:lnTo>
                  <a:pt x="1873" y="6674"/>
                </a:lnTo>
                <a:lnTo>
                  <a:pt x="1873" y="3864"/>
                </a:lnTo>
                <a:lnTo>
                  <a:pt x="3863" y="1874"/>
                </a:lnTo>
                <a:close/>
                <a:moveTo>
                  <a:pt x="3087" y="1"/>
                </a:moveTo>
                <a:lnTo>
                  <a:pt x="0" y="3088"/>
                </a:lnTo>
                <a:lnTo>
                  <a:pt x="0" y="7450"/>
                </a:lnTo>
                <a:lnTo>
                  <a:pt x="3087" y="10528"/>
                </a:lnTo>
                <a:lnTo>
                  <a:pt x="7449" y="10528"/>
                </a:lnTo>
                <a:lnTo>
                  <a:pt x="10527" y="7450"/>
                </a:lnTo>
                <a:lnTo>
                  <a:pt x="10527" y="3088"/>
                </a:lnTo>
                <a:lnTo>
                  <a:pt x="744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" name="Google Shape;43;p2"/>
          <p:cNvGrpSpPr/>
          <p:nvPr/>
        </p:nvGrpSpPr>
        <p:grpSpPr>
          <a:xfrm>
            <a:off x="560795" y="1593964"/>
            <a:ext cx="31" cy="174269"/>
            <a:chOff x="2544720" y="2736864"/>
            <a:chExt cx="31" cy="174269"/>
          </a:xfrm>
        </p:grpSpPr>
        <p:sp>
          <p:nvSpPr>
            <p:cNvPr id="44" name="Google Shape;44;p2"/>
            <p:cNvSpPr/>
            <p:nvPr/>
          </p:nvSpPr>
          <p:spPr>
            <a:xfrm>
              <a:off x="2544720" y="2736864"/>
              <a:ext cx="31" cy="3055"/>
            </a:xfrm>
            <a:custGeom>
              <a:rect b="b" l="l" r="r" t="t"/>
              <a:pathLst>
                <a:path extrusionOk="0" fill="none" h="99" w="1">
                  <a:moveTo>
                    <a:pt x="1" y="1"/>
                  </a:moveTo>
                  <a:lnTo>
                    <a:pt x="1" y="9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544720" y="2778148"/>
              <a:ext cx="31" cy="110955"/>
            </a:xfrm>
            <a:custGeom>
              <a:rect b="b" l="l" r="r" t="t"/>
              <a:pathLst>
                <a:path extrusionOk="0" fill="none" h="3596" w="1">
                  <a:moveTo>
                    <a:pt x="1" y="1"/>
                  </a:moveTo>
                  <a:lnTo>
                    <a:pt x="1" y="3596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544720" y="2908356"/>
              <a:ext cx="31" cy="2777"/>
            </a:xfrm>
            <a:custGeom>
              <a:rect b="b" l="l" r="r" t="t"/>
              <a:pathLst>
                <a:path extrusionOk="0" fill="none" h="90" w="1">
                  <a:moveTo>
                    <a:pt x="1" y="0"/>
                  </a:moveTo>
                  <a:lnTo>
                    <a:pt x="1" y="9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/>
          <p:nvPr>
            <p:ph type="title"/>
          </p:nvPr>
        </p:nvSpPr>
        <p:spPr>
          <a:xfrm>
            <a:off x="1578600" y="2308050"/>
            <a:ext cx="59868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" name="Google Shape;49;p3"/>
          <p:cNvSpPr txBox="1"/>
          <p:nvPr>
            <p:ph hasCustomPrompt="1" idx="2" type="title"/>
          </p:nvPr>
        </p:nvSpPr>
        <p:spPr>
          <a:xfrm>
            <a:off x="3745950" y="1392150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3"/>
          <p:cNvSpPr txBox="1"/>
          <p:nvPr>
            <p:ph idx="1" type="subTitle"/>
          </p:nvPr>
        </p:nvSpPr>
        <p:spPr>
          <a:xfrm>
            <a:off x="1578600" y="3376350"/>
            <a:ext cx="59868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1" name="Google Shape;51;p3"/>
          <p:cNvGrpSpPr/>
          <p:nvPr/>
        </p:nvGrpSpPr>
        <p:grpSpPr>
          <a:xfrm>
            <a:off x="408414" y="4354759"/>
            <a:ext cx="589917" cy="498493"/>
            <a:chOff x="5915814" y="759984"/>
            <a:chExt cx="589917" cy="498493"/>
          </a:xfrm>
        </p:grpSpPr>
        <p:sp>
          <p:nvSpPr>
            <p:cNvPr id="52" name="Google Shape;52;p3"/>
            <p:cNvSpPr/>
            <p:nvPr/>
          </p:nvSpPr>
          <p:spPr>
            <a:xfrm>
              <a:off x="5945003" y="759984"/>
              <a:ext cx="560728" cy="469335"/>
            </a:xfrm>
            <a:custGeom>
              <a:rect b="b" l="l" r="r" t="t"/>
              <a:pathLst>
                <a:path extrusionOk="0" h="15211" w="18173">
                  <a:moveTo>
                    <a:pt x="9082" y="0"/>
                  </a:moveTo>
                  <a:cubicBezTo>
                    <a:pt x="4068" y="0"/>
                    <a:pt x="0" y="2810"/>
                    <a:pt x="0" y="6280"/>
                  </a:cubicBezTo>
                  <a:cubicBezTo>
                    <a:pt x="0" y="9644"/>
                    <a:pt x="3818" y="12391"/>
                    <a:pt x="8618" y="12561"/>
                  </a:cubicBezTo>
                  <a:lnTo>
                    <a:pt x="6584" y="15210"/>
                  </a:lnTo>
                  <a:lnTo>
                    <a:pt x="11080" y="12409"/>
                  </a:lnTo>
                  <a:cubicBezTo>
                    <a:pt x="12088" y="12257"/>
                    <a:pt x="13043" y="11981"/>
                    <a:pt x="13890" y="11615"/>
                  </a:cubicBezTo>
                  <a:cubicBezTo>
                    <a:pt x="16460" y="10509"/>
                    <a:pt x="18172" y="8529"/>
                    <a:pt x="18172" y="6280"/>
                  </a:cubicBezTo>
                  <a:cubicBezTo>
                    <a:pt x="18172" y="2810"/>
                    <a:pt x="14104" y="0"/>
                    <a:pt x="9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5915814" y="789142"/>
              <a:ext cx="560728" cy="469335"/>
            </a:xfrm>
            <a:custGeom>
              <a:rect b="b" l="l" r="r" t="t"/>
              <a:pathLst>
                <a:path extrusionOk="0" fill="none" h="15211" w="18173">
                  <a:moveTo>
                    <a:pt x="9082" y="1"/>
                  </a:moveTo>
                  <a:cubicBezTo>
                    <a:pt x="4069" y="1"/>
                    <a:pt x="1" y="2811"/>
                    <a:pt x="1" y="6281"/>
                  </a:cubicBezTo>
                  <a:cubicBezTo>
                    <a:pt x="1" y="9644"/>
                    <a:pt x="3819" y="12383"/>
                    <a:pt x="8618" y="12553"/>
                  </a:cubicBezTo>
                  <a:lnTo>
                    <a:pt x="6584" y="15211"/>
                  </a:lnTo>
                  <a:lnTo>
                    <a:pt x="11081" y="12410"/>
                  </a:lnTo>
                  <a:cubicBezTo>
                    <a:pt x="12089" y="12249"/>
                    <a:pt x="13043" y="11982"/>
                    <a:pt x="13891" y="11616"/>
                  </a:cubicBezTo>
                  <a:cubicBezTo>
                    <a:pt x="16460" y="10501"/>
                    <a:pt x="18173" y="8529"/>
                    <a:pt x="18173" y="6281"/>
                  </a:cubicBezTo>
                  <a:cubicBezTo>
                    <a:pt x="18173" y="2811"/>
                    <a:pt x="14105" y="1"/>
                    <a:pt x="9082" y="1"/>
                  </a:cubicBezTo>
                  <a:close/>
                </a:path>
              </a:pathLst>
            </a:custGeom>
            <a:noFill/>
            <a:ln cap="rnd" cmpd="sng" w="176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068300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95" y="0"/>
                    <a:pt x="1" y="286"/>
                    <a:pt x="1" y="643"/>
                  </a:cubicBezTo>
                  <a:cubicBezTo>
                    <a:pt x="1" y="991"/>
                    <a:pt x="295" y="1285"/>
                    <a:pt x="643" y="1285"/>
                  </a:cubicBezTo>
                  <a:cubicBezTo>
                    <a:pt x="1000" y="1285"/>
                    <a:pt x="1286" y="991"/>
                    <a:pt x="1286" y="643"/>
                  </a:cubicBezTo>
                  <a:cubicBezTo>
                    <a:pt x="1286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183636" y="967793"/>
              <a:ext cx="39402" cy="39680"/>
            </a:xfrm>
            <a:custGeom>
              <a:rect b="b" l="l" r="r" t="t"/>
              <a:pathLst>
                <a:path extrusionOk="0" h="1286" w="1277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991" y="1285"/>
                    <a:pt x="1277" y="991"/>
                    <a:pt x="1277" y="643"/>
                  </a:cubicBezTo>
                  <a:cubicBezTo>
                    <a:pt x="1277" y="286"/>
                    <a:pt x="991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298694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1000" y="1285"/>
                    <a:pt x="1285" y="991"/>
                    <a:pt x="1285" y="643"/>
                  </a:cubicBezTo>
                  <a:cubicBezTo>
                    <a:pt x="1285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3"/>
          <p:cNvSpPr/>
          <p:nvPr/>
        </p:nvSpPr>
        <p:spPr>
          <a:xfrm>
            <a:off x="8248670" y="378475"/>
            <a:ext cx="350451" cy="350143"/>
          </a:xfrm>
          <a:custGeom>
            <a:rect b="b" l="l" r="r" t="t"/>
            <a:pathLst>
              <a:path extrusionOk="0" h="11348" w="11358">
                <a:moveTo>
                  <a:pt x="5687" y="4023"/>
                </a:moveTo>
                <a:cubicBezTo>
                  <a:pt x="6363" y="4023"/>
                  <a:pt x="6998" y="4448"/>
                  <a:pt x="7236" y="5121"/>
                </a:cubicBezTo>
                <a:cubicBezTo>
                  <a:pt x="7539" y="5977"/>
                  <a:pt x="7093" y="6923"/>
                  <a:pt x="6237" y="7226"/>
                </a:cubicBezTo>
                <a:cubicBezTo>
                  <a:pt x="6053" y="7291"/>
                  <a:pt x="5866" y="7321"/>
                  <a:pt x="5682" y="7321"/>
                </a:cubicBezTo>
                <a:cubicBezTo>
                  <a:pt x="5002" y="7321"/>
                  <a:pt x="4370" y="6901"/>
                  <a:pt x="4131" y="6227"/>
                </a:cubicBezTo>
                <a:cubicBezTo>
                  <a:pt x="3819" y="5362"/>
                  <a:pt x="4274" y="4425"/>
                  <a:pt x="5131" y="4122"/>
                </a:cubicBezTo>
                <a:cubicBezTo>
                  <a:pt x="5314" y="4055"/>
                  <a:pt x="5502" y="4023"/>
                  <a:pt x="5687" y="4023"/>
                </a:cubicBezTo>
                <a:close/>
                <a:moveTo>
                  <a:pt x="4345" y="0"/>
                </a:moveTo>
                <a:lnTo>
                  <a:pt x="3320" y="366"/>
                </a:lnTo>
                <a:lnTo>
                  <a:pt x="3614" y="2444"/>
                </a:lnTo>
                <a:cubicBezTo>
                  <a:pt x="3311" y="2632"/>
                  <a:pt x="3043" y="2864"/>
                  <a:pt x="2811" y="3122"/>
                </a:cubicBezTo>
                <a:lnTo>
                  <a:pt x="724" y="2605"/>
                </a:lnTo>
                <a:lnTo>
                  <a:pt x="251" y="3586"/>
                </a:lnTo>
                <a:lnTo>
                  <a:pt x="1937" y="4853"/>
                </a:lnTo>
                <a:cubicBezTo>
                  <a:pt x="1865" y="5192"/>
                  <a:pt x="1830" y="5540"/>
                  <a:pt x="1848" y="5897"/>
                </a:cubicBezTo>
                <a:lnTo>
                  <a:pt x="1" y="7003"/>
                </a:lnTo>
                <a:lnTo>
                  <a:pt x="367" y="8038"/>
                </a:lnTo>
                <a:lnTo>
                  <a:pt x="2454" y="7743"/>
                </a:lnTo>
                <a:cubicBezTo>
                  <a:pt x="2642" y="8038"/>
                  <a:pt x="2874" y="8314"/>
                  <a:pt x="3132" y="8537"/>
                </a:cubicBezTo>
                <a:lnTo>
                  <a:pt x="2615" y="10625"/>
                </a:lnTo>
                <a:lnTo>
                  <a:pt x="3596" y="11098"/>
                </a:lnTo>
                <a:lnTo>
                  <a:pt x="4863" y="9421"/>
                </a:lnTo>
                <a:cubicBezTo>
                  <a:pt x="5134" y="9478"/>
                  <a:pt x="5411" y="9506"/>
                  <a:pt x="5694" y="9506"/>
                </a:cubicBezTo>
                <a:cubicBezTo>
                  <a:pt x="5764" y="9506"/>
                  <a:pt x="5835" y="9504"/>
                  <a:pt x="5907" y="9501"/>
                </a:cubicBezTo>
                <a:lnTo>
                  <a:pt x="7013" y="11348"/>
                </a:lnTo>
                <a:lnTo>
                  <a:pt x="8048" y="10982"/>
                </a:lnTo>
                <a:lnTo>
                  <a:pt x="7753" y="8903"/>
                </a:lnTo>
                <a:cubicBezTo>
                  <a:pt x="8048" y="8707"/>
                  <a:pt x="8324" y="8484"/>
                  <a:pt x="8547" y="8216"/>
                </a:cubicBezTo>
                <a:lnTo>
                  <a:pt x="10635" y="8743"/>
                </a:lnTo>
                <a:lnTo>
                  <a:pt x="11108" y="7752"/>
                </a:lnTo>
                <a:lnTo>
                  <a:pt x="9430" y="6494"/>
                </a:lnTo>
                <a:cubicBezTo>
                  <a:pt x="9502" y="6155"/>
                  <a:pt x="9529" y="5799"/>
                  <a:pt x="9511" y="5451"/>
                </a:cubicBezTo>
                <a:lnTo>
                  <a:pt x="11357" y="4336"/>
                </a:lnTo>
                <a:lnTo>
                  <a:pt x="10992" y="3310"/>
                </a:lnTo>
                <a:lnTo>
                  <a:pt x="8913" y="3604"/>
                </a:lnTo>
                <a:cubicBezTo>
                  <a:pt x="8717" y="3301"/>
                  <a:pt x="8494" y="3033"/>
                  <a:pt x="8226" y="2801"/>
                </a:cubicBezTo>
                <a:lnTo>
                  <a:pt x="8752" y="714"/>
                </a:lnTo>
                <a:lnTo>
                  <a:pt x="7762" y="241"/>
                </a:lnTo>
                <a:lnTo>
                  <a:pt x="6504" y="1927"/>
                </a:lnTo>
                <a:cubicBezTo>
                  <a:pt x="6224" y="1868"/>
                  <a:pt x="5930" y="1833"/>
                  <a:pt x="5635" y="1833"/>
                </a:cubicBezTo>
                <a:cubicBezTo>
                  <a:pt x="5574" y="1833"/>
                  <a:pt x="5513" y="1835"/>
                  <a:pt x="5452" y="1838"/>
                </a:cubicBezTo>
                <a:lnTo>
                  <a:pt x="434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8262710" y="350397"/>
            <a:ext cx="350173" cy="350420"/>
          </a:xfrm>
          <a:custGeom>
            <a:rect b="b" l="l" r="r" t="t"/>
            <a:pathLst>
              <a:path extrusionOk="0" fill="none" h="11357" w="11349">
                <a:moveTo>
                  <a:pt x="4122" y="6227"/>
                </a:moveTo>
                <a:cubicBezTo>
                  <a:pt x="3819" y="5371"/>
                  <a:pt x="4265" y="4425"/>
                  <a:pt x="5130" y="4122"/>
                </a:cubicBezTo>
                <a:cubicBezTo>
                  <a:pt x="5987" y="3818"/>
                  <a:pt x="6924" y="4264"/>
                  <a:pt x="7236" y="5130"/>
                </a:cubicBezTo>
                <a:cubicBezTo>
                  <a:pt x="7539" y="5986"/>
                  <a:pt x="7093" y="6923"/>
                  <a:pt x="6228" y="7235"/>
                </a:cubicBezTo>
                <a:cubicBezTo>
                  <a:pt x="5371" y="7538"/>
                  <a:pt x="4426" y="7083"/>
                  <a:pt x="4122" y="6227"/>
                </a:cubicBezTo>
                <a:close/>
                <a:moveTo>
                  <a:pt x="367" y="8047"/>
                </a:moveTo>
                <a:lnTo>
                  <a:pt x="2445" y="7743"/>
                </a:lnTo>
                <a:cubicBezTo>
                  <a:pt x="2642" y="8047"/>
                  <a:pt x="2865" y="8314"/>
                  <a:pt x="3132" y="8546"/>
                </a:cubicBezTo>
                <a:lnTo>
                  <a:pt x="2606" y="10634"/>
                </a:lnTo>
                <a:lnTo>
                  <a:pt x="3596" y="11107"/>
                </a:lnTo>
                <a:lnTo>
                  <a:pt x="4854" y="9421"/>
                </a:lnTo>
                <a:cubicBezTo>
                  <a:pt x="5193" y="9501"/>
                  <a:pt x="5550" y="9528"/>
                  <a:pt x="5907" y="9510"/>
                </a:cubicBezTo>
                <a:lnTo>
                  <a:pt x="7013" y="11356"/>
                </a:lnTo>
                <a:lnTo>
                  <a:pt x="8039" y="10991"/>
                </a:lnTo>
                <a:lnTo>
                  <a:pt x="7744" y="8903"/>
                </a:lnTo>
                <a:cubicBezTo>
                  <a:pt x="8048" y="8716"/>
                  <a:pt x="8315" y="8484"/>
                  <a:pt x="8547" y="8225"/>
                </a:cubicBezTo>
                <a:lnTo>
                  <a:pt x="10635" y="8752"/>
                </a:lnTo>
                <a:lnTo>
                  <a:pt x="11108" y="7761"/>
                </a:lnTo>
                <a:lnTo>
                  <a:pt x="9422" y="6495"/>
                </a:lnTo>
                <a:cubicBezTo>
                  <a:pt x="9502" y="6156"/>
                  <a:pt x="9529" y="5808"/>
                  <a:pt x="9511" y="5451"/>
                </a:cubicBezTo>
                <a:lnTo>
                  <a:pt x="11348" y="4345"/>
                </a:lnTo>
                <a:lnTo>
                  <a:pt x="10983" y="3310"/>
                </a:lnTo>
                <a:lnTo>
                  <a:pt x="8904" y="3613"/>
                </a:lnTo>
                <a:cubicBezTo>
                  <a:pt x="8717" y="3310"/>
                  <a:pt x="8485" y="3042"/>
                  <a:pt x="8226" y="2810"/>
                </a:cubicBezTo>
                <a:lnTo>
                  <a:pt x="8744" y="723"/>
                </a:lnTo>
                <a:lnTo>
                  <a:pt x="7762" y="250"/>
                </a:lnTo>
                <a:lnTo>
                  <a:pt x="6495" y="1936"/>
                </a:lnTo>
                <a:cubicBezTo>
                  <a:pt x="6156" y="1856"/>
                  <a:pt x="5808" y="1829"/>
                  <a:pt x="5452" y="1847"/>
                </a:cubicBezTo>
                <a:lnTo>
                  <a:pt x="4345" y="0"/>
                </a:lnTo>
                <a:lnTo>
                  <a:pt x="3311" y="366"/>
                </a:lnTo>
                <a:lnTo>
                  <a:pt x="3614" y="2444"/>
                </a:lnTo>
                <a:cubicBezTo>
                  <a:pt x="3311" y="2641"/>
                  <a:pt x="3043" y="2864"/>
                  <a:pt x="2811" y="3131"/>
                </a:cubicBezTo>
                <a:lnTo>
                  <a:pt x="724" y="2605"/>
                </a:lnTo>
                <a:lnTo>
                  <a:pt x="251" y="3595"/>
                </a:lnTo>
                <a:lnTo>
                  <a:pt x="1937" y="4853"/>
                </a:lnTo>
                <a:cubicBezTo>
                  <a:pt x="1856" y="5192"/>
                  <a:pt x="1830" y="5549"/>
                  <a:pt x="1848" y="5906"/>
                </a:cubicBezTo>
                <a:lnTo>
                  <a:pt x="1" y="7012"/>
                </a:lnTo>
                <a:close/>
              </a:path>
            </a:pathLst>
          </a:custGeom>
          <a:noFill/>
          <a:ln cap="rnd" cmpd="sng" w="176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 flipH="1">
            <a:off x="7221550" y="4472150"/>
            <a:ext cx="1377564" cy="263696"/>
          </a:xfrm>
          <a:custGeom>
            <a:rect b="b" l="l" r="r" t="t"/>
            <a:pathLst>
              <a:path extrusionOk="0" fill="none" h="8547" w="38049">
                <a:moveTo>
                  <a:pt x="38049" y="8547"/>
                </a:moveTo>
                <a:lnTo>
                  <a:pt x="38049" y="4149"/>
                </a:lnTo>
                <a:lnTo>
                  <a:pt x="0" y="4149"/>
                </a:lnTo>
                <a:lnTo>
                  <a:pt x="0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 flipH="1" rot="10800000">
            <a:off x="395940" y="527535"/>
            <a:ext cx="858390" cy="137179"/>
          </a:xfrm>
          <a:custGeom>
            <a:rect b="b" l="l" r="r" t="t"/>
            <a:pathLst>
              <a:path extrusionOk="0" fill="none" h="2820" w="17646">
                <a:moveTo>
                  <a:pt x="0" y="0"/>
                </a:moveTo>
                <a:lnTo>
                  <a:pt x="6700" y="0"/>
                </a:lnTo>
                <a:lnTo>
                  <a:pt x="6700" y="2819"/>
                </a:lnTo>
                <a:lnTo>
                  <a:pt x="17646" y="2819"/>
                </a:lnTo>
              </a:path>
            </a:pathLst>
          </a:custGeom>
          <a:noFill/>
          <a:ln cap="rnd" cmpd="sng" w="937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 flipH="1">
            <a:off x="1254282" y="487159"/>
            <a:ext cx="77297" cy="77297"/>
          </a:xfrm>
          <a:custGeom>
            <a:rect b="b" l="l" r="r" t="t"/>
            <a:pathLst>
              <a:path extrusionOk="0" fill="none" h="1589" w="1589">
                <a:moveTo>
                  <a:pt x="1588" y="794"/>
                </a:moveTo>
                <a:cubicBezTo>
                  <a:pt x="1588" y="1232"/>
                  <a:pt x="1231" y="1588"/>
                  <a:pt x="794" y="1588"/>
                </a:cubicBezTo>
                <a:cubicBezTo>
                  <a:pt x="357" y="1588"/>
                  <a:pt x="0" y="1232"/>
                  <a:pt x="0" y="794"/>
                </a:cubicBezTo>
                <a:cubicBezTo>
                  <a:pt x="0" y="357"/>
                  <a:pt x="357" y="0"/>
                  <a:pt x="794" y="0"/>
                </a:cubicBezTo>
                <a:cubicBezTo>
                  <a:pt x="1231" y="0"/>
                  <a:pt x="1588" y="357"/>
                  <a:pt x="1588" y="794"/>
                </a:cubicBezTo>
                <a:close/>
              </a:path>
            </a:pathLst>
          </a:custGeom>
          <a:noFill/>
          <a:ln cap="rnd" cmpd="sng" w="937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 flipH="1">
            <a:off x="310406" y="632122"/>
            <a:ext cx="77297" cy="77686"/>
          </a:xfrm>
          <a:custGeom>
            <a:rect b="b" l="l" r="r" t="t"/>
            <a:pathLst>
              <a:path extrusionOk="0" h="1597" w="1589">
                <a:moveTo>
                  <a:pt x="794" y="0"/>
                </a:moveTo>
                <a:cubicBezTo>
                  <a:pt x="357" y="0"/>
                  <a:pt x="0" y="357"/>
                  <a:pt x="0" y="803"/>
                </a:cubicBezTo>
                <a:cubicBezTo>
                  <a:pt x="0" y="1240"/>
                  <a:pt x="357" y="1597"/>
                  <a:pt x="794" y="1597"/>
                </a:cubicBezTo>
                <a:cubicBezTo>
                  <a:pt x="1231" y="1597"/>
                  <a:pt x="1588" y="1240"/>
                  <a:pt x="1588" y="803"/>
                </a:cubicBezTo>
                <a:cubicBezTo>
                  <a:pt x="1588" y="357"/>
                  <a:pt x="1231" y="0"/>
                  <a:pt x="7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518865" y="2412562"/>
            <a:ext cx="194356" cy="194356"/>
          </a:xfrm>
          <a:custGeom>
            <a:rect b="b" l="l" r="r" t="t"/>
            <a:pathLst>
              <a:path extrusionOk="0" h="6299" w="6299">
                <a:moveTo>
                  <a:pt x="3988" y="1115"/>
                </a:moveTo>
                <a:lnTo>
                  <a:pt x="5184" y="2311"/>
                </a:lnTo>
                <a:lnTo>
                  <a:pt x="5184" y="3988"/>
                </a:lnTo>
                <a:lnTo>
                  <a:pt x="3988" y="5183"/>
                </a:lnTo>
                <a:lnTo>
                  <a:pt x="2302" y="5183"/>
                </a:lnTo>
                <a:lnTo>
                  <a:pt x="1116" y="3988"/>
                </a:lnTo>
                <a:lnTo>
                  <a:pt x="1116" y="2311"/>
                </a:lnTo>
                <a:lnTo>
                  <a:pt x="2302" y="1115"/>
                </a:lnTo>
                <a:close/>
                <a:moveTo>
                  <a:pt x="1838" y="0"/>
                </a:moveTo>
                <a:lnTo>
                  <a:pt x="1" y="1847"/>
                </a:lnTo>
                <a:lnTo>
                  <a:pt x="1" y="4452"/>
                </a:lnTo>
                <a:lnTo>
                  <a:pt x="1838" y="6298"/>
                </a:lnTo>
                <a:lnTo>
                  <a:pt x="4452" y="6298"/>
                </a:lnTo>
                <a:lnTo>
                  <a:pt x="6299" y="4452"/>
                </a:lnTo>
                <a:lnTo>
                  <a:pt x="6299" y="1847"/>
                </a:lnTo>
                <a:lnTo>
                  <a:pt x="445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8430776" y="2395276"/>
            <a:ext cx="229504" cy="228922"/>
          </a:xfrm>
          <a:custGeom>
            <a:rect b="b" l="l" r="r" t="t"/>
            <a:pathLst>
              <a:path extrusionOk="0" fill="none" h="3489" w="3498">
                <a:moveTo>
                  <a:pt x="3497" y="1749"/>
                </a:moveTo>
                <a:cubicBezTo>
                  <a:pt x="3497" y="2712"/>
                  <a:pt x="2712" y="3489"/>
                  <a:pt x="1749" y="3489"/>
                </a:cubicBezTo>
                <a:cubicBezTo>
                  <a:pt x="785" y="3489"/>
                  <a:pt x="0" y="2712"/>
                  <a:pt x="0" y="1749"/>
                </a:cubicBezTo>
                <a:cubicBezTo>
                  <a:pt x="0" y="777"/>
                  <a:pt x="785" y="0"/>
                  <a:pt x="1749" y="0"/>
                </a:cubicBezTo>
                <a:cubicBezTo>
                  <a:pt x="2712" y="0"/>
                  <a:pt x="3497" y="777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" name="Google Shape;65;p3"/>
          <p:cNvGrpSpPr/>
          <p:nvPr/>
        </p:nvGrpSpPr>
        <p:grpSpPr>
          <a:xfrm>
            <a:off x="3546423" y="4604000"/>
            <a:ext cx="2051176" cy="68035"/>
            <a:chOff x="1282198" y="3872575"/>
            <a:chExt cx="2051176" cy="68035"/>
          </a:xfrm>
        </p:grpSpPr>
        <p:sp>
          <p:nvSpPr>
            <p:cNvPr id="66" name="Google Shape;66;p3"/>
            <p:cNvSpPr/>
            <p:nvPr/>
          </p:nvSpPr>
          <p:spPr>
            <a:xfrm>
              <a:off x="2207537" y="3872575"/>
              <a:ext cx="1125837" cy="31"/>
            </a:xfrm>
            <a:custGeom>
              <a:rect b="b" l="l" r="r" t="t"/>
              <a:pathLst>
                <a:path extrusionOk="0" fill="none" h="1" w="36488">
                  <a:moveTo>
                    <a:pt x="0" y="1"/>
                  </a:moveTo>
                  <a:lnTo>
                    <a:pt x="36487" y="1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1282198" y="3940579"/>
              <a:ext cx="1125837" cy="31"/>
            </a:xfrm>
            <a:custGeom>
              <a:rect b="b" l="l" r="r" t="t"/>
              <a:pathLst>
                <a:path extrusionOk="0" fill="none" h="1" w="36488">
                  <a:moveTo>
                    <a:pt x="1" y="0"/>
                  </a:moveTo>
                  <a:lnTo>
                    <a:pt x="36488" y="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2042092" y="3872575"/>
              <a:ext cx="102161" cy="31"/>
            </a:xfrm>
            <a:custGeom>
              <a:rect b="b" l="l" r="r" t="t"/>
              <a:pathLst>
                <a:path extrusionOk="0" fill="none" h="1" w="3311">
                  <a:moveTo>
                    <a:pt x="331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3"/>
          <p:cNvSpPr/>
          <p:nvPr/>
        </p:nvSpPr>
        <p:spPr>
          <a:xfrm>
            <a:off x="3896879" y="527494"/>
            <a:ext cx="1054900" cy="31"/>
          </a:xfrm>
          <a:custGeom>
            <a:rect b="b" l="l" r="r" t="t"/>
            <a:pathLst>
              <a:path extrusionOk="0" fill="none" h="1" w="19948">
                <a:moveTo>
                  <a:pt x="19948" y="1"/>
                </a:moveTo>
                <a:lnTo>
                  <a:pt x="0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192646" y="459750"/>
            <a:ext cx="1054477" cy="31"/>
          </a:xfrm>
          <a:custGeom>
            <a:rect b="b" l="l" r="r" t="t"/>
            <a:pathLst>
              <a:path extrusionOk="0" fill="none" h="1" w="19940">
                <a:moveTo>
                  <a:pt x="19939" y="1"/>
                </a:moveTo>
                <a:lnTo>
                  <a:pt x="1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5010724" y="527494"/>
            <a:ext cx="95770" cy="31"/>
          </a:xfrm>
          <a:custGeom>
            <a:rect b="b" l="l" r="r" t="t"/>
            <a:pathLst>
              <a:path extrusionOk="0" fill="none" h="1" w="1811">
                <a:moveTo>
                  <a:pt x="0" y="1"/>
                </a:moveTo>
                <a:lnTo>
                  <a:pt x="1811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720000" y="1215750"/>
            <a:ext cx="77040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75" name="Google Shape;75;p4"/>
          <p:cNvSpPr/>
          <p:nvPr/>
        </p:nvSpPr>
        <p:spPr>
          <a:xfrm flipH="1" rot="5400000">
            <a:off x="8195476" y="1113317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7" y="1"/>
                </a:moveTo>
                <a:lnTo>
                  <a:pt x="0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 flipH="1" rot="5400000">
            <a:off x="8263172" y="797608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8" y="0"/>
                </a:moveTo>
                <a:lnTo>
                  <a:pt x="0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 flipH="1" rot="5400000">
            <a:off x="8707453" y="436204"/>
            <a:ext cx="101883" cy="31"/>
          </a:xfrm>
          <a:custGeom>
            <a:rect b="b" l="l" r="r" t="t"/>
            <a:pathLst>
              <a:path extrusionOk="0" fill="none" h="1" w="3302">
                <a:moveTo>
                  <a:pt x="1" y="1"/>
                </a:moveTo>
                <a:lnTo>
                  <a:pt x="3302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8322854" y="234710"/>
            <a:ext cx="107931" cy="107931"/>
          </a:xfrm>
          <a:custGeom>
            <a:rect b="b" l="l" r="r" t="t"/>
            <a:pathLst>
              <a:path extrusionOk="0" fill="none" h="3498" w="3498">
                <a:moveTo>
                  <a:pt x="3497" y="1749"/>
                </a:moveTo>
                <a:cubicBezTo>
                  <a:pt x="3497" y="2713"/>
                  <a:pt x="2712" y="3498"/>
                  <a:pt x="1749" y="3498"/>
                </a:cubicBezTo>
                <a:cubicBezTo>
                  <a:pt x="785" y="3498"/>
                  <a:pt x="0" y="2713"/>
                  <a:pt x="0" y="1749"/>
                </a:cubicBezTo>
                <a:cubicBezTo>
                  <a:pt x="0" y="786"/>
                  <a:pt x="785" y="1"/>
                  <a:pt x="1749" y="1"/>
                </a:cubicBezTo>
                <a:cubicBezTo>
                  <a:pt x="2712" y="1"/>
                  <a:pt x="3497" y="786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" name="Google Shape;79;p4"/>
          <p:cNvGrpSpPr/>
          <p:nvPr/>
        </p:nvGrpSpPr>
        <p:grpSpPr>
          <a:xfrm rot="5400000">
            <a:off x="-45421" y="4344119"/>
            <a:ext cx="809573" cy="176491"/>
            <a:chOff x="1639404" y="3352607"/>
            <a:chExt cx="809573" cy="176491"/>
          </a:xfrm>
        </p:grpSpPr>
        <p:sp>
          <p:nvSpPr>
            <p:cNvPr id="80" name="Google Shape;80;p4"/>
            <p:cNvSpPr/>
            <p:nvPr/>
          </p:nvSpPr>
          <p:spPr>
            <a:xfrm>
              <a:off x="1700774" y="3384541"/>
              <a:ext cx="680198" cy="108764"/>
            </a:xfrm>
            <a:custGeom>
              <a:rect b="b" l="l" r="r" t="t"/>
              <a:pathLst>
                <a:path extrusionOk="0" fill="none" h="3525" w="22045">
                  <a:moveTo>
                    <a:pt x="1" y="1"/>
                  </a:moveTo>
                  <a:lnTo>
                    <a:pt x="8378" y="1"/>
                  </a:lnTo>
                  <a:lnTo>
                    <a:pt x="8378" y="3525"/>
                  </a:lnTo>
                  <a:lnTo>
                    <a:pt x="22045" y="3525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1639404" y="3352607"/>
              <a:ext cx="61401" cy="61432"/>
            </a:xfrm>
            <a:custGeom>
              <a:rect b="b" l="l" r="r" t="t"/>
              <a:pathLst>
                <a:path extrusionOk="0" h="1991" w="1990">
                  <a:moveTo>
                    <a:pt x="991" y="1"/>
                  </a:moveTo>
                  <a:cubicBezTo>
                    <a:pt x="446" y="1"/>
                    <a:pt x="0" y="447"/>
                    <a:pt x="0" y="991"/>
                  </a:cubicBezTo>
                  <a:cubicBezTo>
                    <a:pt x="0" y="1544"/>
                    <a:pt x="446" y="1990"/>
                    <a:pt x="991" y="1990"/>
                  </a:cubicBezTo>
                  <a:cubicBezTo>
                    <a:pt x="1544" y="1990"/>
                    <a:pt x="1990" y="1544"/>
                    <a:pt x="1990" y="991"/>
                  </a:cubicBezTo>
                  <a:cubicBezTo>
                    <a:pt x="1990" y="447"/>
                    <a:pt x="1544" y="1"/>
                    <a:pt x="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2387545" y="3467665"/>
              <a:ext cx="61432" cy="61432"/>
            </a:xfrm>
            <a:custGeom>
              <a:rect b="b" l="l" r="r" t="t"/>
              <a:pathLst>
                <a:path extrusionOk="0" h="1991" w="1991">
                  <a:moveTo>
                    <a:pt x="1000" y="1"/>
                  </a:moveTo>
                  <a:cubicBezTo>
                    <a:pt x="447" y="1"/>
                    <a:pt x="1" y="447"/>
                    <a:pt x="1" y="1000"/>
                  </a:cubicBezTo>
                  <a:cubicBezTo>
                    <a:pt x="1" y="1544"/>
                    <a:pt x="447" y="1990"/>
                    <a:pt x="1000" y="1990"/>
                  </a:cubicBezTo>
                  <a:cubicBezTo>
                    <a:pt x="1544" y="1990"/>
                    <a:pt x="1990" y="1544"/>
                    <a:pt x="1990" y="1000"/>
                  </a:cubicBezTo>
                  <a:cubicBezTo>
                    <a:pt x="1990" y="447"/>
                    <a:pt x="1544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" name="Google Shape;83;p4"/>
          <p:cNvGrpSpPr/>
          <p:nvPr/>
        </p:nvGrpSpPr>
        <p:grpSpPr>
          <a:xfrm>
            <a:off x="617413" y="4708494"/>
            <a:ext cx="95805" cy="95805"/>
            <a:chOff x="3741963" y="3746119"/>
            <a:chExt cx="95805" cy="95805"/>
          </a:xfrm>
        </p:grpSpPr>
        <p:sp>
          <p:nvSpPr>
            <p:cNvPr id="84" name="Google Shape;84;p4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" name="Google Shape;86;p4"/>
          <p:cNvGrpSpPr/>
          <p:nvPr/>
        </p:nvGrpSpPr>
        <p:grpSpPr>
          <a:xfrm>
            <a:off x="8582001" y="1934113"/>
            <a:ext cx="414290" cy="343262"/>
            <a:chOff x="8618938" y="1926261"/>
            <a:chExt cx="414290" cy="343262"/>
          </a:xfrm>
        </p:grpSpPr>
        <p:sp>
          <p:nvSpPr>
            <p:cNvPr id="87" name="Google Shape;87;p4"/>
            <p:cNvSpPr/>
            <p:nvPr/>
          </p:nvSpPr>
          <p:spPr>
            <a:xfrm>
              <a:off x="8618938" y="1950482"/>
              <a:ext cx="402195" cy="319041"/>
            </a:xfrm>
            <a:custGeom>
              <a:rect b="b" l="l" r="r" t="t"/>
              <a:pathLst>
                <a:path extrusionOk="0" h="10340" w="13035">
                  <a:moveTo>
                    <a:pt x="11277" y="0"/>
                  </a:moveTo>
                  <a:lnTo>
                    <a:pt x="5148" y="7164"/>
                  </a:lnTo>
                  <a:lnTo>
                    <a:pt x="1749" y="3167"/>
                  </a:lnTo>
                  <a:lnTo>
                    <a:pt x="1" y="4354"/>
                  </a:lnTo>
                  <a:lnTo>
                    <a:pt x="5166" y="10339"/>
                  </a:lnTo>
                  <a:lnTo>
                    <a:pt x="13034" y="1178"/>
                  </a:lnTo>
                  <a:lnTo>
                    <a:pt x="112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8631064" y="1926261"/>
              <a:ext cx="402164" cy="319041"/>
            </a:xfrm>
            <a:custGeom>
              <a:rect b="b" l="l" r="r" t="t"/>
              <a:pathLst>
                <a:path extrusionOk="0" fill="none" h="10340" w="13034">
                  <a:moveTo>
                    <a:pt x="13034" y="1178"/>
                  </a:moveTo>
                  <a:lnTo>
                    <a:pt x="11276" y="0"/>
                  </a:lnTo>
                  <a:lnTo>
                    <a:pt x="5148" y="7164"/>
                  </a:lnTo>
                  <a:lnTo>
                    <a:pt x="1749" y="3167"/>
                  </a:lnTo>
                  <a:lnTo>
                    <a:pt x="0" y="4353"/>
                  </a:lnTo>
                  <a:lnTo>
                    <a:pt x="5166" y="10339"/>
                  </a:lnTo>
                  <a:close/>
                </a:path>
              </a:pathLst>
            </a:custGeom>
            <a:noFill/>
            <a:ln cap="flat" cmpd="sng" w="580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4"/>
          <p:cNvGrpSpPr/>
          <p:nvPr/>
        </p:nvGrpSpPr>
        <p:grpSpPr>
          <a:xfrm>
            <a:off x="194603" y="3511424"/>
            <a:ext cx="329531" cy="336381"/>
            <a:chOff x="472253" y="126924"/>
            <a:chExt cx="329531" cy="336381"/>
          </a:xfrm>
        </p:grpSpPr>
        <p:sp>
          <p:nvSpPr>
            <p:cNvPr id="90" name="Google Shape;90;p4"/>
            <p:cNvSpPr/>
            <p:nvPr/>
          </p:nvSpPr>
          <p:spPr>
            <a:xfrm>
              <a:off x="566114" y="148122"/>
              <a:ext cx="164642" cy="164920"/>
            </a:xfrm>
            <a:custGeom>
              <a:rect b="b" l="l" r="r" t="t"/>
              <a:pathLst>
                <a:path extrusionOk="0" h="5345" w="5336">
                  <a:moveTo>
                    <a:pt x="2668" y="0"/>
                  </a:moveTo>
                  <a:cubicBezTo>
                    <a:pt x="1196" y="0"/>
                    <a:pt x="1" y="1196"/>
                    <a:pt x="1" y="2677"/>
                  </a:cubicBezTo>
                  <a:cubicBezTo>
                    <a:pt x="1" y="4149"/>
                    <a:pt x="1196" y="5344"/>
                    <a:pt x="2668" y="5344"/>
                  </a:cubicBezTo>
                  <a:cubicBezTo>
                    <a:pt x="4140" y="5344"/>
                    <a:pt x="5336" y="4149"/>
                    <a:pt x="5336" y="2677"/>
                  </a:cubicBezTo>
                  <a:cubicBezTo>
                    <a:pt x="5336" y="1196"/>
                    <a:pt x="4140" y="0"/>
                    <a:pt x="26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495117" y="321249"/>
              <a:ext cx="306668" cy="142056"/>
            </a:xfrm>
            <a:custGeom>
              <a:rect b="b" l="l" r="r" t="t"/>
              <a:pathLst>
                <a:path extrusionOk="0" h="4604" w="9939">
                  <a:moveTo>
                    <a:pt x="4603" y="1"/>
                  </a:moveTo>
                  <a:cubicBezTo>
                    <a:pt x="2061" y="1"/>
                    <a:pt x="0" y="2061"/>
                    <a:pt x="0" y="4604"/>
                  </a:cubicBezTo>
                  <a:lnTo>
                    <a:pt x="9938" y="4604"/>
                  </a:lnTo>
                  <a:cubicBezTo>
                    <a:pt x="9938" y="2061"/>
                    <a:pt x="7877" y="1"/>
                    <a:pt x="5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543281" y="126924"/>
              <a:ext cx="164642" cy="164920"/>
            </a:xfrm>
            <a:custGeom>
              <a:rect b="b" l="l" r="r" t="t"/>
              <a:pathLst>
                <a:path extrusionOk="0" fill="none" h="5345" w="5336">
                  <a:moveTo>
                    <a:pt x="2668" y="5344"/>
                  </a:moveTo>
                  <a:cubicBezTo>
                    <a:pt x="4140" y="5344"/>
                    <a:pt x="5335" y="4149"/>
                    <a:pt x="5335" y="2668"/>
                  </a:cubicBezTo>
                  <a:cubicBezTo>
                    <a:pt x="5335" y="1196"/>
                    <a:pt x="4140" y="0"/>
                    <a:pt x="2668" y="0"/>
                  </a:cubicBezTo>
                  <a:cubicBezTo>
                    <a:pt x="1196" y="0"/>
                    <a:pt x="0" y="1196"/>
                    <a:pt x="0" y="2668"/>
                  </a:cubicBezTo>
                  <a:cubicBezTo>
                    <a:pt x="0" y="4149"/>
                    <a:pt x="1196" y="5344"/>
                    <a:pt x="2668" y="5344"/>
                  </a:cubicBezTo>
                  <a:close/>
                </a:path>
              </a:pathLst>
            </a:custGeom>
            <a:noFill/>
            <a:ln cap="flat" cmpd="sng" w="580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472253" y="299774"/>
              <a:ext cx="306668" cy="142334"/>
            </a:xfrm>
            <a:custGeom>
              <a:rect b="b" l="l" r="r" t="t"/>
              <a:pathLst>
                <a:path extrusionOk="0" fill="none" h="4613" w="9939">
                  <a:moveTo>
                    <a:pt x="5336" y="1"/>
                  </a:moveTo>
                  <a:lnTo>
                    <a:pt x="4604" y="1"/>
                  </a:lnTo>
                  <a:cubicBezTo>
                    <a:pt x="2062" y="1"/>
                    <a:pt x="1" y="2070"/>
                    <a:pt x="1" y="4613"/>
                  </a:cubicBezTo>
                  <a:lnTo>
                    <a:pt x="9939" y="4613"/>
                  </a:lnTo>
                  <a:cubicBezTo>
                    <a:pt x="9939" y="2070"/>
                    <a:pt x="7878" y="1"/>
                    <a:pt x="5336" y="1"/>
                  </a:cubicBezTo>
                  <a:close/>
                </a:path>
              </a:pathLst>
            </a:custGeom>
            <a:noFill/>
            <a:ln cap="flat" cmpd="sng" w="580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4"/>
          <p:cNvSpPr/>
          <p:nvPr/>
        </p:nvSpPr>
        <p:spPr>
          <a:xfrm>
            <a:off x="8888379" y="2320310"/>
            <a:ext cx="107931" cy="107931"/>
          </a:xfrm>
          <a:custGeom>
            <a:rect b="b" l="l" r="r" t="t"/>
            <a:pathLst>
              <a:path extrusionOk="0" fill="none" h="3498" w="3498">
                <a:moveTo>
                  <a:pt x="3497" y="1749"/>
                </a:moveTo>
                <a:cubicBezTo>
                  <a:pt x="3497" y="2713"/>
                  <a:pt x="2712" y="3498"/>
                  <a:pt x="1749" y="3498"/>
                </a:cubicBezTo>
                <a:cubicBezTo>
                  <a:pt x="785" y="3498"/>
                  <a:pt x="0" y="2713"/>
                  <a:pt x="0" y="1749"/>
                </a:cubicBezTo>
                <a:cubicBezTo>
                  <a:pt x="0" y="786"/>
                  <a:pt x="785" y="1"/>
                  <a:pt x="1749" y="1"/>
                </a:cubicBezTo>
                <a:cubicBezTo>
                  <a:pt x="2712" y="1"/>
                  <a:pt x="3497" y="786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1" type="subTitle"/>
          </p:nvPr>
        </p:nvSpPr>
        <p:spPr>
          <a:xfrm>
            <a:off x="5055284" y="36190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8" name="Google Shape;98;p5"/>
          <p:cNvSpPr txBox="1"/>
          <p:nvPr>
            <p:ph idx="2" type="subTitle"/>
          </p:nvPr>
        </p:nvSpPr>
        <p:spPr>
          <a:xfrm>
            <a:off x="1583300" y="36190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9" name="Google Shape;99;p5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0" name="Google Shape;100;p5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01" name="Google Shape;101;p5"/>
          <p:cNvGrpSpPr/>
          <p:nvPr/>
        </p:nvGrpSpPr>
        <p:grpSpPr>
          <a:xfrm>
            <a:off x="8626562" y="3622573"/>
            <a:ext cx="220243" cy="228481"/>
            <a:chOff x="8660450" y="193573"/>
            <a:chExt cx="220243" cy="228481"/>
          </a:xfrm>
        </p:grpSpPr>
        <p:sp>
          <p:nvSpPr>
            <p:cNvPr id="102" name="Google Shape;102;p5"/>
            <p:cNvSpPr/>
            <p:nvPr/>
          </p:nvSpPr>
          <p:spPr>
            <a:xfrm>
              <a:off x="8660450" y="210358"/>
              <a:ext cx="211727" cy="211696"/>
            </a:xfrm>
            <a:custGeom>
              <a:rect b="b" l="l" r="r" t="t"/>
              <a:pathLst>
                <a:path extrusionOk="0" h="6861" w="6862">
                  <a:moveTo>
                    <a:pt x="3433" y="2434"/>
                  </a:moveTo>
                  <a:cubicBezTo>
                    <a:pt x="3842" y="2434"/>
                    <a:pt x="4224" y="2687"/>
                    <a:pt x="4372" y="3096"/>
                  </a:cubicBezTo>
                  <a:cubicBezTo>
                    <a:pt x="4559" y="3614"/>
                    <a:pt x="4283" y="4185"/>
                    <a:pt x="3766" y="4372"/>
                  </a:cubicBezTo>
                  <a:cubicBezTo>
                    <a:pt x="3657" y="4409"/>
                    <a:pt x="3546" y="4427"/>
                    <a:pt x="3437" y="4427"/>
                  </a:cubicBezTo>
                  <a:cubicBezTo>
                    <a:pt x="3026" y="4427"/>
                    <a:pt x="2640" y="4174"/>
                    <a:pt x="2499" y="3765"/>
                  </a:cubicBezTo>
                  <a:cubicBezTo>
                    <a:pt x="2311" y="3248"/>
                    <a:pt x="2579" y="2677"/>
                    <a:pt x="3105" y="2490"/>
                  </a:cubicBezTo>
                  <a:cubicBezTo>
                    <a:pt x="3214" y="2452"/>
                    <a:pt x="3324" y="2434"/>
                    <a:pt x="3433" y="2434"/>
                  </a:cubicBezTo>
                  <a:close/>
                  <a:moveTo>
                    <a:pt x="2624" y="1"/>
                  </a:moveTo>
                  <a:lnTo>
                    <a:pt x="2008" y="224"/>
                  </a:lnTo>
                  <a:lnTo>
                    <a:pt x="2186" y="1482"/>
                  </a:lnTo>
                  <a:cubicBezTo>
                    <a:pt x="1999" y="1598"/>
                    <a:pt x="1839" y="1731"/>
                    <a:pt x="1705" y="1892"/>
                  </a:cubicBezTo>
                  <a:lnTo>
                    <a:pt x="438" y="1571"/>
                  </a:lnTo>
                  <a:lnTo>
                    <a:pt x="152" y="2168"/>
                  </a:lnTo>
                  <a:lnTo>
                    <a:pt x="1169" y="2936"/>
                  </a:lnTo>
                  <a:cubicBezTo>
                    <a:pt x="1125" y="3141"/>
                    <a:pt x="1107" y="3355"/>
                    <a:pt x="1125" y="3569"/>
                  </a:cubicBezTo>
                  <a:lnTo>
                    <a:pt x="1" y="4238"/>
                  </a:lnTo>
                  <a:lnTo>
                    <a:pt x="224" y="4854"/>
                  </a:lnTo>
                  <a:lnTo>
                    <a:pt x="1482" y="4675"/>
                  </a:lnTo>
                  <a:cubicBezTo>
                    <a:pt x="1598" y="4863"/>
                    <a:pt x="1740" y="5023"/>
                    <a:pt x="1892" y="5166"/>
                  </a:cubicBezTo>
                  <a:lnTo>
                    <a:pt x="1580" y="6424"/>
                  </a:lnTo>
                  <a:lnTo>
                    <a:pt x="2178" y="6709"/>
                  </a:lnTo>
                  <a:lnTo>
                    <a:pt x="2936" y="5692"/>
                  </a:lnTo>
                  <a:cubicBezTo>
                    <a:pt x="3107" y="5729"/>
                    <a:pt x="3284" y="5748"/>
                    <a:pt x="3462" y="5748"/>
                  </a:cubicBezTo>
                  <a:cubicBezTo>
                    <a:pt x="3498" y="5748"/>
                    <a:pt x="3534" y="5747"/>
                    <a:pt x="3569" y="5746"/>
                  </a:cubicBezTo>
                  <a:lnTo>
                    <a:pt x="4238" y="6861"/>
                  </a:lnTo>
                  <a:lnTo>
                    <a:pt x="4863" y="6638"/>
                  </a:lnTo>
                  <a:lnTo>
                    <a:pt x="4684" y="5380"/>
                  </a:lnTo>
                  <a:cubicBezTo>
                    <a:pt x="4863" y="5264"/>
                    <a:pt x="5023" y="5130"/>
                    <a:pt x="5166" y="4970"/>
                  </a:cubicBezTo>
                  <a:lnTo>
                    <a:pt x="6424" y="5282"/>
                  </a:lnTo>
                  <a:lnTo>
                    <a:pt x="6709" y="4684"/>
                  </a:lnTo>
                  <a:lnTo>
                    <a:pt x="5692" y="3926"/>
                  </a:lnTo>
                  <a:cubicBezTo>
                    <a:pt x="5737" y="3721"/>
                    <a:pt x="5755" y="3507"/>
                    <a:pt x="5746" y="3293"/>
                  </a:cubicBezTo>
                  <a:lnTo>
                    <a:pt x="6861" y="2623"/>
                  </a:lnTo>
                  <a:lnTo>
                    <a:pt x="6638" y="1999"/>
                  </a:lnTo>
                  <a:lnTo>
                    <a:pt x="5380" y="2177"/>
                  </a:lnTo>
                  <a:cubicBezTo>
                    <a:pt x="5264" y="1999"/>
                    <a:pt x="5130" y="1838"/>
                    <a:pt x="4970" y="1696"/>
                  </a:cubicBezTo>
                  <a:lnTo>
                    <a:pt x="5291" y="438"/>
                  </a:lnTo>
                  <a:lnTo>
                    <a:pt x="4693" y="152"/>
                  </a:lnTo>
                  <a:lnTo>
                    <a:pt x="3926" y="1169"/>
                  </a:lnTo>
                  <a:cubicBezTo>
                    <a:pt x="3755" y="1132"/>
                    <a:pt x="3584" y="1114"/>
                    <a:pt x="3408" y="1114"/>
                  </a:cubicBezTo>
                  <a:cubicBezTo>
                    <a:pt x="3373" y="1114"/>
                    <a:pt x="3337" y="1114"/>
                    <a:pt x="3302" y="1116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8668997" y="193573"/>
              <a:ext cx="211696" cy="211418"/>
            </a:xfrm>
            <a:custGeom>
              <a:rect b="b" l="l" r="r" t="t"/>
              <a:pathLst>
                <a:path extrusionOk="0" fill="none" h="6852" w="6861">
                  <a:moveTo>
                    <a:pt x="2489" y="3765"/>
                  </a:moveTo>
                  <a:cubicBezTo>
                    <a:pt x="2311" y="3239"/>
                    <a:pt x="2579" y="2677"/>
                    <a:pt x="3096" y="2489"/>
                  </a:cubicBezTo>
                  <a:cubicBezTo>
                    <a:pt x="3613" y="2302"/>
                    <a:pt x="4184" y="2579"/>
                    <a:pt x="4372" y="3096"/>
                  </a:cubicBezTo>
                  <a:cubicBezTo>
                    <a:pt x="4550" y="3613"/>
                    <a:pt x="4282" y="4184"/>
                    <a:pt x="3765" y="4363"/>
                  </a:cubicBezTo>
                  <a:cubicBezTo>
                    <a:pt x="3248" y="4550"/>
                    <a:pt x="2677" y="4283"/>
                    <a:pt x="2489" y="3765"/>
                  </a:cubicBezTo>
                  <a:close/>
                  <a:moveTo>
                    <a:pt x="223" y="4853"/>
                  </a:moveTo>
                  <a:lnTo>
                    <a:pt x="1481" y="4675"/>
                  </a:lnTo>
                  <a:cubicBezTo>
                    <a:pt x="1597" y="4862"/>
                    <a:pt x="1731" y="5023"/>
                    <a:pt x="1892" y="5157"/>
                  </a:cubicBezTo>
                  <a:lnTo>
                    <a:pt x="1579" y="6424"/>
                  </a:lnTo>
                  <a:lnTo>
                    <a:pt x="2168" y="6709"/>
                  </a:lnTo>
                  <a:lnTo>
                    <a:pt x="2935" y="5692"/>
                  </a:lnTo>
                  <a:cubicBezTo>
                    <a:pt x="3141" y="5737"/>
                    <a:pt x="3355" y="5755"/>
                    <a:pt x="3569" y="5737"/>
                  </a:cubicBezTo>
                  <a:lnTo>
                    <a:pt x="4238" y="6852"/>
                  </a:lnTo>
                  <a:lnTo>
                    <a:pt x="4853" y="6638"/>
                  </a:lnTo>
                  <a:lnTo>
                    <a:pt x="4675" y="5380"/>
                  </a:lnTo>
                  <a:cubicBezTo>
                    <a:pt x="4862" y="5264"/>
                    <a:pt x="5023" y="5121"/>
                    <a:pt x="5166" y="4969"/>
                  </a:cubicBezTo>
                  <a:lnTo>
                    <a:pt x="6424" y="5282"/>
                  </a:lnTo>
                  <a:lnTo>
                    <a:pt x="6709" y="4684"/>
                  </a:lnTo>
                  <a:lnTo>
                    <a:pt x="5692" y="3926"/>
                  </a:lnTo>
                  <a:cubicBezTo>
                    <a:pt x="5737" y="3721"/>
                    <a:pt x="5754" y="3506"/>
                    <a:pt x="5746" y="3292"/>
                  </a:cubicBezTo>
                  <a:lnTo>
                    <a:pt x="6861" y="2623"/>
                  </a:lnTo>
                  <a:lnTo>
                    <a:pt x="6638" y="1999"/>
                  </a:lnTo>
                  <a:lnTo>
                    <a:pt x="5380" y="2177"/>
                  </a:lnTo>
                  <a:cubicBezTo>
                    <a:pt x="5264" y="1999"/>
                    <a:pt x="5130" y="1838"/>
                    <a:pt x="4969" y="1695"/>
                  </a:cubicBezTo>
                  <a:lnTo>
                    <a:pt x="5282" y="438"/>
                  </a:lnTo>
                  <a:lnTo>
                    <a:pt x="4684" y="152"/>
                  </a:lnTo>
                  <a:lnTo>
                    <a:pt x="3926" y="1169"/>
                  </a:lnTo>
                  <a:cubicBezTo>
                    <a:pt x="3720" y="1116"/>
                    <a:pt x="3506" y="1098"/>
                    <a:pt x="3292" y="1116"/>
                  </a:cubicBezTo>
                  <a:lnTo>
                    <a:pt x="2623" y="0"/>
                  </a:lnTo>
                  <a:lnTo>
                    <a:pt x="1999" y="223"/>
                  </a:lnTo>
                  <a:lnTo>
                    <a:pt x="2177" y="1472"/>
                  </a:lnTo>
                  <a:cubicBezTo>
                    <a:pt x="1999" y="1588"/>
                    <a:pt x="1838" y="1731"/>
                    <a:pt x="1695" y="1892"/>
                  </a:cubicBezTo>
                  <a:lnTo>
                    <a:pt x="438" y="1571"/>
                  </a:lnTo>
                  <a:lnTo>
                    <a:pt x="152" y="2168"/>
                  </a:lnTo>
                  <a:lnTo>
                    <a:pt x="1169" y="2935"/>
                  </a:lnTo>
                  <a:cubicBezTo>
                    <a:pt x="1124" y="3141"/>
                    <a:pt x="1107" y="3346"/>
                    <a:pt x="1116" y="3560"/>
                  </a:cubicBezTo>
                  <a:lnTo>
                    <a:pt x="0" y="4229"/>
                  </a:lnTo>
                  <a:close/>
                </a:path>
              </a:pathLst>
            </a:custGeom>
            <a:noFill/>
            <a:ln cap="rnd" cmpd="sng" w="10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" name="Google Shape;104;p5"/>
          <p:cNvGrpSpPr/>
          <p:nvPr/>
        </p:nvGrpSpPr>
        <p:grpSpPr>
          <a:xfrm>
            <a:off x="166943" y="1483146"/>
            <a:ext cx="402677" cy="340272"/>
            <a:chOff x="5915814" y="759984"/>
            <a:chExt cx="589917" cy="498493"/>
          </a:xfrm>
        </p:grpSpPr>
        <p:sp>
          <p:nvSpPr>
            <p:cNvPr id="105" name="Google Shape;105;p5"/>
            <p:cNvSpPr/>
            <p:nvPr/>
          </p:nvSpPr>
          <p:spPr>
            <a:xfrm>
              <a:off x="5945003" y="759984"/>
              <a:ext cx="560728" cy="469335"/>
            </a:xfrm>
            <a:custGeom>
              <a:rect b="b" l="l" r="r" t="t"/>
              <a:pathLst>
                <a:path extrusionOk="0" h="15211" w="18173">
                  <a:moveTo>
                    <a:pt x="9082" y="0"/>
                  </a:moveTo>
                  <a:cubicBezTo>
                    <a:pt x="4068" y="0"/>
                    <a:pt x="0" y="2810"/>
                    <a:pt x="0" y="6280"/>
                  </a:cubicBezTo>
                  <a:cubicBezTo>
                    <a:pt x="0" y="9644"/>
                    <a:pt x="3818" y="12391"/>
                    <a:pt x="8618" y="12561"/>
                  </a:cubicBezTo>
                  <a:lnTo>
                    <a:pt x="6584" y="15210"/>
                  </a:lnTo>
                  <a:lnTo>
                    <a:pt x="11080" y="12409"/>
                  </a:lnTo>
                  <a:cubicBezTo>
                    <a:pt x="12088" y="12257"/>
                    <a:pt x="13043" y="11981"/>
                    <a:pt x="13890" y="11615"/>
                  </a:cubicBezTo>
                  <a:cubicBezTo>
                    <a:pt x="16460" y="10509"/>
                    <a:pt x="18172" y="8529"/>
                    <a:pt x="18172" y="6280"/>
                  </a:cubicBezTo>
                  <a:cubicBezTo>
                    <a:pt x="18172" y="2810"/>
                    <a:pt x="14104" y="0"/>
                    <a:pt x="9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5915814" y="789142"/>
              <a:ext cx="560728" cy="469335"/>
            </a:xfrm>
            <a:custGeom>
              <a:rect b="b" l="l" r="r" t="t"/>
              <a:pathLst>
                <a:path extrusionOk="0" fill="none" h="15211" w="18173">
                  <a:moveTo>
                    <a:pt x="9082" y="1"/>
                  </a:moveTo>
                  <a:cubicBezTo>
                    <a:pt x="4069" y="1"/>
                    <a:pt x="1" y="2811"/>
                    <a:pt x="1" y="6281"/>
                  </a:cubicBezTo>
                  <a:cubicBezTo>
                    <a:pt x="1" y="9644"/>
                    <a:pt x="3819" y="12383"/>
                    <a:pt x="8618" y="12553"/>
                  </a:cubicBezTo>
                  <a:lnTo>
                    <a:pt x="6584" y="15211"/>
                  </a:lnTo>
                  <a:lnTo>
                    <a:pt x="11081" y="12410"/>
                  </a:lnTo>
                  <a:cubicBezTo>
                    <a:pt x="12089" y="12249"/>
                    <a:pt x="13043" y="11982"/>
                    <a:pt x="13891" y="11616"/>
                  </a:cubicBezTo>
                  <a:cubicBezTo>
                    <a:pt x="16460" y="10501"/>
                    <a:pt x="18173" y="8529"/>
                    <a:pt x="18173" y="6281"/>
                  </a:cubicBezTo>
                  <a:cubicBezTo>
                    <a:pt x="18173" y="2811"/>
                    <a:pt x="14105" y="1"/>
                    <a:pt x="9082" y="1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068300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95" y="0"/>
                    <a:pt x="1" y="286"/>
                    <a:pt x="1" y="643"/>
                  </a:cubicBezTo>
                  <a:cubicBezTo>
                    <a:pt x="1" y="991"/>
                    <a:pt x="295" y="1285"/>
                    <a:pt x="643" y="1285"/>
                  </a:cubicBezTo>
                  <a:cubicBezTo>
                    <a:pt x="1000" y="1285"/>
                    <a:pt x="1286" y="991"/>
                    <a:pt x="1286" y="643"/>
                  </a:cubicBezTo>
                  <a:cubicBezTo>
                    <a:pt x="1286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183636" y="967793"/>
              <a:ext cx="39402" cy="39680"/>
            </a:xfrm>
            <a:custGeom>
              <a:rect b="b" l="l" r="r" t="t"/>
              <a:pathLst>
                <a:path extrusionOk="0" h="1286" w="1277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991" y="1285"/>
                    <a:pt x="1277" y="991"/>
                    <a:pt x="1277" y="643"/>
                  </a:cubicBezTo>
                  <a:cubicBezTo>
                    <a:pt x="1277" y="286"/>
                    <a:pt x="991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298694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1000" y="1285"/>
                    <a:pt x="1285" y="991"/>
                    <a:pt x="1285" y="643"/>
                  </a:cubicBezTo>
                  <a:cubicBezTo>
                    <a:pt x="1285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" name="Google Shape;110;p5"/>
          <p:cNvGrpSpPr/>
          <p:nvPr/>
        </p:nvGrpSpPr>
        <p:grpSpPr>
          <a:xfrm rot="5400000">
            <a:off x="33838" y="526820"/>
            <a:ext cx="668906" cy="145913"/>
            <a:chOff x="2804304" y="4395845"/>
            <a:chExt cx="668906" cy="145913"/>
          </a:xfrm>
        </p:grpSpPr>
        <p:sp>
          <p:nvSpPr>
            <p:cNvPr id="111" name="Google Shape;111;p5"/>
            <p:cNvSpPr/>
            <p:nvPr/>
          </p:nvSpPr>
          <p:spPr>
            <a:xfrm>
              <a:off x="2854937" y="4422257"/>
              <a:ext cx="562116" cy="89788"/>
            </a:xfrm>
            <a:custGeom>
              <a:rect b="b" l="l" r="r" t="t"/>
              <a:pathLst>
                <a:path extrusionOk="0" fill="none" h="2910" w="18218">
                  <a:moveTo>
                    <a:pt x="1" y="1"/>
                  </a:moveTo>
                  <a:lnTo>
                    <a:pt x="6923" y="1"/>
                  </a:lnTo>
                  <a:lnTo>
                    <a:pt x="6923" y="2909"/>
                  </a:lnTo>
                  <a:lnTo>
                    <a:pt x="18217" y="290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2804304" y="4395845"/>
              <a:ext cx="50664" cy="50664"/>
            </a:xfrm>
            <a:custGeom>
              <a:rect b="b" l="l" r="r" t="t"/>
              <a:pathLst>
                <a:path extrusionOk="0" fill="none" h="1642" w="1642">
                  <a:moveTo>
                    <a:pt x="1642" y="821"/>
                  </a:moveTo>
                  <a:cubicBezTo>
                    <a:pt x="1642" y="1276"/>
                    <a:pt x="1276" y="1642"/>
                    <a:pt x="821" y="1642"/>
                  </a:cubicBezTo>
                  <a:cubicBezTo>
                    <a:pt x="366" y="1642"/>
                    <a:pt x="0" y="1276"/>
                    <a:pt x="0" y="821"/>
                  </a:cubicBezTo>
                  <a:cubicBezTo>
                    <a:pt x="0" y="366"/>
                    <a:pt x="366" y="0"/>
                    <a:pt x="821" y="0"/>
                  </a:cubicBezTo>
                  <a:cubicBezTo>
                    <a:pt x="1276" y="0"/>
                    <a:pt x="1642" y="366"/>
                    <a:pt x="1642" y="821"/>
                  </a:cubicBezTo>
                  <a:close/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3422237" y="4490817"/>
              <a:ext cx="50972" cy="50942"/>
            </a:xfrm>
            <a:custGeom>
              <a:rect b="b" l="l" r="r" t="t"/>
              <a:pathLst>
                <a:path extrusionOk="0" h="1651" w="1652">
                  <a:moveTo>
                    <a:pt x="831" y="0"/>
                  </a:moveTo>
                  <a:cubicBezTo>
                    <a:pt x="376" y="0"/>
                    <a:pt x="1" y="375"/>
                    <a:pt x="1" y="821"/>
                  </a:cubicBezTo>
                  <a:cubicBezTo>
                    <a:pt x="1" y="1276"/>
                    <a:pt x="376" y="1651"/>
                    <a:pt x="831" y="1651"/>
                  </a:cubicBezTo>
                  <a:cubicBezTo>
                    <a:pt x="1277" y="1651"/>
                    <a:pt x="1651" y="1276"/>
                    <a:pt x="1651" y="821"/>
                  </a:cubicBezTo>
                  <a:cubicBezTo>
                    <a:pt x="1651" y="375"/>
                    <a:pt x="1277" y="0"/>
                    <a:pt x="8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" name="Google Shape;114;p5"/>
          <p:cNvGrpSpPr/>
          <p:nvPr/>
        </p:nvGrpSpPr>
        <p:grpSpPr>
          <a:xfrm flipH="1">
            <a:off x="8733033" y="4365945"/>
            <a:ext cx="7325" cy="270117"/>
            <a:chOff x="2544720" y="2736864"/>
            <a:chExt cx="31" cy="174269"/>
          </a:xfrm>
        </p:grpSpPr>
        <p:sp>
          <p:nvSpPr>
            <p:cNvPr id="115" name="Google Shape;115;p5"/>
            <p:cNvSpPr/>
            <p:nvPr/>
          </p:nvSpPr>
          <p:spPr>
            <a:xfrm>
              <a:off x="2544720" y="2736864"/>
              <a:ext cx="31" cy="3055"/>
            </a:xfrm>
            <a:custGeom>
              <a:rect b="b" l="l" r="r" t="t"/>
              <a:pathLst>
                <a:path extrusionOk="0" fill="none" h="99" w="1">
                  <a:moveTo>
                    <a:pt x="1" y="1"/>
                  </a:moveTo>
                  <a:lnTo>
                    <a:pt x="1" y="9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2544720" y="2778148"/>
              <a:ext cx="31" cy="110955"/>
            </a:xfrm>
            <a:custGeom>
              <a:rect b="b" l="l" r="r" t="t"/>
              <a:pathLst>
                <a:path extrusionOk="0" fill="none" h="3596" w="1">
                  <a:moveTo>
                    <a:pt x="1" y="1"/>
                  </a:moveTo>
                  <a:lnTo>
                    <a:pt x="1" y="3596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2544720" y="2908356"/>
              <a:ext cx="31" cy="2777"/>
            </a:xfrm>
            <a:custGeom>
              <a:rect b="b" l="l" r="r" t="t"/>
              <a:pathLst>
                <a:path extrusionOk="0" fill="none" h="90" w="1">
                  <a:moveTo>
                    <a:pt x="1" y="0"/>
                  </a:moveTo>
                  <a:lnTo>
                    <a:pt x="1" y="9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" name="Google Shape;118;p5"/>
          <p:cNvGrpSpPr/>
          <p:nvPr/>
        </p:nvGrpSpPr>
        <p:grpSpPr>
          <a:xfrm>
            <a:off x="8687663" y="4736794"/>
            <a:ext cx="95805" cy="95805"/>
            <a:chOff x="3741963" y="3746119"/>
            <a:chExt cx="95805" cy="95805"/>
          </a:xfrm>
        </p:grpSpPr>
        <p:sp>
          <p:nvSpPr>
            <p:cNvPr id="119" name="Google Shape;119;p5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3" name="Google Shape;123;p6"/>
          <p:cNvSpPr/>
          <p:nvPr/>
        </p:nvSpPr>
        <p:spPr>
          <a:xfrm flipH="1" rot="5400000">
            <a:off x="8195476" y="1113317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7" y="1"/>
                </a:moveTo>
                <a:lnTo>
                  <a:pt x="0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 flipH="1" rot="5400000">
            <a:off x="8263172" y="797608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8" y="0"/>
                </a:moveTo>
                <a:lnTo>
                  <a:pt x="0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 flipH="1" rot="5400000">
            <a:off x="8707453" y="436204"/>
            <a:ext cx="101883" cy="31"/>
          </a:xfrm>
          <a:custGeom>
            <a:rect b="b" l="l" r="r" t="t"/>
            <a:pathLst>
              <a:path extrusionOk="0" fill="none" h="1" w="3302">
                <a:moveTo>
                  <a:pt x="1" y="1"/>
                </a:moveTo>
                <a:lnTo>
                  <a:pt x="3302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8322854" y="234710"/>
            <a:ext cx="107931" cy="107931"/>
          </a:xfrm>
          <a:custGeom>
            <a:rect b="b" l="l" r="r" t="t"/>
            <a:pathLst>
              <a:path extrusionOk="0" fill="none" h="3498" w="3498">
                <a:moveTo>
                  <a:pt x="3497" y="1749"/>
                </a:moveTo>
                <a:cubicBezTo>
                  <a:pt x="3497" y="2713"/>
                  <a:pt x="2712" y="3498"/>
                  <a:pt x="1749" y="3498"/>
                </a:cubicBezTo>
                <a:cubicBezTo>
                  <a:pt x="785" y="3498"/>
                  <a:pt x="0" y="2713"/>
                  <a:pt x="0" y="1749"/>
                </a:cubicBezTo>
                <a:cubicBezTo>
                  <a:pt x="0" y="786"/>
                  <a:pt x="785" y="1"/>
                  <a:pt x="1749" y="1"/>
                </a:cubicBezTo>
                <a:cubicBezTo>
                  <a:pt x="2712" y="1"/>
                  <a:pt x="3497" y="786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" name="Google Shape;127;p6"/>
          <p:cNvGrpSpPr/>
          <p:nvPr/>
        </p:nvGrpSpPr>
        <p:grpSpPr>
          <a:xfrm rot="5400000">
            <a:off x="-45421" y="4344119"/>
            <a:ext cx="809573" cy="176491"/>
            <a:chOff x="1639404" y="3352607"/>
            <a:chExt cx="809573" cy="176491"/>
          </a:xfrm>
        </p:grpSpPr>
        <p:sp>
          <p:nvSpPr>
            <p:cNvPr id="128" name="Google Shape;128;p6"/>
            <p:cNvSpPr/>
            <p:nvPr/>
          </p:nvSpPr>
          <p:spPr>
            <a:xfrm>
              <a:off x="1700774" y="3384541"/>
              <a:ext cx="680198" cy="108764"/>
            </a:xfrm>
            <a:custGeom>
              <a:rect b="b" l="l" r="r" t="t"/>
              <a:pathLst>
                <a:path extrusionOk="0" fill="none" h="3525" w="22045">
                  <a:moveTo>
                    <a:pt x="1" y="1"/>
                  </a:moveTo>
                  <a:lnTo>
                    <a:pt x="8378" y="1"/>
                  </a:lnTo>
                  <a:lnTo>
                    <a:pt x="8378" y="3525"/>
                  </a:lnTo>
                  <a:lnTo>
                    <a:pt x="22045" y="3525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1639404" y="3352607"/>
              <a:ext cx="61401" cy="61432"/>
            </a:xfrm>
            <a:custGeom>
              <a:rect b="b" l="l" r="r" t="t"/>
              <a:pathLst>
                <a:path extrusionOk="0" h="1991" w="1990">
                  <a:moveTo>
                    <a:pt x="991" y="1"/>
                  </a:moveTo>
                  <a:cubicBezTo>
                    <a:pt x="446" y="1"/>
                    <a:pt x="0" y="447"/>
                    <a:pt x="0" y="991"/>
                  </a:cubicBezTo>
                  <a:cubicBezTo>
                    <a:pt x="0" y="1544"/>
                    <a:pt x="446" y="1990"/>
                    <a:pt x="991" y="1990"/>
                  </a:cubicBezTo>
                  <a:cubicBezTo>
                    <a:pt x="1544" y="1990"/>
                    <a:pt x="1990" y="1544"/>
                    <a:pt x="1990" y="991"/>
                  </a:cubicBezTo>
                  <a:cubicBezTo>
                    <a:pt x="1990" y="447"/>
                    <a:pt x="1544" y="1"/>
                    <a:pt x="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2387545" y="3467665"/>
              <a:ext cx="61432" cy="61432"/>
            </a:xfrm>
            <a:custGeom>
              <a:rect b="b" l="l" r="r" t="t"/>
              <a:pathLst>
                <a:path extrusionOk="0" h="1991" w="1991">
                  <a:moveTo>
                    <a:pt x="1000" y="1"/>
                  </a:moveTo>
                  <a:cubicBezTo>
                    <a:pt x="447" y="1"/>
                    <a:pt x="1" y="447"/>
                    <a:pt x="1" y="1000"/>
                  </a:cubicBezTo>
                  <a:cubicBezTo>
                    <a:pt x="1" y="1544"/>
                    <a:pt x="447" y="1990"/>
                    <a:pt x="1000" y="1990"/>
                  </a:cubicBezTo>
                  <a:cubicBezTo>
                    <a:pt x="1544" y="1990"/>
                    <a:pt x="1990" y="1544"/>
                    <a:pt x="1990" y="1000"/>
                  </a:cubicBezTo>
                  <a:cubicBezTo>
                    <a:pt x="1990" y="447"/>
                    <a:pt x="1544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" name="Google Shape;131;p6"/>
          <p:cNvGrpSpPr/>
          <p:nvPr/>
        </p:nvGrpSpPr>
        <p:grpSpPr>
          <a:xfrm>
            <a:off x="617413" y="4708494"/>
            <a:ext cx="95805" cy="95805"/>
            <a:chOff x="3741963" y="3746119"/>
            <a:chExt cx="95805" cy="95805"/>
          </a:xfrm>
        </p:grpSpPr>
        <p:sp>
          <p:nvSpPr>
            <p:cNvPr id="132" name="Google Shape;132;p6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" name="Google Shape;134;p6"/>
          <p:cNvGrpSpPr/>
          <p:nvPr/>
        </p:nvGrpSpPr>
        <p:grpSpPr>
          <a:xfrm>
            <a:off x="8582001" y="1934113"/>
            <a:ext cx="414290" cy="343262"/>
            <a:chOff x="8618938" y="1926261"/>
            <a:chExt cx="414290" cy="343262"/>
          </a:xfrm>
        </p:grpSpPr>
        <p:sp>
          <p:nvSpPr>
            <p:cNvPr id="135" name="Google Shape;135;p6"/>
            <p:cNvSpPr/>
            <p:nvPr/>
          </p:nvSpPr>
          <p:spPr>
            <a:xfrm>
              <a:off x="8618938" y="1950482"/>
              <a:ext cx="402195" cy="319041"/>
            </a:xfrm>
            <a:custGeom>
              <a:rect b="b" l="l" r="r" t="t"/>
              <a:pathLst>
                <a:path extrusionOk="0" h="10340" w="13035">
                  <a:moveTo>
                    <a:pt x="11277" y="0"/>
                  </a:moveTo>
                  <a:lnTo>
                    <a:pt x="5148" y="7164"/>
                  </a:lnTo>
                  <a:lnTo>
                    <a:pt x="1749" y="3167"/>
                  </a:lnTo>
                  <a:lnTo>
                    <a:pt x="1" y="4354"/>
                  </a:lnTo>
                  <a:lnTo>
                    <a:pt x="5166" y="10339"/>
                  </a:lnTo>
                  <a:lnTo>
                    <a:pt x="13034" y="1178"/>
                  </a:lnTo>
                  <a:lnTo>
                    <a:pt x="112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8631064" y="1926261"/>
              <a:ext cx="402164" cy="319041"/>
            </a:xfrm>
            <a:custGeom>
              <a:rect b="b" l="l" r="r" t="t"/>
              <a:pathLst>
                <a:path extrusionOk="0" fill="none" h="10340" w="13034">
                  <a:moveTo>
                    <a:pt x="13034" y="1178"/>
                  </a:moveTo>
                  <a:lnTo>
                    <a:pt x="11276" y="0"/>
                  </a:lnTo>
                  <a:lnTo>
                    <a:pt x="5148" y="7164"/>
                  </a:lnTo>
                  <a:lnTo>
                    <a:pt x="1749" y="3167"/>
                  </a:lnTo>
                  <a:lnTo>
                    <a:pt x="0" y="4353"/>
                  </a:lnTo>
                  <a:lnTo>
                    <a:pt x="5166" y="10339"/>
                  </a:lnTo>
                  <a:close/>
                </a:path>
              </a:pathLst>
            </a:custGeom>
            <a:noFill/>
            <a:ln cap="flat" cmpd="sng" w="580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" name="Google Shape;137;p6"/>
          <p:cNvGrpSpPr/>
          <p:nvPr/>
        </p:nvGrpSpPr>
        <p:grpSpPr>
          <a:xfrm>
            <a:off x="194603" y="3511424"/>
            <a:ext cx="329531" cy="336381"/>
            <a:chOff x="472253" y="126924"/>
            <a:chExt cx="329531" cy="336381"/>
          </a:xfrm>
        </p:grpSpPr>
        <p:sp>
          <p:nvSpPr>
            <p:cNvPr id="138" name="Google Shape;138;p6"/>
            <p:cNvSpPr/>
            <p:nvPr/>
          </p:nvSpPr>
          <p:spPr>
            <a:xfrm>
              <a:off x="566114" y="148122"/>
              <a:ext cx="164642" cy="164920"/>
            </a:xfrm>
            <a:custGeom>
              <a:rect b="b" l="l" r="r" t="t"/>
              <a:pathLst>
                <a:path extrusionOk="0" h="5345" w="5336">
                  <a:moveTo>
                    <a:pt x="2668" y="0"/>
                  </a:moveTo>
                  <a:cubicBezTo>
                    <a:pt x="1196" y="0"/>
                    <a:pt x="1" y="1196"/>
                    <a:pt x="1" y="2677"/>
                  </a:cubicBezTo>
                  <a:cubicBezTo>
                    <a:pt x="1" y="4149"/>
                    <a:pt x="1196" y="5344"/>
                    <a:pt x="2668" y="5344"/>
                  </a:cubicBezTo>
                  <a:cubicBezTo>
                    <a:pt x="4140" y="5344"/>
                    <a:pt x="5336" y="4149"/>
                    <a:pt x="5336" y="2677"/>
                  </a:cubicBezTo>
                  <a:cubicBezTo>
                    <a:pt x="5336" y="1196"/>
                    <a:pt x="4140" y="0"/>
                    <a:pt x="26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495117" y="321249"/>
              <a:ext cx="306668" cy="142056"/>
            </a:xfrm>
            <a:custGeom>
              <a:rect b="b" l="l" r="r" t="t"/>
              <a:pathLst>
                <a:path extrusionOk="0" h="4604" w="9939">
                  <a:moveTo>
                    <a:pt x="4603" y="1"/>
                  </a:moveTo>
                  <a:cubicBezTo>
                    <a:pt x="2061" y="1"/>
                    <a:pt x="0" y="2061"/>
                    <a:pt x="0" y="4604"/>
                  </a:cubicBezTo>
                  <a:lnTo>
                    <a:pt x="9938" y="4604"/>
                  </a:lnTo>
                  <a:cubicBezTo>
                    <a:pt x="9938" y="2061"/>
                    <a:pt x="7877" y="1"/>
                    <a:pt x="5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543281" y="126924"/>
              <a:ext cx="164642" cy="164920"/>
            </a:xfrm>
            <a:custGeom>
              <a:rect b="b" l="l" r="r" t="t"/>
              <a:pathLst>
                <a:path extrusionOk="0" fill="none" h="5345" w="5336">
                  <a:moveTo>
                    <a:pt x="2668" y="5344"/>
                  </a:moveTo>
                  <a:cubicBezTo>
                    <a:pt x="4140" y="5344"/>
                    <a:pt x="5335" y="4149"/>
                    <a:pt x="5335" y="2668"/>
                  </a:cubicBezTo>
                  <a:cubicBezTo>
                    <a:pt x="5335" y="1196"/>
                    <a:pt x="4140" y="0"/>
                    <a:pt x="2668" y="0"/>
                  </a:cubicBezTo>
                  <a:cubicBezTo>
                    <a:pt x="1196" y="0"/>
                    <a:pt x="0" y="1196"/>
                    <a:pt x="0" y="2668"/>
                  </a:cubicBezTo>
                  <a:cubicBezTo>
                    <a:pt x="0" y="4149"/>
                    <a:pt x="1196" y="5344"/>
                    <a:pt x="2668" y="5344"/>
                  </a:cubicBezTo>
                  <a:close/>
                </a:path>
              </a:pathLst>
            </a:custGeom>
            <a:noFill/>
            <a:ln cap="flat" cmpd="sng" w="580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472253" y="299774"/>
              <a:ext cx="306668" cy="142334"/>
            </a:xfrm>
            <a:custGeom>
              <a:rect b="b" l="l" r="r" t="t"/>
              <a:pathLst>
                <a:path extrusionOk="0" fill="none" h="4613" w="9939">
                  <a:moveTo>
                    <a:pt x="5336" y="1"/>
                  </a:moveTo>
                  <a:lnTo>
                    <a:pt x="4604" y="1"/>
                  </a:lnTo>
                  <a:cubicBezTo>
                    <a:pt x="2062" y="1"/>
                    <a:pt x="1" y="2070"/>
                    <a:pt x="1" y="4613"/>
                  </a:cubicBezTo>
                  <a:lnTo>
                    <a:pt x="9939" y="4613"/>
                  </a:lnTo>
                  <a:cubicBezTo>
                    <a:pt x="9939" y="2070"/>
                    <a:pt x="7878" y="1"/>
                    <a:pt x="5336" y="1"/>
                  </a:cubicBezTo>
                  <a:close/>
                </a:path>
              </a:pathLst>
            </a:custGeom>
            <a:noFill/>
            <a:ln cap="flat" cmpd="sng" w="580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" name="Google Shape;142;p6"/>
          <p:cNvSpPr/>
          <p:nvPr/>
        </p:nvSpPr>
        <p:spPr>
          <a:xfrm>
            <a:off x="8888379" y="2320310"/>
            <a:ext cx="107931" cy="107931"/>
          </a:xfrm>
          <a:custGeom>
            <a:rect b="b" l="l" r="r" t="t"/>
            <a:pathLst>
              <a:path extrusionOk="0" fill="none" h="3498" w="3498">
                <a:moveTo>
                  <a:pt x="3497" y="1749"/>
                </a:moveTo>
                <a:cubicBezTo>
                  <a:pt x="3497" y="2713"/>
                  <a:pt x="2712" y="3498"/>
                  <a:pt x="1749" y="3498"/>
                </a:cubicBezTo>
                <a:cubicBezTo>
                  <a:pt x="785" y="3498"/>
                  <a:pt x="0" y="2713"/>
                  <a:pt x="0" y="1749"/>
                </a:cubicBezTo>
                <a:cubicBezTo>
                  <a:pt x="0" y="786"/>
                  <a:pt x="785" y="1"/>
                  <a:pt x="1749" y="1"/>
                </a:cubicBezTo>
                <a:cubicBezTo>
                  <a:pt x="2712" y="1"/>
                  <a:pt x="3497" y="786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5" name="Google Shape;145;p7"/>
          <p:cNvSpPr txBox="1"/>
          <p:nvPr>
            <p:ph idx="1" type="subTitle"/>
          </p:nvPr>
        </p:nvSpPr>
        <p:spPr>
          <a:xfrm>
            <a:off x="796200" y="1700300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46" name="Google Shape;146;p7"/>
          <p:cNvSpPr/>
          <p:nvPr>
            <p:ph idx="2" type="pic"/>
          </p:nvPr>
        </p:nvSpPr>
        <p:spPr>
          <a:xfrm>
            <a:off x="5330225" y="1700175"/>
            <a:ext cx="2871900" cy="2298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"/>
          <p:cNvSpPr/>
          <p:nvPr/>
        </p:nvSpPr>
        <p:spPr>
          <a:xfrm>
            <a:off x="492972" y="4611039"/>
            <a:ext cx="211727" cy="211696"/>
          </a:xfrm>
          <a:custGeom>
            <a:rect b="b" l="l" r="r" t="t"/>
            <a:pathLst>
              <a:path extrusionOk="0" h="6861" w="6862">
                <a:moveTo>
                  <a:pt x="3433" y="2434"/>
                </a:moveTo>
                <a:cubicBezTo>
                  <a:pt x="3842" y="2434"/>
                  <a:pt x="4224" y="2687"/>
                  <a:pt x="4372" y="3096"/>
                </a:cubicBezTo>
                <a:cubicBezTo>
                  <a:pt x="4559" y="3614"/>
                  <a:pt x="4283" y="4185"/>
                  <a:pt x="3766" y="4372"/>
                </a:cubicBezTo>
                <a:cubicBezTo>
                  <a:pt x="3657" y="4409"/>
                  <a:pt x="3546" y="4427"/>
                  <a:pt x="3437" y="4427"/>
                </a:cubicBezTo>
                <a:cubicBezTo>
                  <a:pt x="3026" y="4427"/>
                  <a:pt x="2640" y="4174"/>
                  <a:pt x="2499" y="3765"/>
                </a:cubicBezTo>
                <a:cubicBezTo>
                  <a:pt x="2311" y="3248"/>
                  <a:pt x="2579" y="2677"/>
                  <a:pt x="3105" y="2490"/>
                </a:cubicBezTo>
                <a:cubicBezTo>
                  <a:pt x="3214" y="2452"/>
                  <a:pt x="3324" y="2434"/>
                  <a:pt x="3433" y="2434"/>
                </a:cubicBezTo>
                <a:close/>
                <a:moveTo>
                  <a:pt x="2624" y="1"/>
                </a:moveTo>
                <a:lnTo>
                  <a:pt x="2008" y="224"/>
                </a:lnTo>
                <a:lnTo>
                  <a:pt x="2186" y="1482"/>
                </a:lnTo>
                <a:cubicBezTo>
                  <a:pt x="1999" y="1598"/>
                  <a:pt x="1839" y="1731"/>
                  <a:pt x="1705" y="1892"/>
                </a:cubicBezTo>
                <a:lnTo>
                  <a:pt x="438" y="1571"/>
                </a:lnTo>
                <a:lnTo>
                  <a:pt x="152" y="2168"/>
                </a:lnTo>
                <a:lnTo>
                  <a:pt x="1169" y="2936"/>
                </a:lnTo>
                <a:cubicBezTo>
                  <a:pt x="1125" y="3141"/>
                  <a:pt x="1107" y="3355"/>
                  <a:pt x="1125" y="3569"/>
                </a:cubicBezTo>
                <a:lnTo>
                  <a:pt x="1" y="4238"/>
                </a:lnTo>
                <a:lnTo>
                  <a:pt x="224" y="4854"/>
                </a:lnTo>
                <a:lnTo>
                  <a:pt x="1482" y="4675"/>
                </a:lnTo>
                <a:cubicBezTo>
                  <a:pt x="1598" y="4863"/>
                  <a:pt x="1740" y="5023"/>
                  <a:pt x="1892" y="5166"/>
                </a:cubicBezTo>
                <a:lnTo>
                  <a:pt x="1580" y="6424"/>
                </a:lnTo>
                <a:lnTo>
                  <a:pt x="2178" y="6709"/>
                </a:lnTo>
                <a:lnTo>
                  <a:pt x="2936" y="5692"/>
                </a:lnTo>
                <a:cubicBezTo>
                  <a:pt x="3107" y="5729"/>
                  <a:pt x="3284" y="5748"/>
                  <a:pt x="3462" y="5748"/>
                </a:cubicBezTo>
                <a:cubicBezTo>
                  <a:pt x="3498" y="5748"/>
                  <a:pt x="3534" y="5747"/>
                  <a:pt x="3569" y="5746"/>
                </a:cubicBezTo>
                <a:lnTo>
                  <a:pt x="4238" y="6861"/>
                </a:lnTo>
                <a:lnTo>
                  <a:pt x="4863" y="6638"/>
                </a:lnTo>
                <a:lnTo>
                  <a:pt x="4684" y="5380"/>
                </a:lnTo>
                <a:cubicBezTo>
                  <a:pt x="4863" y="5264"/>
                  <a:pt x="5023" y="5130"/>
                  <a:pt x="5166" y="4970"/>
                </a:cubicBezTo>
                <a:lnTo>
                  <a:pt x="6424" y="5282"/>
                </a:lnTo>
                <a:lnTo>
                  <a:pt x="6709" y="4684"/>
                </a:lnTo>
                <a:lnTo>
                  <a:pt x="5692" y="3926"/>
                </a:lnTo>
                <a:cubicBezTo>
                  <a:pt x="5737" y="3721"/>
                  <a:pt x="5755" y="3507"/>
                  <a:pt x="5746" y="3293"/>
                </a:cubicBezTo>
                <a:lnTo>
                  <a:pt x="6861" y="2623"/>
                </a:lnTo>
                <a:lnTo>
                  <a:pt x="6638" y="1999"/>
                </a:lnTo>
                <a:lnTo>
                  <a:pt x="5380" y="2177"/>
                </a:lnTo>
                <a:cubicBezTo>
                  <a:pt x="5264" y="1999"/>
                  <a:pt x="5130" y="1838"/>
                  <a:pt x="4970" y="1696"/>
                </a:cubicBezTo>
                <a:lnTo>
                  <a:pt x="5291" y="438"/>
                </a:lnTo>
                <a:lnTo>
                  <a:pt x="4693" y="152"/>
                </a:lnTo>
                <a:lnTo>
                  <a:pt x="3926" y="1169"/>
                </a:lnTo>
                <a:cubicBezTo>
                  <a:pt x="3755" y="1132"/>
                  <a:pt x="3584" y="1114"/>
                  <a:pt x="3408" y="1114"/>
                </a:cubicBezTo>
                <a:cubicBezTo>
                  <a:pt x="3373" y="1114"/>
                  <a:pt x="3337" y="1114"/>
                  <a:pt x="3302" y="1116"/>
                </a:cubicBezTo>
                <a:lnTo>
                  <a:pt x="262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501519" y="4594254"/>
            <a:ext cx="211696" cy="211418"/>
          </a:xfrm>
          <a:custGeom>
            <a:rect b="b" l="l" r="r" t="t"/>
            <a:pathLst>
              <a:path extrusionOk="0" fill="none" h="6852" w="6861">
                <a:moveTo>
                  <a:pt x="2489" y="3765"/>
                </a:moveTo>
                <a:cubicBezTo>
                  <a:pt x="2311" y="3239"/>
                  <a:pt x="2579" y="2677"/>
                  <a:pt x="3096" y="2489"/>
                </a:cubicBezTo>
                <a:cubicBezTo>
                  <a:pt x="3613" y="2302"/>
                  <a:pt x="4184" y="2579"/>
                  <a:pt x="4372" y="3096"/>
                </a:cubicBezTo>
                <a:cubicBezTo>
                  <a:pt x="4550" y="3613"/>
                  <a:pt x="4282" y="4184"/>
                  <a:pt x="3765" y="4363"/>
                </a:cubicBezTo>
                <a:cubicBezTo>
                  <a:pt x="3248" y="4550"/>
                  <a:pt x="2677" y="4283"/>
                  <a:pt x="2489" y="3765"/>
                </a:cubicBezTo>
                <a:close/>
                <a:moveTo>
                  <a:pt x="223" y="4853"/>
                </a:moveTo>
                <a:lnTo>
                  <a:pt x="1481" y="4675"/>
                </a:lnTo>
                <a:cubicBezTo>
                  <a:pt x="1597" y="4862"/>
                  <a:pt x="1731" y="5023"/>
                  <a:pt x="1892" y="5157"/>
                </a:cubicBezTo>
                <a:lnTo>
                  <a:pt x="1579" y="6424"/>
                </a:lnTo>
                <a:lnTo>
                  <a:pt x="2168" y="6709"/>
                </a:lnTo>
                <a:lnTo>
                  <a:pt x="2935" y="5692"/>
                </a:lnTo>
                <a:cubicBezTo>
                  <a:pt x="3141" y="5737"/>
                  <a:pt x="3355" y="5755"/>
                  <a:pt x="3569" y="5737"/>
                </a:cubicBezTo>
                <a:lnTo>
                  <a:pt x="4238" y="6852"/>
                </a:lnTo>
                <a:lnTo>
                  <a:pt x="4853" y="6638"/>
                </a:lnTo>
                <a:lnTo>
                  <a:pt x="4675" y="5380"/>
                </a:lnTo>
                <a:cubicBezTo>
                  <a:pt x="4862" y="5264"/>
                  <a:pt x="5023" y="5121"/>
                  <a:pt x="5166" y="4969"/>
                </a:cubicBezTo>
                <a:lnTo>
                  <a:pt x="6424" y="5282"/>
                </a:lnTo>
                <a:lnTo>
                  <a:pt x="6709" y="4684"/>
                </a:lnTo>
                <a:lnTo>
                  <a:pt x="5692" y="3926"/>
                </a:lnTo>
                <a:cubicBezTo>
                  <a:pt x="5737" y="3721"/>
                  <a:pt x="5754" y="3506"/>
                  <a:pt x="5746" y="3292"/>
                </a:cubicBezTo>
                <a:lnTo>
                  <a:pt x="6861" y="2623"/>
                </a:lnTo>
                <a:lnTo>
                  <a:pt x="6638" y="1999"/>
                </a:lnTo>
                <a:lnTo>
                  <a:pt x="5380" y="2177"/>
                </a:lnTo>
                <a:cubicBezTo>
                  <a:pt x="5264" y="1999"/>
                  <a:pt x="5130" y="1838"/>
                  <a:pt x="4969" y="1695"/>
                </a:cubicBezTo>
                <a:lnTo>
                  <a:pt x="5282" y="438"/>
                </a:lnTo>
                <a:lnTo>
                  <a:pt x="4684" y="152"/>
                </a:lnTo>
                <a:lnTo>
                  <a:pt x="3926" y="1169"/>
                </a:lnTo>
                <a:cubicBezTo>
                  <a:pt x="3720" y="1116"/>
                  <a:pt x="3506" y="1098"/>
                  <a:pt x="3292" y="1116"/>
                </a:cubicBezTo>
                <a:lnTo>
                  <a:pt x="2623" y="0"/>
                </a:lnTo>
                <a:lnTo>
                  <a:pt x="1999" y="223"/>
                </a:lnTo>
                <a:lnTo>
                  <a:pt x="2177" y="1472"/>
                </a:lnTo>
                <a:cubicBezTo>
                  <a:pt x="1999" y="1588"/>
                  <a:pt x="1838" y="1731"/>
                  <a:pt x="1695" y="1892"/>
                </a:cubicBezTo>
                <a:lnTo>
                  <a:pt x="438" y="1571"/>
                </a:lnTo>
                <a:lnTo>
                  <a:pt x="152" y="2168"/>
                </a:lnTo>
                <a:lnTo>
                  <a:pt x="1169" y="2935"/>
                </a:lnTo>
                <a:cubicBezTo>
                  <a:pt x="1124" y="3141"/>
                  <a:pt x="1107" y="3346"/>
                  <a:pt x="1116" y="3560"/>
                </a:cubicBezTo>
                <a:lnTo>
                  <a:pt x="0" y="4229"/>
                </a:lnTo>
                <a:close/>
              </a:path>
            </a:pathLst>
          </a:custGeom>
          <a:noFill/>
          <a:ln cap="rnd" cmpd="sng" w="10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7"/>
          <p:cNvGrpSpPr/>
          <p:nvPr/>
        </p:nvGrpSpPr>
        <p:grpSpPr>
          <a:xfrm>
            <a:off x="8430768" y="351621"/>
            <a:ext cx="402677" cy="340272"/>
            <a:chOff x="5915814" y="759984"/>
            <a:chExt cx="589917" cy="498493"/>
          </a:xfrm>
        </p:grpSpPr>
        <p:sp>
          <p:nvSpPr>
            <p:cNvPr id="150" name="Google Shape;150;p7"/>
            <p:cNvSpPr/>
            <p:nvPr/>
          </p:nvSpPr>
          <p:spPr>
            <a:xfrm>
              <a:off x="5945003" y="759984"/>
              <a:ext cx="560728" cy="469335"/>
            </a:xfrm>
            <a:custGeom>
              <a:rect b="b" l="l" r="r" t="t"/>
              <a:pathLst>
                <a:path extrusionOk="0" h="15211" w="18173">
                  <a:moveTo>
                    <a:pt x="9082" y="0"/>
                  </a:moveTo>
                  <a:cubicBezTo>
                    <a:pt x="4068" y="0"/>
                    <a:pt x="0" y="2810"/>
                    <a:pt x="0" y="6280"/>
                  </a:cubicBezTo>
                  <a:cubicBezTo>
                    <a:pt x="0" y="9644"/>
                    <a:pt x="3818" y="12391"/>
                    <a:pt x="8618" y="12561"/>
                  </a:cubicBezTo>
                  <a:lnTo>
                    <a:pt x="6584" y="15210"/>
                  </a:lnTo>
                  <a:lnTo>
                    <a:pt x="11080" y="12409"/>
                  </a:lnTo>
                  <a:cubicBezTo>
                    <a:pt x="12088" y="12257"/>
                    <a:pt x="13043" y="11981"/>
                    <a:pt x="13890" y="11615"/>
                  </a:cubicBezTo>
                  <a:cubicBezTo>
                    <a:pt x="16460" y="10509"/>
                    <a:pt x="18172" y="8529"/>
                    <a:pt x="18172" y="6280"/>
                  </a:cubicBezTo>
                  <a:cubicBezTo>
                    <a:pt x="18172" y="2810"/>
                    <a:pt x="14104" y="0"/>
                    <a:pt x="90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5915814" y="789142"/>
              <a:ext cx="560728" cy="469335"/>
            </a:xfrm>
            <a:custGeom>
              <a:rect b="b" l="l" r="r" t="t"/>
              <a:pathLst>
                <a:path extrusionOk="0" fill="none" h="15211" w="18173">
                  <a:moveTo>
                    <a:pt x="9082" y="1"/>
                  </a:moveTo>
                  <a:cubicBezTo>
                    <a:pt x="4069" y="1"/>
                    <a:pt x="1" y="2811"/>
                    <a:pt x="1" y="6281"/>
                  </a:cubicBezTo>
                  <a:cubicBezTo>
                    <a:pt x="1" y="9644"/>
                    <a:pt x="3819" y="12383"/>
                    <a:pt x="8618" y="12553"/>
                  </a:cubicBezTo>
                  <a:lnTo>
                    <a:pt x="6584" y="15211"/>
                  </a:lnTo>
                  <a:lnTo>
                    <a:pt x="11081" y="12410"/>
                  </a:lnTo>
                  <a:cubicBezTo>
                    <a:pt x="12089" y="12249"/>
                    <a:pt x="13043" y="11982"/>
                    <a:pt x="13891" y="11616"/>
                  </a:cubicBezTo>
                  <a:cubicBezTo>
                    <a:pt x="16460" y="10501"/>
                    <a:pt x="18173" y="8529"/>
                    <a:pt x="18173" y="6281"/>
                  </a:cubicBezTo>
                  <a:cubicBezTo>
                    <a:pt x="18173" y="2811"/>
                    <a:pt x="14105" y="1"/>
                    <a:pt x="9082" y="1"/>
                  </a:cubicBezTo>
                  <a:close/>
                </a:path>
              </a:pathLst>
            </a:custGeom>
            <a:noFill/>
            <a:ln cap="rnd" cmpd="sng" w="176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6068300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95" y="0"/>
                    <a:pt x="1" y="286"/>
                    <a:pt x="1" y="643"/>
                  </a:cubicBezTo>
                  <a:cubicBezTo>
                    <a:pt x="1" y="991"/>
                    <a:pt x="295" y="1285"/>
                    <a:pt x="643" y="1285"/>
                  </a:cubicBezTo>
                  <a:cubicBezTo>
                    <a:pt x="1000" y="1285"/>
                    <a:pt x="1286" y="991"/>
                    <a:pt x="1286" y="643"/>
                  </a:cubicBezTo>
                  <a:cubicBezTo>
                    <a:pt x="1286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6183636" y="967793"/>
              <a:ext cx="39402" cy="39680"/>
            </a:xfrm>
            <a:custGeom>
              <a:rect b="b" l="l" r="r" t="t"/>
              <a:pathLst>
                <a:path extrusionOk="0" h="1286" w="1277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991" y="1285"/>
                    <a:pt x="1277" y="991"/>
                    <a:pt x="1277" y="643"/>
                  </a:cubicBezTo>
                  <a:cubicBezTo>
                    <a:pt x="1277" y="286"/>
                    <a:pt x="991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6298694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1000" y="1285"/>
                    <a:pt x="1285" y="991"/>
                    <a:pt x="1285" y="643"/>
                  </a:cubicBezTo>
                  <a:cubicBezTo>
                    <a:pt x="1285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7"/>
          <p:cNvGrpSpPr/>
          <p:nvPr/>
        </p:nvGrpSpPr>
        <p:grpSpPr>
          <a:xfrm rot="5400000">
            <a:off x="151629" y="526820"/>
            <a:ext cx="668906" cy="145913"/>
            <a:chOff x="2804304" y="4395845"/>
            <a:chExt cx="668906" cy="145913"/>
          </a:xfrm>
        </p:grpSpPr>
        <p:sp>
          <p:nvSpPr>
            <p:cNvPr id="156" name="Google Shape;156;p7"/>
            <p:cNvSpPr/>
            <p:nvPr/>
          </p:nvSpPr>
          <p:spPr>
            <a:xfrm>
              <a:off x="2854937" y="4422257"/>
              <a:ext cx="562116" cy="89788"/>
            </a:xfrm>
            <a:custGeom>
              <a:rect b="b" l="l" r="r" t="t"/>
              <a:pathLst>
                <a:path extrusionOk="0" fill="none" h="2910" w="18218">
                  <a:moveTo>
                    <a:pt x="1" y="1"/>
                  </a:moveTo>
                  <a:lnTo>
                    <a:pt x="6923" y="1"/>
                  </a:lnTo>
                  <a:lnTo>
                    <a:pt x="6923" y="2909"/>
                  </a:lnTo>
                  <a:lnTo>
                    <a:pt x="18217" y="290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2804304" y="4395845"/>
              <a:ext cx="50664" cy="50664"/>
            </a:xfrm>
            <a:custGeom>
              <a:rect b="b" l="l" r="r" t="t"/>
              <a:pathLst>
                <a:path extrusionOk="0" fill="none" h="1642" w="1642">
                  <a:moveTo>
                    <a:pt x="1642" y="821"/>
                  </a:moveTo>
                  <a:cubicBezTo>
                    <a:pt x="1642" y="1276"/>
                    <a:pt x="1276" y="1642"/>
                    <a:pt x="821" y="1642"/>
                  </a:cubicBezTo>
                  <a:cubicBezTo>
                    <a:pt x="366" y="1642"/>
                    <a:pt x="0" y="1276"/>
                    <a:pt x="0" y="821"/>
                  </a:cubicBezTo>
                  <a:cubicBezTo>
                    <a:pt x="0" y="366"/>
                    <a:pt x="366" y="0"/>
                    <a:pt x="821" y="0"/>
                  </a:cubicBezTo>
                  <a:cubicBezTo>
                    <a:pt x="1276" y="0"/>
                    <a:pt x="1642" y="366"/>
                    <a:pt x="1642" y="821"/>
                  </a:cubicBezTo>
                  <a:close/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3422237" y="4490817"/>
              <a:ext cx="50972" cy="50942"/>
            </a:xfrm>
            <a:custGeom>
              <a:rect b="b" l="l" r="r" t="t"/>
              <a:pathLst>
                <a:path extrusionOk="0" h="1651" w="1652">
                  <a:moveTo>
                    <a:pt x="831" y="0"/>
                  </a:moveTo>
                  <a:cubicBezTo>
                    <a:pt x="376" y="0"/>
                    <a:pt x="1" y="375"/>
                    <a:pt x="1" y="821"/>
                  </a:cubicBezTo>
                  <a:cubicBezTo>
                    <a:pt x="1" y="1276"/>
                    <a:pt x="376" y="1651"/>
                    <a:pt x="831" y="1651"/>
                  </a:cubicBezTo>
                  <a:cubicBezTo>
                    <a:pt x="1277" y="1651"/>
                    <a:pt x="1651" y="1276"/>
                    <a:pt x="1651" y="821"/>
                  </a:cubicBezTo>
                  <a:cubicBezTo>
                    <a:pt x="1651" y="375"/>
                    <a:pt x="1277" y="0"/>
                    <a:pt x="8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" name="Google Shape;159;p7"/>
          <p:cNvGrpSpPr/>
          <p:nvPr/>
        </p:nvGrpSpPr>
        <p:grpSpPr>
          <a:xfrm flipH="1">
            <a:off x="8504433" y="4289745"/>
            <a:ext cx="7325" cy="270117"/>
            <a:chOff x="2544720" y="2736864"/>
            <a:chExt cx="31" cy="174269"/>
          </a:xfrm>
        </p:grpSpPr>
        <p:sp>
          <p:nvSpPr>
            <p:cNvPr id="160" name="Google Shape;160;p7"/>
            <p:cNvSpPr/>
            <p:nvPr/>
          </p:nvSpPr>
          <p:spPr>
            <a:xfrm>
              <a:off x="2544720" y="2736864"/>
              <a:ext cx="31" cy="3055"/>
            </a:xfrm>
            <a:custGeom>
              <a:rect b="b" l="l" r="r" t="t"/>
              <a:pathLst>
                <a:path extrusionOk="0" fill="none" h="99" w="1">
                  <a:moveTo>
                    <a:pt x="1" y="1"/>
                  </a:moveTo>
                  <a:lnTo>
                    <a:pt x="1" y="9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2544720" y="2778148"/>
              <a:ext cx="31" cy="110955"/>
            </a:xfrm>
            <a:custGeom>
              <a:rect b="b" l="l" r="r" t="t"/>
              <a:pathLst>
                <a:path extrusionOk="0" fill="none" h="3596" w="1">
                  <a:moveTo>
                    <a:pt x="1" y="1"/>
                  </a:moveTo>
                  <a:lnTo>
                    <a:pt x="1" y="3596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2544720" y="2908356"/>
              <a:ext cx="31" cy="2777"/>
            </a:xfrm>
            <a:custGeom>
              <a:rect b="b" l="l" r="r" t="t"/>
              <a:pathLst>
                <a:path extrusionOk="0" fill="none" h="90" w="1">
                  <a:moveTo>
                    <a:pt x="1" y="0"/>
                  </a:moveTo>
                  <a:lnTo>
                    <a:pt x="1" y="9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" name="Google Shape;163;p7"/>
          <p:cNvGrpSpPr/>
          <p:nvPr/>
        </p:nvGrpSpPr>
        <p:grpSpPr>
          <a:xfrm>
            <a:off x="8459063" y="4660594"/>
            <a:ext cx="95805" cy="95805"/>
            <a:chOff x="3741963" y="3746119"/>
            <a:chExt cx="95805" cy="95805"/>
          </a:xfrm>
        </p:grpSpPr>
        <p:sp>
          <p:nvSpPr>
            <p:cNvPr id="164" name="Google Shape;164;p7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8" name="Google Shape;168;p8"/>
          <p:cNvSpPr/>
          <p:nvPr/>
        </p:nvSpPr>
        <p:spPr>
          <a:xfrm>
            <a:off x="345728" y="278601"/>
            <a:ext cx="1140250" cy="630702"/>
          </a:xfrm>
          <a:custGeom>
            <a:rect b="b" l="l" r="r" t="t"/>
            <a:pathLst>
              <a:path extrusionOk="0" h="14774" w="26710">
                <a:moveTo>
                  <a:pt x="5656" y="1"/>
                </a:moveTo>
                <a:cubicBezTo>
                  <a:pt x="2534" y="1"/>
                  <a:pt x="0" y="2534"/>
                  <a:pt x="0" y="5656"/>
                </a:cubicBezTo>
                <a:cubicBezTo>
                  <a:pt x="0" y="8779"/>
                  <a:pt x="2534" y="11312"/>
                  <a:pt x="5656" y="11312"/>
                </a:cubicBezTo>
                <a:lnTo>
                  <a:pt x="9216" y="11312"/>
                </a:lnTo>
                <a:lnTo>
                  <a:pt x="12338" y="14774"/>
                </a:lnTo>
                <a:lnTo>
                  <a:pt x="12713" y="11312"/>
                </a:lnTo>
                <a:lnTo>
                  <a:pt x="21045" y="11312"/>
                </a:lnTo>
                <a:cubicBezTo>
                  <a:pt x="24176" y="11312"/>
                  <a:pt x="26710" y="8779"/>
                  <a:pt x="26710" y="5656"/>
                </a:cubicBezTo>
                <a:cubicBezTo>
                  <a:pt x="26710" y="2534"/>
                  <a:pt x="24176" y="1"/>
                  <a:pt x="210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305728" y="238216"/>
            <a:ext cx="1139908" cy="630745"/>
          </a:xfrm>
          <a:custGeom>
            <a:rect b="b" l="l" r="r" t="t"/>
            <a:pathLst>
              <a:path extrusionOk="0" fill="none" h="14775" w="26702">
                <a:moveTo>
                  <a:pt x="21045" y="1"/>
                </a:moveTo>
                <a:lnTo>
                  <a:pt x="5656" y="1"/>
                </a:lnTo>
                <a:cubicBezTo>
                  <a:pt x="2525" y="1"/>
                  <a:pt x="0" y="2535"/>
                  <a:pt x="0" y="5657"/>
                </a:cubicBezTo>
                <a:cubicBezTo>
                  <a:pt x="0" y="8779"/>
                  <a:pt x="2525" y="11313"/>
                  <a:pt x="5656" y="11313"/>
                </a:cubicBezTo>
                <a:lnTo>
                  <a:pt x="9216" y="11313"/>
                </a:lnTo>
                <a:lnTo>
                  <a:pt x="12329" y="14774"/>
                </a:lnTo>
                <a:lnTo>
                  <a:pt x="12704" y="11313"/>
                </a:lnTo>
                <a:lnTo>
                  <a:pt x="21045" y="11313"/>
                </a:lnTo>
                <a:cubicBezTo>
                  <a:pt x="24167" y="11313"/>
                  <a:pt x="26701" y="8779"/>
                  <a:pt x="26701" y="5657"/>
                </a:cubicBezTo>
                <a:cubicBezTo>
                  <a:pt x="26701" y="2535"/>
                  <a:pt x="24167" y="1"/>
                  <a:pt x="21045" y="1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 flipH="1" rot="10800000">
            <a:off x="7613130" y="236791"/>
            <a:ext cx="1095532" cy="467640"/>
          </a:xfrm>
          <a:custGeom>
            <a:rect b="b" l="l" r="r" t="t"/>
            <a:pathLst>
              <a:path extrusionOk="0" fill="none" h="23062" w="54027">
                <a:moveTo>
                  <a:pt x="1" y="23061"/>
                </a:moveTo>
                <a:lnTo>
                  <a:pt x="1" y="19038"/>
                </a:lnTo>
                <a:cubicBezTo>
                  <a:pt x="1" y="15532"/>
                  <a:pt x="2847" y="12686"/>
                  <a:pt x="6344" y="12686"/>
                </a:cubicBezTo>
                <a:lnTo>
                  <a:pt x="21554" y="12686"/>
                </a:lnTo>
                <a:cubicBezTo>
                  <a:pt x="25060" y="12686"/>
                  <a:pt x="27897" y="9849"/>
                  <a:pt x="27897" y="6343"/>
                </a:cubicBezTo>
                <a:cubicBezTo>
                  <a:pt x="27897" y="2838"/>
                  <a:pt x="30743" y="1"/>
                  <a:pt x="34249" y="1"/>
                </a:cubicBezTo>
                <a:lnTo>
                  <a:pt x="54027" y="1"/>
                </a:lnTo>
                <a:lnTo>
                  <a:pt x="54027" y="330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 rot="10800000">
            <a:off x="458156" y="4286596"/>
            <a:ext cx="1382861" cy="549509"/>
          </a:xfrm>
          <a:custGeom>
            <a:rect b="b" l="l" r="r" t="t"/>
            <a:pathLst>
              <a:path extrusionOk="0" fill="none" h="21919" w="55160">
                <a:moveTo>
                  <a:pt x="1" y="0"/>
                </a:moveTo>
                <a:lnTo>
                  <a:pt x="1" y="4086"/>
                </a:lnTo>
                <a:cubicBezTo>
                  <a:pt x="1" y="13935"/>
                  <a:pt x="7985" y="21919"/>
                  <a:pt x="17843" y="21919"/>
                </a:cubicBezTo>
                <a:lnTo>
                  <a:pt x="49120" y="21919"/>
                </a:lnTo>
                <a:cubicBezTo>
                  <a:pt x="52457" y="21919"/>
                  <a:pt x="55160" y="19216"/>
                  <a:pt x="55160" y="15888"/>
                </a:cubicBez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 rot="10800000">
            <a:off x="8404279" y="196223"/>
            <a:ext cx="194356" cy="194387"/>
          </a:xfrm>
          <a:custGeom>
            <a:rect b="b" l="l" r="r" t="t"/>
            <a:pathLst>
              <a:path extrusionOk="0" h="6300" w="6299">
                <a:moveTo>
                  <a:pt x="3988" y="1116"/>
                </a:moveTo>
                <a:lnTo>
                  <a:pt x="5184" y="2312"/>
                </a:lnTo>
                <a:lnTo>
                  <a:pt x="5184" y="3989"/>
                </a:lnTo>
                <a:lnTo>
                  <a:pt x="3988" y="5184"/>
                </a:lnTo>
                <a:lnTo>
                  <a:pt x="2302" y="5184"/>
                </a:lnTo>
                <a:lnTo>
                  <a:pt x="1116" y="3989"/>
                </a:lnTo>
                <a:lnTo>
                  <a:pt x="1116" y="2312"/>
                </a:lnTo>
                <a:lnTo>
                  <a:pt x="2302" y="1116"/>
                </a:lnTo>
                <a:close/>
                <a:moveTo>
                  <a:pt x="1838" y="1"/>
                </a:moveTo>
                <a:lnTo>
                  <a:pt x="1" y="1848"/>
                </a:lnTo>
                <a:lnTo>
                  <a:pt x="1" y="4453"/>
                </a:lnTo>
                <a:lnTo>
                  <a:pt x="1838" y="6299"/>
                </a:lnTo>
                <a:lnTo>
                  <a:pt x="4452" y="6299"/>
                </a:lnTo>
                <a:lnTo>
                  <a:pt x="6299" y="4453"/>
                </a:lnTo>
                <a:lnTo>
                  <a:pt x="6299" y="1848"/>
                </a:lnTo>
                <a:lnTo>
                  <a:pt x="445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 rot="10800000">
            <a:off x="4474868" y="445830"/>
            <a:ext cx="194356" cy="194356"/>
          </a:xfrm>
          <a:custGeom>
            <a:rect b="b" l="l" r="r" t="t"/>
            <a:pathLst>
              <a:path extrusionOk="0" h="6299" w="6299">
                <a:moveTo>
                  <a:pt x="3997" y="1116"/>
                </a:moveTo>
                <a:lnTo>
                  <a:pt x="5183" y="2302"/>
                </a:lnTo>
                <a:lnTo>
                  <a:pt x="5183" y="3988"/>
                </a:lnTo>
                <a:lnTo>
                  <a:pt x="3997" y="5184"/>
                </a:lnTo>
                <a:lnTo>
                  <a:pt x="2311" y="5184"/>
                </a:lnTo>
                <a:lnTo>
                  <a:pt x="1115" y="3988"/>
                </a:lnTo>
                <a:lnTo>
                  <a:pt x="1115" y="2302"/>
                </a:lnTo>
                <a:lnTo>
                  <a:pt x="2311" y="1116"/>
                </a:lnTo>
                <a:close/>
                <a:moveTo>
                  <a:pt x="1847" y="1"/>
                </a:moveTo>
                <a:lnTo>
                  <a:pt x="0" y="1838"/>
                </a:lnTo>
                <a:lnTo>
                  <a:pt x="0" y="4452"/>
                </a:lnTo>
                <a:lnTo>
                  <a:pt x="1847" y="6299"/>
                </a:lnTo>
                <a:lnTo>
                  <a:pt x="4452" y="6299"/>
                </a:lnTo>
                <a:lnTo>
                  <a:pt x="6299" y="4452"/>
                </a:lnTo>
                <a:lnTo>
                  <a:pt x="6299" y="1838"/>
                </a:lnTo>
                <a:lnTo>
                  <a:pt x="445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 rot="10800000">
            <a:off x="578807" y="4607508"/>
            <a:ext cx="107931" cy="107653"/>
          </a:xfrm>
          <a:custGeom>
            <a:rect b="b" l="l" r="r" t="t"/>
            <a:pathLst>
              <a:path extrusionOk="0" fill="none" h="3489" w="3498">
                <a:moveTo>
                  <a:pt x="3497" y="1749"/>
                </a:moveTo>
                <a:cubicBezTo>
                  <a:pt x="3497" y="2712"/>
                  <a:pt x="2712" y="3489"/>
                  <a:pt x="1749" y="3489"/>
                </a:cubicBezTo>
                <a:cubicBezTo>
                  <a:pt x="785" y="3489"/>
                  <a:pt x="0" y="2712"/>
                  <a:pt x="0" y="1749"/>
                </a:cubicBezTo>
                <a:cubicBezTo>
                  <a:pt x="0" y="777"/>
                  <a:pt x="785" y="0"/>
                  <a:pt x="1749" y="0"/>
                </a:cubicBezTo>
                <a:cubicBezTo>
                  <a:pt x="2712" y="0"/>
                  <a:pt x="3497" y="777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 rot="10800000">
            <a:off x="4409640" y="4445080"/>
            <a:ext cx="324811" cy="324841"/>
          </a:xfrm>
          <a:custGeom>
            <a:rect b="b" l="l" r="r" t="t"/>
            <a:pathLst>
              <a:path extrusionOk="0" h="10528" w="10527">
                <a:moveTo>
                  <a:pt x="6673" y="1874"/>
                </a:moveTo>
                <a:lnTo>
                  <a:pt x="8662" y="3864"/>
                </a:lnTo>
                <a:lnTo>
                  <a:pt x="8662" y="6674"/>
                </a:lnTo>
                <a:lnTo>
                  <a:pt x="6673" y="8663"/>
                </a:lnTo>
                <a:lnTo>
                  <a:pt x="3863" y="8663"/>
                </a:lnTo>
                <a:lnTo>
                  <a:pt x="1873" y="6674"/>
                </a:lnTo>
                <a:lnTo>
                  <a:pt x="1873" y="3864"/>
                </a:lnTo>
                <a:lnTo>
                  <a:pt x="3863" y="1874"/>
                </a:lnTo>
                <a:close/>
                <a:moveTo>
                  <a:pt x="3087" y="1"/>
                </a:moveTo>
                <a:lnTo>
                  <a:pt x="0" y="3088"/>
                </a:lnTo>
                <a:lnTo>
                  <a:pt x="0" y="7450"/>
                </a:lnTo>
                <a:lnTo>
                  <a:pt x="3087" y="10528"/>
                </a:lnTo>
                <a:lnTo>
                  <a:pt x="7449" y="10528"/>
                </a:lnTo>
                <a:lnTo>
                  <a:pt x="10527" y="7450"/>
                </a:lnTo>
                <a:lnTo>
                  <a:pt x="10527" y="3088"/>
                </a:lnTo>
                <a:lnTo>
                  <a:pt x="744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6" name="Google Shape;176;p8"/>
          <p:cNvGrpSpPr/>
          <p:nvPr/>
        </p:nvGrpSpPr>
        <p:grpSpPr>
          <a:xfrm flipH="1">
            <a:off x="8279192" y="2438036"/>
            <a:ext cx="429440" cy="274455"/>
            <a:chOff x="6416776" y="3328941"/>
            <a:chExt cx="429440" cy="274455"/>
          </a:xfrm>
        </p:grpSpPr>
        <p:sp>
          <p:nvSpPr>
            <p:cNvPr id="177" name="Google Shape;177;p8"/>
            <p:cNvSpPr/>
            <p:nvPr/>
          </p:nvSpPr>
          <p:spPr>
            <a:xfrm>
              <a:off x="6416776" y="3328941"/>
              <a:ext cx="429440" cy="31"/>
            </a:xfrm>
            <a:custGeom>
              <a:rect b="b" l="l" r="r" t="t"/>
              <a:pathLst>
                <a:path extrusionOk="0" fill="none" h="1" w="13918">
                  <a:moveTo>
                    <a:pt x="1" y="1"/>
                  </a:moveTo>
                  <a:lnTo>
                    <a:pt x="13918" y="1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6416776" y="3397501"/>
              <a:ext cx="385688" cy="31"/>
            </a:xfrm>
            <a:custGeom>
              <a:rect b="b" l="l" r="r" t="t"/>
              <a:pathLst>
                <a:path extrusionOk="0" fill="none" h="1" w="12500">
                  <a:moveTo>
                    <a:pt x="1" y="0"/>
                  </a:moveTo>
                  <a:lnTo>
                    <a:pt x="12499" y="0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6416776" y="3466030"/>
              <a:ext cx="312746" cy="31"/>
            </a:xfrm>
            <a:custGeom>
              <a:rect b="b" l="l" r="r" t="t"/>
              <a:pathLst>
                <a:path extrusionOk="0" fill="none" h="1" w="10136">
                  <a:moveTo>
                    <a:pt x="1" y="0"/>
                  </a:moveTo>
                  <a:lnTo>
                    <a:pt x="10135" y="0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6416776" y="3534558"/>
              <a:ext cx="225488" cy="31"/>
            </a:xfrm>
            <a:custGeom>
              <a:rect b="b" l="l" r="r" t="t"/>
              <a:pathLst>
                <a:path extrusionOk="0" fill="none" h="1" w="7308">
                  <a:moveTo>
                    <a:pt x="1" y="1"/>
                  </a:moveTo>
                  <a:lnTo>
                    <a:pt x="7307" y="1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6416776" y="3603365"/>
              <a:ext cx="138230" cy="31"/>
            </a:xfrm>
            <a:custGeom>
              <a:rect b="b" l="l" r="r" t="t"/>
              <a:pathLst>
                <a:path extrusionOk="0" fill="none" h="1" w="4480">
                  <a:moveTo>
                    <a:pt x="1" y="1"/>
                  </a:moveTo>
                  <a:lnTo>
                    <a:pt x="4479" y="1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8"/>
          <p:cNvSpPr/>
          <p:nvPr/>
        </p:nvSpPr>
        <p:spPr>
          <a:xfrm rot="10800000">
            <a:off x="4572030" y="3984873"/>
            <a:ext cx="31" cy="301700"/>
          </a:xfrm>
          <a:custGeom>
            <a:rect b="b" l="l" r="r" t="t"/>
            <a:pathLst>
              <a:path extrusionOk="0" fill="none" h="9778" w="1">
                <a:moveTo>
                  <a:pt x="1" y="9778"/>
                </a:moveTo>
                <a:lnTo>
                  <a:pt x="1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" name="Google Shape;183;p8"/>
          <p:cNvGrpSpPr/>
          <p:nvPr/>
        </p:nvGrpSpPr>
        <p:grpSpPr>
          <a:xfrm flipH="1" rot="10800000">
            <a:off x="4568383" y="763669"/>
            <a:ext cx="7325" cy="270117"/>
            <a:chOff x="2544720" y="2736864"/>
            <a:chExt cx="31" cy="174269"/>
          </a:xfrm>
        </p:grpSpPr>
        <p:sp>
          <p:nvSpPr>
            <p:cNvPr id="184" name="Google Shape;184;p8"/>
            <p:cNvSpPr/>
            <p:nvPr/>
          </p:nvSpPr>
          <p:spPr>
            <a:xfrm>
              <a:off x="2544720" y="2736864"/>
              <a:ext cx="31" cy="3055"/>
            </a:xfrm>
            <a:custGeom>
              <a:rect b="b" l="l" r="r" t="t"/>
              <a:pathLst>
                <a:path extrusionOk="0" fill="none" h="99" w="1">
                  <a:moveTo>
                    <a:pt x="1" y="1"/>
                  </a:moveTo>
                  <a:lnTo>
                    <a:pt x="1" y="9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2544720" y="2778148"/>
              <a:ext cx="31" cy="110955"/>
            </a:xfrm>
            <a:custGeom>
              <a:rect b="b" l="l" r="r" t="t"/>
              <a:pathLst>
                <a:path extrusionOk="0" fill="none" h="3596" w="1">
                  <a:moveTo>
                    <a:pt x="1" y="1"/>
                  </a:moveTo>
                  <a:lnTo>
                    <a:pt x="1" y="3596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2544720" y="2908356"/>
              <a:ext cx="31" cy="2777"/>
            </a:xfrm>
            <a:custGeom>
              <a:rect b="b" l="l" r="r" t="t"/>
              <a:pathLst>
                <a:path extrusionOk="0" fill="none" h="90" w="1">
                  <a:moveTo>
                    <a:pt x="1" y="0"/>
                  </a:moveTo>
                  <a:lnTo>
                    <a:pt x="1" y="9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p8"/>
          <p:cNvSpPr/>
          <p:nvPr/>
        </p:nvSpPr>
        <p:spPr>
          <a:xfrm>
            <a:off x="8302830" y="4558820"/>
            <a:ext cx="494092" cy="391964"/>
          </a:xfrm>
          <a:custGeom>
            <a:rect b="b" l="l" r="r" t="t"/>
            <a:pathLst>
              <a:path extrusionOk="0" h="10340" w="13035">
                <a:moveTo>
                  <a:pt x="11277" y="0"/>
                </a:moveTo>
                <a:lnTo>
                  <a:pt x="5148" y="7164"/>
                </a:lnTo>
                <a:lnTo>
                  <a:pt x="1749" y="3167"/>
                </a:lnTo>
                <a:lnTo>
                  <a:pt x="1" y="4354"/>
                </a:lnTo>
                <a:lnTo>
                  <a:pt x="5166" y="10339"/>
                </a:lnTo>
                <a:lnTo>
                  <a:pt x="13034" y="1178"/>
                </a:lnTo>
                <a:lnTo>
                  <a:pt x="1127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8317726" y="4529063"/>
            <a:ext cx="494054" cy="391964"/>
          </a:xfrm>
          <a:custGeom>
            <a:rect b="b" l="l" r="r" t="t"/>
            <a:pathLst>
              <a:path extrusionOk="0" fill="none" h="10340" w="13034">
                <a:moveTo>
                  <a:pt x="13034" y="1178"/>
                </a:moveTo>
                <a:lnTo>
                  <a:pt x="11276" y="0"/>
                </a:lnTo>
                <a:lnTo>
                  <a:pt x="5148" y="7164"/>
                </a:lnTo>
                <a:lnTo>
                  <a:pt x="1749" y="3167"/>
                </a:lnTo>
                <a:lnTo>
                  <a:pt x="0" y="4353"/>
                </a:lnTo>
                <a:lnTo>
                  <a:pt x="5166" y="10339"/>
                </a:ln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/>
          <p:nvPr>
            <p:ph type="title"/>
          </p:nvPr>
        </p:nvSpPr>
        <p:spPr>
          <a:xfrm>
            <a:off x="2135550" y="1655475"/>
            <a:ext cx="48729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5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1" name="Google Shape;191;p9"/>
          <p:cNvSpPr txBox="1"/>
          <p:nvPr>
            <p:ph idx="1" type="subTitle"/>
          </p:nvPr>
        </p:nvSpPr>
        <p:spPr>
          <a:xfrm>
            <a:off x="2135550" y="28169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9"/>
          <p:cNvSpPr/>
          <p:nvPr/>
        </p:nvSpPr>
        <p:spPr>
          <a:xfrm>
            <a:off x="7671530" y="4278089"/>
            <a:ext cx="1140250" cy="630702"/>
          </a:xfrm>
          <a:custGeom>
            <a:rect b="b" l="l" r="r" t="t"/>
            <a:pathLst>
              <a:path extrusionOk="0" h="14774" w="26710">
                <a:moveTo>
                  <a:pt x="5656" y="1"/>
                </a:moveTo>
                <a:cubicBezTo>
                  <a:pt x="2534" y="1"/>
                  <a:pt x="0" y="2534"/>
                  <a:pt x="0" y="5656"/>
                </a:cubicBezTo>
                <a:cubicBezTo>
                  <a:pt x="0" y="8779"/>
                  <a:pt x="2534" y="11312"/>
                  <a:pt x="5656" y="11312"/>
                </a:cubicBezTo>
                <a:lnTo>
                  <a:pt x="9216" y="11312"/>
                </a:lnTo>
                <a:lnTo>
                  <a:pt x="12338" y="14774"/>
                </a:lnTo>
                <a:lnTo>
                  <a:pt x="12713" y="11312"/>
                </a:lnTo>
                <a:lnTo>
                  <a:pt x="21045" y="11312"/>
                </a:lnTo>
                <a:cubicBezTo>
                  <a:pt x="24176" y="11312"/>
                  <a:pt x="26710" y="8779"/>
                  <a:pt x="26710" y="5656"/>
                </a:cubicBezTo>
                <a:cubicBezTo>
                  <a:pt x="26710" y="2534"/>
                  <a:pt x="24176" y="1"/>
                  <a:pt x="2104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7631530" y="4237703"/>
            <a:ext cx="1139908" cy="630745"/>
          </a:xfrm>
          <a:custGeom>
            <a:rect b="b" l="l" r="r" t="t"/>
            <a:pathLst>
              <a:path extrusionOk="0" fill="none" h="14775" w="26702">
                <a:moveTo>
                  <a:pt x="21045" y="1"/>
                </a:moveTo>
                <a:lnTo>
                  <a:pt x="5656" y="1"/>
                </a:lnTo>
                <a:cubicBezTo>
                  <a:pt x="2525" y="1"/>
                  <a:pt x="0" y="2535"/>
                  <a:pt x="0" y="5657"/>
                </a:cubicBezTo>
                <a:cubicBezTo>
                  <a:pt x="0" y="8779"/>
                  <a:pt x="2525" y="11313"/>
                  <a:pt x="5656" y="11313"/>
                </a:cubicBezTo>
                <a:lnTo>
                  <a:pt x="9216" y="11313"/>
                </a:lnTo>
                <a:lnTo>
                  <a:pt x="12329" y="14774"/>
                </a:lnTo>
                <a:lnTo>
                  <a:pt x="12704" y="11313"/>
                </a:lnTo>
                <a:lnTo>
                  <a:pt x="21045" y="11313"/>
                </a:lnTo>
                <a:cubicBezTo>
                  <a:pt x="24167" y="11313"/>
                  <a:pt x="26701" y="8779"/>
                  <a:pt x="26701" y="5657"/>
                </a:cubicBezTo>
                <a:cubicBezTo>
                  <a:pt x="26701" y="2535"/>
                  <a:pt x="24167" y="1"/>
                  <a:pt x="21045" y="1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 flipH="1">
            <a:off x="408846" y="4442576"/>
            <a:ext cx="1095532" cy="467640"/>
          </a:xfrm>
          <a:custGeom>
            <a:rect b="b" l="l" r="r" t="t"/>
            <a:pathLst>
              <a:path extrusionOk="0" fill="none" h="23062" w="54027">
                <a:moveTo>
                  <a:pt x="1" y="23061"/>
                </a:moveTo>
                <a:lnTo>
                  <a:pt x="1" y="19038"/>
                </a:lnTo>
                <a:cubicBezTo>
                  <a:pt x="1" y="15532"/>
                  <a:pt x="2847" y="12686"/>
                  <a:pt x="6344" y="12686"/>
                </a:cubicBezTo>
                <a:lnTo>
                  <a:pt x="21554" y="12686"/>
                </a:lnTo>
                <a:cubicBezTo>
                  <a:pt x="25060" y="12686"/>
                  <a:pt x="27897" y="9849"/>
                  <a:pt x="27897" y="6343"/>
                </a:cubicBezTo>
                <a:cubicBezTo>
                  <a:pt x="27897" y="2838"/>
                  <a:pt x="30743" y="1"/>
                  <a:pt x="34249" y="1"/>
                </a:cubicBezTo>
                <a:lnTo>
                  <a:pt x="54027" y="1"/>
                </a:lnTo>
                <a:lnTo>
                  <a:pt x="54027" y="330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7276491" y="310901"/>
            <a:ext cx="1382861" cy="549509"/>
          </a:xfrm>
          <a:custGeom>
            <a:rect b="b" l="l" r="r" t="t"/>
            <a:pathLst>
              <a:path extrusionOk="0" fill="none" h="21919" w="55160">
                <a:moveTo>
                  <a:pt x="1" y="0"/>
                </a:moveTo>
                <a:lnTo>
                  <a:pt x="1" y="4086"/>
                </a:lnTo>
                <a:cubicBezTo>
                  <a:pt x="1" y="13935"/>
                  <a:pt x="7985" y="21919"/>
                  <a:pt x="17843" y="21919"/>
                </a:cubicBezTo>
                <a:lnTo>
                  <a:pt x="49120" y="21919"/>
                </a:lnTo>
                <a:cubicBezTo>
                  <a:pt x="52457" y="21919"/>
                  <a:pt x="55160" y="19216"/>
                  <a:pt x="55160" y="15888"/>
                </a:cubicBez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518873" y="4756397"/>
            <a:ext cx="194356" cy="194386"/>
          </a:xfrm>
          <a:custGeom>
            <a:rect b="b" l="l" r="r" t="t"/>
            <a:pathLst>
              <a:path extrusionOk="0" h="6300" w="6299">
                <a:moveTo>
                  <a:pt x="3988" y="1116"/>
                </a:moveTo>
                <a:lnTo>
                  <a:pt x="5184" y="2312"/>
                </a:lnTo>
                <a:lnTo>
                  <a:pt x="5184" y="3989"/>
                </a:lnTo>
                <a:lnTo>
                  <a:pt x="3988" y="5184"/>
                </a:lnTo>
                <a:lnTo>
                  <a:pt x="2302" y="5184"/>
                </a:lnTo>
                <a:lnTo>
                  <a:pt x="1116" y="3989"/>
                </a:lnTo>
                <a:lnTo>
                  <a:pt x="1116" y="2312"/>
                </a:lnTo>
                <a:lnTo>
                  <a:pt x="2302" y="1116"/>
                </a:lnTo>
                <a:close/>
                <a:moveTo>
                  <a:pt x="1838" y="1"/>
                </a:moveTo>
                <a:lnTo>
                  <a:pt x="1" y="1848"/>
                </a:lnTo>
                <a:lnTo>
                  <a:pt x="1" y="4453"/>
                </a:lnTo>
                <a:lnTo>
                  <a:pt x="1838" y="6299"/>
                </a:lnTo>
                <a:lnTo>
                  <a:pt x="4452" y="6299"/>
                </a:lnTo>
                <a:lnTo>
                  <a:pt x="6299" y="4453"/>
                </a:lnTo>
                <a:lnTo>
                  <a:pt x="6299" y="1848"/>
                </a:lnTo>
                <a:lnTo>
                  <a:pt x="445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4474822" y="4506820"/>
            <a:ext cx="194356" cy="194356"/>
          </a:xfrm>
          <a:custGeom>
            <a:rect b="b" l="l" r="r" t="t"/>
            <a:pathLst>
              <a:path extrusionOk="0" h="6299" w="6299">
                <a:moveTo>
                  <a:pt x="3997" y="1116"/>
                </a:moveTo>
                <a:lnTo>
                  <a:pt x="5183" y="2302"/>
                </a:lnTo>
                <a:lnTo>
                  <a:pt x="5183" y="3988"/>
                </a:lnTo>
                <a:lnTo>
                  <a:pt x="3997" y="5184"/>
                </a:lnTo>
                <a:lnTo>
                  <a:pt x="2311" y="5184"/>
                </a:lnTo>
                <a:lnTo>
                  <a:pt x="1115" y="3988"/>
                </a:lnTo>
                <a:lnTo>
                  <a:pt x="1115" y="2302"/>
                </a:lnTo>
                <a:lnTo>
                  <a:pt x="2311" y="1116"/>
                </a:lnTo>
                <a:close/>
                <a:moveTo>
                  <a:pt x="1847" y="1"/>
                </a:moveTo>
                <a:lnTo>
                  <a:pt x="0" y="1838"/>
                </a:lnTo>
                <a:lnTo>
                  <a:pt x="0" y="4452"/>
                </a:lnTo>
                <a:lnTo>
                  <a:pt x="1847" y="6299"/>
                </a:lnTo>
                <a:lnTo>
                  <a:pt x="4452" y="6299"/>
                </a:lnTo>
                <a:lnTo>
                  <a:pt x="6299" y="4452"/>
                </a:lnTo>
                <a:lnTo>
                  <a:pt x="6299" y="1838"/>
                </a:lnTo>
                <a:lnTo>
                  <a:pt x="445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8430770" y="431846"/>
            <a:ext cx="107931" cy="107653"/>
          </a:xfrm>
          <a:custGeom>
            <a:rect b="b" l="l" r="r" t="t"/>
            <a:pathLst>
              <a:path extrusionOk="0" fill="none" h="3489" w="3498">
                <a:moveTo>
                  <a:pt x="3497" y="1749"/>
                </a:moveTo>
                <a:cubicBezTo>
                  <a:pt x="3497" y="2712"/>
                  <a:pt x="2712" y="3489"/>
                  <a:pt x="1749" y="3489"/>
                </a:cubicBezTo>
                <a:cubicBezTo>
                  <a:pt x="785" y="3489"/>
                  <a:pt x="0" y="2712"/>
                  <a:pt x="0" y="1749"/>
                </a:cubicBezTo>
                <a:cubicBezTo>
                  <a:pt x="0" y="777"/>
                  <a:pt x="785" y="0"/>
                  <a:pt x="1749" y="0"/>
                </a:cubicBezTo>
                <a:cubicBezTo>
                  <a:pt x="2712" y="0"/>
                  <a:pt x="3497" y="777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409595" y="377085"/>
            <a:ext cx="324811" cy="324841"/>
          </a:xfrm>
          <a:custGeom>
            <a:rect b="b" l="l" r="r" t="t"/>
            <a:pathLst>
              <a:path extrusionOk="0" h="10528" w="10527">
                <a:moveTo>
                  <a:pt x="6673" y="1874"/>
                </a:moveTo>
                <a:lnTo>
                  <a:pt x="8662" y="3864"/>
                </a:lnTo>
                <a:lnTo>
                  <a:pt x="8662" y="6674"/>
                </a:lnTo>
                <a:lnTo>
                  <a:pt x="6673" y="8663"/>
                </a:lnTo>
                <a:lnTo>
                  <a:pt x="3863" y="8663"/>
                </a:lnTo>
                <a:lnTo>
                  <a:pt x="1873" y="6674"/>
                </a:lnTo>
                <a:lnTo>
                  <a:pt x="1873" y="3864"/>
                </a:lnTo>
                <a:lnTo>
                  <a:pt x="3863" y="1874"/>
                </a:lnTo>
                <a:close/>
                <a:moveTo>
                  <a:pt x="3087" y="1"/>
                </a:moveTo>
                <a:lnTo>
                  <a:pt x="0" y="3088"/>
                </a:lnTo>
                <a:lnTo>
                  <a:pt x="0" y="7450"/>
                </a:lnTo>
                <a:lnTo>
                  <a:pt x="3087" y="10528"/>
                </a:lnTo>
                <a:lnTo>
                  <a:pt x="7449" y="10528"/>
                </a:lnTo>
                <a:lnTo>
                  <a:pt x="10527" y="7450"/>
                </a:lnTo>
                <a:lnTo>
                  <a:pt x="10527" y="3088"/>
                </a:lnTo>
                <a:lnTo>
                  <a:pt x="74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0" name="Google Shape;200;p9"/>
          <p:cNvGrpSpPr/>
          <p:nvPr/>
        </p:nvGrpSpPr>
        <p:grpSpPr>
          <a:xfrm>
            <a:off x="408876" y="2434516"/>
            <a:ext cx="429440" cy="274455"/>
            <a:chOff x="6416776" y="3328941"/>
            <a:chExt cx="429440" cy="274455"/>
          </a:xfrm>
        </p:grpSpPr>
        <p:sp>
          <p:nvSpPr>
            <p:cNvPr id="201" name="Google Shape;201;p9"/>
            <p:cNvSpPr/>
            <p:nvPr/>
          </p:nvSpPr>
          <p:spPr>
            <a:xfrm>
              <a:off x="6416776" y="3328941"/>
              <a:ext cx="429440" cy="31"/>
            </a:xfrm>
            <a:custGeom>
              <a:rect b="b" l="l" r="r" t="t"/>
              <a:pathLst>
                <a:path extrusionOk="0" fill="none" h="1" w="13918">
                  <a:moveTo>
                    <a:pt x="1" y="1"/>
                  </a:moveTo>
                  <a:lnTo>
                    <a:pt x="13918" y="1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6416776" y="3397501"/>
              <a:ext cx="385688" cy="31"/>
            </a:xfrm>
            <a:custGeom>
              <a:rect b="b" l="l" r="r" t="t"/>
              <a:pathLst>
                <a:path extrusionOk="0" fill="none" h="1" w="12500">
                  <a:moveTo>
                    <a:pt x="1" y="0"/>
                  </a:moveTo>
                  <a:lnTo>
                    <a:pt x="12499" y="0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6416776" y="3466030"/>
              <a:ext cx="312746" cy="31"/>
            </a:xfrm>
            <a:custGeom>
              <a:rect b="b" l="l" r="r" t="t"/>
              <a:pathLst>
                <a:path extrusionOk="0" fill="none" h="1" w="10136">
                  <a:moveTo>
                    <a:pt x="1" y="0"/>
                  </a:moveTo>
                  <a:lnTo>
                    <a:pt x="10135" y="0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6416776" y="3534558"/>
              <a:ext cx="225488" cy="31"/>
            </a:xfrm>
            <a:custGeom>
              <a:rect b="b" l="l" r="r" t="t"/>
              <a:pathLst>
                <a:path extrusionOk="0" fill="none" h="1" w="7308">
                  <a:moveTo>
                    <a:pt x="1" y="1"/>
                  </a:moveTo>
                  <a:lnTo>
                    <a:pt x="7307" y="1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6416776" y="3603365"/>
              <a:ext cx="138230" cy="31"/>
            </a:xfrm>
            <a:custGeom>
              <a:rect b="b" l="l" r="r" t="t"/>
              <a:pathLst>
                <a:path extrusionOk="0" fill="none" h="1" w="4480">
                  <a:moveTo>
                    <a:pt x="1" y="1"/>
                  </a:moveTo>
                  <a:lnTo>
                    <a:pt x="4479" y="1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" name="Google Shape;206;p9"/>
          <p:cNvSpPr/>
          <p:nvPr/>
        </p:nvSpPr>
        <p:spPr>
          <a:xfrm>
            <a:off x="4571985" y="860433"/>
            <a:ext cx="31" cy="301700"/>
          </a:xfrm>
          <a:custGeom>
            <a:rect b="b" l="l" r="r" t="t"/>
            <a:pathLst>
              <a:path extrusionOk="0" fill="none" h="9778" w="1">
                <a:moveTo>
                  <a:pt x="1" y="9778"/>
                </a:moveTo>
                <a:lnTo>
                  <a:pt x="1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" name="Google Shape;207;p9"/>
          <p:cNvGrpSpPr/>
          <p:nvPr/>
        </p:nvGrpSpPr>
        <p:grpSpPr>
          <a:xfrm flipH="1">
            <a:off x="4568338" y="4113220"/>
            <a:ext cx="7325" cy="270117"/>
            <a:chOff x="2544720" y="2736864"/>
            <a:chExt cx="31" cy="174269"/>
          </a:xfrm>
        </p:grpSpPr>
        <p:sp>
          <p:nvSpPr>
            <p:cNvPr id="208" name="Google Shape;208;p9"/>
            <p:cNvSpPr/>
            <p:nvPr/>
          </p:nvSpPr>
          <p:spPr>
            <a:xfrm>
              <a:off x="2544720" y="2736864"/>
              <a:ext cx="31" cy="3055"/>
            </a:xfrm>
            <a:custGeom>
              <a:rect b="b" l="l" r="r" t="t"/>
              <a:pathLst>
                <a:path extrusionOk="0" fill="none" h="99" w="1">
                  <a:moveTo>
                    <a:pt x="1" y="1"/>
                  </a:moveTo>
                  <a:lnTo>
                    <a:pt x="1" y="9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2544720" y="2778148"/>
              <a:ext cx="31" cy="110955"/>
            </a:xfrm>
            <a:custGeom>
              <a:rect b="b" l="l" r="r" t="t"/>
              <a:pathLst>
                <a:path extrusionOk="0" fill="none" h="3596" w="1">
                  <a:moveTo>
                    <a:pt x="1" y="1"/>
                  </a:moveTo>
                  <a:lnTo>
                    <a:pt x="1" y="3596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2544720" y="2908356"/>
              <a:ext cx="31" cy="2777"/>
            </a:xfrm>
            <a:custGeom>
              <a:rect b="b" l="l" r="r" t="t"/>
              <a:pathLst>
                <a:path extrusionOk="0" fill="none" h="90" w="1">
                  <a:moveTo>
                    <a:pt x="1" y="0"/>
                  </a:moveTo>
                  <a:lnTo>
                    <a:pt x="1" y="9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" name="Google Shape;211;p9"/>
          <p:cNvSpPr/>
          <p:nvPr/>
        </p:nvSpPr>
        <p:spPr>
          <a:xfrm>
            <a:off x="305728" y="225980"/>
            <a:ext cx="494092" cy="391964"/>
          </a:xfrm>
          <a:custGeom>
            <a:rect b="b" l="l" r="r" t="t"/>
            <a:pathLst>
              <a:path extrusionOk="0" h="10340" w="13035">
                <a:moveTo>
                  <a:pt x="11277" y="0"/>
                </a:moveTo>
                <a:lnTo>
                  <a:pt x="5148" y="7164"/>
                </a:lnTo>
                <a:lnTo>
                  <a:pt x="1749" y="3167"/>
                </a:lnTo>
                <a:lnTo>
                  <a:pt x="1" y="4354"/>
                </a:lnTo>
                <a:lnTo>
                  <a:pt x="5166" y="10339"/>
                </a:lnTo>
                <a:lnTo>
                  <a:pt x="13034" y="1178"/>
                </a:lnTo>
                <a:lnTo>
                  <a:pt x="112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320624" y="196223"/>
            <a:ext cx="494054" cy="391964"/>
          </a:xfrm>
          <a:custGeom>
            <a:rect b="b" l="l" r="r" t="t"/>
            <a:pathLst>
              <a:path extrusionOk="0" fill="none" h="10340" w="13034">
                <a:moveTo>
                  <a:pt x="13034" y="1178"/>
                </a:moveTo>
                <a:lnTo>
                  <a:pt x="11276" y="0"/>
                </a:lnTo>
                <a:lnTo>
                  <a:pt x="5148" y="7164"/>
                </a:lnTo>
                <a:lnTo>
                  <a:pt x="1749" y="3167"/>
                </a:lnTo>
                <a:lnTo>
                  <a:pt x="0" y="4353"/>
                </a:lnTo>
                <a:lnTo>
                  <a:pt x="5166" y="10339"/>
                </a:ln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10"/>
          <p:cNvSpPr txBox="1"/>
          <p:nvPr>
            <p:ph type="title"/>
          </p:nvPr>
        </p:nvSpPr>
        <p:spPr>
          <a:xfrm>
            <a:off x="720000" y="3936075"/>
            <a:ext cx="7704000" cy="65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 txBox="1"/>
          <p:nvPr>
            <p:ph hasCustomPrompt="1" type="title"/>
          </p:nvPr>
        </p:nvSpPr>
        <p:spPr>
          <a:xfrm>
            <a:off x="1284000" y="1057549"/>
            <a:ext cx="6576000" cy="171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18" name="Google Shape;218;p11"/>
          <p:cNvSpPr txBox="1"/>
          <p:nvPr>
            <p:ph idx="1" type="subTitle"/>
          </p:nvPr>
        </p:nvSpPr>
        <p:spPr>
          <a:xfrm>
            <a:off x="1284000" y="2774099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9" name="Google Shape;219;p11"/>
          <p:cNvSpPr/>
          <p:nvPr/>
        </p:nvSpPr>
        <p:spPr>
          <a:xfrm flipH="1">
            <a:off x="305728" y="4278089"/>
            <a:ext cx="1140250" cy="630702"/>
          </a:xfrm>
          <a:custGeom>
            <a:rect b="b" l="l" r="r" t="t"/>
            <a:pathLst>
              <a:path extrusionOk="0" h="14774" w="26710">
                <a:moveTo>
                  <a:pt x="5656" y="1"/>
                </a:moveTo>
                <a:cubicBezTo>
                  <a:pt x="2534" y="1"/>
                  <a:pt x="0" y="2534"/>
                  <a:pt x="0" y="5656"/>
                </a:cubicBezTo>
                <a:cubicBezTo>
                  <a:pt x="0" y="8779"/>
                  <a:pt x="2534" y="11312"/>
                  <a:pt x="5656" y="11312"/>
                </a:cubicBezTo>
                <a:lnTo>
                  <a:pt x="9216" y="11312"/>
                </a:lnTo>
                <a:lnTo>
                  <a:pt x="12338" y="14774"/>
                </a:lnTo>
                <a:lnTo>
                  <a:pt x="12713" y="11312"/>
                </a:lnTo>
                <a:lnTo>
                  <a:pt x="21045" y="11312"/>
                </a:lnTo>
                <a:cubicBezTo>
                  <a:pt x="24176" y="11312"/>
                  <a:pt x="26710" y="8779"/>
                  <a:pt x="26710" y="5656"/>
                </a:cubicBezTo>
                <a:cubicBezTo>
                  <a:pt x="26710" y="2534"/>
                  <a:pt x="24176" y="1"/>
                  <a:pt x="2104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 flipH="1">
            <a:off x="346070" y="4237703"/>
            <a:ext cx="1139908" cy="630745"/>
          </a:xfrm>
          <a:custGeom>
            <a:rect b="b" l="l" r="r" t="t"/>
            <a:pathLst>
              <a:path extrusionOk="0" fill="none" h="14775" w="26702">
                <a:moveTo>
                  <a:pt x="21045" y="1"/>
                </a:moveTo>
                <a:lnTo>
                  <a:pt x="5656" y="1"/>
                </a:lnTo>
                <a:cubicBezTo>
                  <a:pt x="2525" y="1"/>
                  <a:pt x="0" y="2535"/>
                  <a:pt x="0" y="5657"/>
                </a:cubicBezTo>
                <a:cubicBezTo>
                  <a:pt x="0" y="8779"/>
                  <a:pt x="2525" y="11313"/>
                  <a:pt x="5656" y="11313"/>
                </a:cubicBezTo>
                <a:lnTo>
                  <a:pt x="9216" y="11313"/>
                </a:lnTo>
                <a:lnTo>
                  <a:pt x="12329" y="14774"/>
                </a:lnTo>
                <a:lnTo>
                  <a:pt x="12704" y="11313"/>
                </a:lnTo>
                <a:lnTo>
                  <a:pt x="21045" y="11313"/>
                </a:lnTo>
                <a:cubicBezTo>
                  <a:pt x="24167" y="11313"/>
                  <a:pt x="26701" y="8779"/>
                  <a:pt x="26701" y="5657"/>
                </a:cubicBezTo>
                <a:cubicBezTo>
                  <a:pt x="26701" y="2535"/>
                  <a:pt x="24167" y="1"/>
                  <a:pt x="21045" y="1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7613130" y="4442576"/>
            <a:ext cx="1095532" cy="467640"/>
          </a:xfrm>
          <a:custGeom>
            <a:rect b="b" l="l" r="r" t="t"/>
            <a:pathLst>
              <a:path extrusionOk="0" fill="none" h="23062" w="54027">
                <a:moveTo>
                  <a:pt x="1" y="23061"/>
                </a:moveTo>
                <a:lnTo>
                  <a:pt x="1" y="19038"/>
                </a:lnTo>
                <a:cubicBezTo>
                  <a:pt x="1" y="15532"/>
                  <a:pt x="2847" y="12686"/>
                  <a:pt x="6344" y="12686"/>
                </a:cubicBezTo>
                <a:lnTo>
                  <a:pt x="21554" y="12686"/>
                </a:lnTo>
                <a:cubicBezTo>
                  <a:pt x="25060" y="12686"/>
                  <a:pt x="27897" y="9849"/>
                  <a:pt x="27897" y="6343"/>
                </a:cubicBezTo>
                <a:cubicBezTo>
                  <a:pt x="27897" y="2838"/>
                  <a:pt x="30743" y="1"/>
                  <a:pt x="34249" y="1"/>
                </a:cubicBezTo>
                <a:lnTo>
                  <a:pt x="54027" y="1"/>
                </a:lnTo>
                <a:lnTo>
                  <a:pt x="54027" y="330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 flipH="1">
            <a:off x="458156" y="310901"/>
            <a:ext cx="1382861" cy="549509"/>
          </a:xfrm>
          <a:custGeom>
            <a:rect b="b" l="l" r="r" t="t"/>
            <a:pathLst>
              <a:path extrusionOk="0" fill="none" h="21919" w="55160">
                <a:moveTo>
                  <a:pt x="1" y="0"/>
                </a:moveTo>
                <a:lnTo>
                  <a:pt x="1" y="4086"/>
                </a:lnTo>
                <a:cubicBezTo>
                  <a:pt x="1" y="13935"/>
                  <a:pt x="7985" y="21919"/>
                  <a:pt x="17843" y="21919"/>
                </a:cubicBezTo>
                <a:lnTo>
                  <a:pt x="49120" y="21919"/>
                </a:lnTo>
                <a:cubicBezTo>
                  <a:pt x="52457" y="21919"/>
                  <a:pt x="55160" y="19216"/>
                  <a:pt x="55160" y="15888"/>
                </a:cubicBez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 flipH="1">
            <a:off x="8404279" y="4756397"/>
            <a:ext cx="194356" cy="194386"/>
          </a:xfrm>
          <a:custGeom>
            <a:rect b="b" l="l" r="r" t="t"/>
            <a:pathLst>
              <a:path extrusionOk="0" h="6300" w="6299">
                <a:moveTo>
                  <a:pt x="3988" y="1116"/>
                </a:moveTo>
                <a:lnTo>
                  <a:pt x="5184" y="2312"/>
                </a:lnTo>
                <a:lnTo>
                  <a:pt x="5184" y="3989"/>
                </a:lnTo>
                <a:lnTo>
                  <a:pt x="3988" y="5184"/>
                </a:lnTo>
                <a:lnTo>
                  <a:pt x="2302" y="5184"/>
                </a:lnTo>
                <a:lnTo>
                  <a:pt x="1116" y="3989"/>
                </a:lnTo>
                <a:lnTo>
                  <a:pt x="1116" y="2312"/>
                </a:lnTo>
                <a:lnTo>
                  <a:pt x="2302" y="1116"/>
                </a:lnTo>
                <a:close/>
                <a:moveTo>
                  <a:pt x="1838" y="1"/>
                </a:moveTo>
                <a:lnTo>
                  <a:pt x="1" y="1848"/>
                </a:lnTo>
                <a:lnTo>
                  <a:pt x="1" y="4453"/>
                </a:lnTo>
                <a:lnTo>
                  <a:pt x="1838" y="6299"/>
                </a:lnTo>
                <a:lnTo>
                  <a:pt x="4452" y="6299"/>
                </a:lnTo>
                <a:lnTo>
                  <a:pt x="6299" y="4453"/>
                </a:lnTo>
                <a:lnTo>
                  <a:pt x="6299" y="1848"/>
                </a:lnTo>
                <a:lnTo>
                  <a:pt x="445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 flipH="1">
            <a:off x="578807" y="431846"/>
            <a:ext cx="107931" cy="107653"/>
          </a:xfrm>
          <a:custGeom>
            <a:rect b="b" l="l" r="r" t="t"/>
            <a:pathLst>
              <a:path extrusionOk="0" fill="none" h="3489" w="3498">
                <a:moveTo>
                  <a:pt x="3497" y="1749"/>
                </a:moveTo>
                <a:cubicBezTo>
                  <a:pt x="3497" y="2712"/>
                  <a:pt x="2712" y="3489"/>
                  <a:pt x="1749" y="3489"/>
                </a:cubicBezTo>
                <a:cubicBezTo>
                  <a:pt x="785" y="3489"/>
                  <a:pt x="0" y="2712"/>
                  <a:pt x="0" y="1749"/>
                </a:cubicBezTo>
                <a:cubicBezTo>
                  <a:pt x="0" y="777"/>
                  <a:pt x="785" y="0"/>
                  <a:pt x="1749" y="0"/>
                </a:cubicBezTo>
                <a:cubicBezTo>
                  <a:pt x="2712" y="0"/>
                  <a:pt x="3497" y="777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 flipH="1">
            <a:off x="4409590" y="4513985"/>
            <a:ext cx="324811" cy="324841"/>
          </a:xfrm>
          <a:custGeom>
            <a:rect b="b" l="l" r="r" t="t"/>
            <a:pathLst>
              <a:path extrusionOk="0" h="10528" w="10527">
                <a:moveTo>
                  <a:pt x="6673" y="1874"/>
                </a:moveTo>
                <a:lnTo>
                  <a:pt x="8662" y="3864"/>
                </a:lnTo>
                <a:lnTo>
                  <a:pt x="8662" y="6674"/>
                </a:lnTo>
                <a:lnTo>
                  <a:pt x="6673" y="8663"/>
                </a:lnTo>
                <a:lnTo>
                  <a:pt x="3863" y="8663"/>
                </a:lnTo>
                <a:lnTo>
                  <a:pt x="1873" y="6674"/>
                </a:lnTo>
                <a:lnTo>
                  <a:pt x="1873" y="3864"/>
                </a:lnTo>
                <a:lnTo>
                  <a:pt x="3863" y="1874"/>
                </a:lnTo>
                <a:close/>
                <a:moveTo>
                  <a:pt x="3087" y="1"/>
                </a:moveTo>
                <a:lnTo>
                  <a:pt x="0" y="3088"/>
                </a:lnTo>
                <a:lnTo>
                  <a:pt x="0" y="7450"/>
                </a:lnTo>
                <a:lnTo>
                  <a:pt x="3087" y="10528"/>
                </a:lnTo>
                <a:lnTo>
                  <a:pt x="7449" y="10528"/>
                </a:lnTo>
                <a:lnTo>
                  <a:pt x="10527" y="7450"/>
                </a:lnTo>
                <a:lnTo>
                  <a:pt x="10527" y="3088"/>
                </a:lnTo>
                <a:lnTo>
                  <a:pt x="744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6" name="Google Shape;226;p11"/>
          <p:cNvGrpSpPr/>
          <p:nvPr/>
        </p:nvGrpSpPr>
        <p:grpSpPr>
          <a:xfrm flipH="1">
            <a:off x="8279192" y="2434516"/>
            <a:ext cx="429440" cy="274455"/>
            <a:chOff x="6416776" y="3328941"/>
            <a:chExt cx="429440" cy="274455"/>
          </a:xfrm>
        </p:grpSpPr>
        <p:sp>
          <p:nvSpPr>
            <p:cNvPr id="227" name="Google Shape;227;p11"/>
            <p:cNvSpPr/>
            <p:nvPr/>
          </p:nvSpPr>
          <p:spPr>
            <a:xfrm>
              <a:off x="6416776" y="3328941"/>
              <a:ext cx="429440" cy="31"/>
            </a:xfrm>
            <a:custGeom>
              <a:rect b="b" l="l" r="r" t="t"/>
              <a:pathLst>
                <a:path extrusionOk="0" fill="none" h="1" w="13918">
                  <a:moveTo>
                    <a:pt x="1" y="1"/>
                  </a:moveTo>
                  <a:lnTo>
                    <a:pt x="13918" y="1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6416776" y="3397501"/>
              <a:ext cx="385688" cy="31"/>
            </a:xfrm>
            <a:custGeom>
              <a:rect b="b" l="l" r="r" t="t"/>
              <a:pathLst>
                <a:path extrusionOk="0" fill="none" h="1" w="12500">
                  <a:moveTo>
                    <a:pt x="1" y="0"/>
                  </a:moveTo>
                  <a:lnTo>
                    <a:pt x="12499" y="0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1"/>
            <p:cNvSpPr/>
            <p:nvPr/>
          </p:nvSpPr>
          <p:spPr>
            <a:xfrm>
              <a:off x="6416776" y="3466030"/>
              <a:ext cx="312746" cy="31"/>
            </a:xfrm>
            <a:custGeom>
              <a:rect b="b" l="l" r="r" t="t"/>
              <a:pathLst>
                <a:path extrusionOk="0" fill="none" h="1" w="10136">
                  <a:moveTo>
                    <a:pt x="1" y="0"/>
                  </a:moveTo>
                  <a:lnTo>
                    <a:pt x="10135" y="0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1"/>
            <p:cNvSpPr/>
            <p:nvPr/>
          </p:nvSpPr>
          <p:spPr>
            <a:xfrm>
              <a:off x="6416776" y="3534558"/>
              <a:ext cx="225488" cy="31"/>
            </a:xfrm>
            <a:custGeom>
              <a:rect b="b" l="l" r="r" t="t"/>
              <a:pathLst>
                <a:path extrusionOk="0" fill="none" h="1" w="7308">
                  <a:moveTo>
                    <a:pt x="1" y="1"/>
                  </a:moveTo>
                  <a:lnTo>
                    <a:pt x="7307" y="1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1"/>
            <p:cNvSpPr/>
            <p:nvPr/>
          </p:nvSpPr>
          <p:spPr>
            <a:xfrm>
              <a:off x="6416776" y="3603365"/>
              <a:ext cx="138230" cy="31"/>
            </a:xfrm>
            <a:custGeom>
              <a:rect b="b" l="l" r="r" t="t"/>
              <a:pathLst>
                <a:path extrusionOk="0" fill="none" h="1" w="4480">
                  <a:moveTo>
                    <a:pt x="1" y="1"/>
                  </a:moveTo>
                  <a:lnTo>
                    <a:pt x="4479" y="1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" name="Google Shape;232;p11"/>
          <p:cNvSpPr/>
          <p:nvPr/>
        </p:nvSpPr>
        <p:spPr>
          <a:xfrm>
            <a:off x="8302830" y="225980"/>
            <a:ext cx="494092" cy="391964"/>
          </a:xfrm>
          <a:custGeom>
            <a:rect b="b" l="l" r="r" t="t"/>
            <a:pathLst>
              <a:path extrusionOk="0" h="10340" w="13035">
                <a:moveTo>
                  <a:pt x="11277" y="0"/>
                </a:moveTo>
                <a:lnTo>
                  <a:pt x="5148" y="7164"/>
                </a:lnTo>
                <a:lnTo>
                  <a:pt x="1749" y="3167"/>
                </a:lnTo>
                <a:lnTo>
                  <a:pt x="1" y="4354"/>
                </a:lnTo>
                <a:lnTo>
                  <a:pt x="5166" y="10339"/>
                </a:lnTo>
                <a:lnTo>
                  <a:pt x="13034" y="1178"/>
                </a:lnTo>
                <a:lnTo>
                  <a:pt x="1127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8317726" y="196223"/>
            <a:ext cx="494054" cy="391964"/>
          </a:xfrm>
          <a:custGeom>
            <a:rect b="b" l="l" r="r" t="t"/>
            <a:pathLst>
              <a:path extrusionOk="0" fill="none" h="10340" w="13034">
                <a:moveTo>
                  <a:pt x="13034" y="1178"/>
                </a:moveTo>
                <a:lnTo>
                  <a:pt x="11276" y="0"/>
                </a:lnTo>
                <a:lnTo>
                  <a:pt x="5148" y="7164"/>
                </a:lnTo>
                <a:lnTo>
                  <a:pt x="1749" y="3167"/>
                </a:lnTo>
                <a:lnTo>
                  <a:pt x="0" y="4353"/>
                </a:lnTo>
                <a:lnTo>
                  <a:pt x="5166" y="10339"/>
                </a:ln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" name="Google Shape;234;p11"/>
          <p:cNvGrpSpPr/>
          <p:nvPr/>
        </p:nvGrpSpPr>
        <p:grpSpPr>
          <a:xfrm>
            <a:off x="458138" y="2501144"/>
            <a:ext cx="95805" cy="95805"/>
            <a:chOff x="3741963" y="3746119"/>
            <a:chExt cx="95805" cy="95805"/>
          </a:xfrm>
        </p:grpSpPr>
        <p:sp>
          <p:nvSpPr>
            <p:cNvPr id="235" name="Google Shape;235;p11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1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0" name="Google Shape;240;p13"/>
          <p:cNvSpPr txBox="1"/>
          <p:nvPr>
            <p:ph idx="1" type="subTitle"/>
          </p:nvPr>
        </p:nvSpPr>
        <p:spPr>
          <a:xfrm>
            <a:off x="720000" y="21329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3"/>
          <p:cNvSpPr txBox="1"/>
          <p:nvPr>
            <p:ph idx="2" type="subTitle"/>
          </p:nvPr>
        </p:nvSpPr>
        <p:spPr>
          <a:xfrm>
            <a:off x="3419271" y="21329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3"/>
          <p:cNvSpPr txBox="1"/>
          <p:nvPr>
            <p:ph idx="3" type="subTitle"/>
          </p:nvPr>
        </p:nvSpPr>
        <p:spPr>
          <a:xfrm>
            <a:off x="720000" y="38661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13"/>
          <p:cNvSpPr txBox="1"/>
          <p:nvPr>
            <p:ph idx="4" type="subTitle"/>
          </p:nvPr>
        </p:nvSpPr>
        <p:spPr>
          <a:xfrm>
            <a:off x="3419271" y="38661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13"/>
          <p:cNvSpPr txBox="1"/>
          <p:nvPr>
            <p:ph idx="5" type="subTitle"/>
          </p:nvPr>
        </p:nvSpPr>
        <p:spPr>
          <a:xfrm>
            <a:off x="6118549" y="21329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13"/>
          <p:cNvSpPr txBox="1"/>
          <p:nvPr>
            <p:ph idx="6" type="subTitle"/>
          </p:nvPr>
        </p:nvSpPr>
        <p:spPr>
          <a:xfrm>
            <a:off x="6118549" y="38661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13"/>
          <p:cNvSpPr txBox="1"/>
          <p:nvPr>
            <p:ph hasCustomPrompt="1" idx="7" type="title"/>
          </p:nvPr>
        </p:nvSpPr>
        <p:spPr>
          <a:xfrm>
            <a:off x="720000" y="1351558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/>
          <p:nvPr>
            <p:ph hasCustomPrompt="1" idx="8" type="title"/>
          </p:nvPr>
        </p:nvSpPr>
        <p:spPr>
          <a:xfrm>
            <a:off x="720000" y="3086166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/>
          <p:nvPr>
            <p:ph hasCustomPrompt="1" idx="9" type="title"/>
          </p:nvPr>
        </p:nvSpPr>
        <p:spPr>
          <a:xfrm>
            <a:off x="3419271" y="1351558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9" name="Google Shape;249;p13"/>
          <p:cNvSpPr txBox="1"/>
          <p:nvPr>
            <p:ph hasCustomPrompt="1" idx="13" type="title"/>
          </p:nvPr>
        </p:nvSpPr>
        <p:spPr>
          <a:xfrm>
            <a:off x="3419271" y="3086166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0" name="Google Shape;250;p13"/>
          <p:cNvSpPr txBox="1"/>
          <p:nvPr>
            <p:ph hasCustomPrompt="1" idx="14" type="title"/>
          </p:nvPr>
        </p:nvSpPr>
        <p:spPr>
          <a:xfrm>
            <a:off x="6118549" y="1351558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1" name="Google Shape;251;p13"/>
          <p:cNvSpPr txBox="1"/>
          <p:nvPr>
            <p:ph hasCustomPrompt="1" idx="15" type="title"/>
          </p:nvPr>
        </p:nvSpPr>
        <p:spPr>
          <a:xfrm>
            <a:off x="6118549" y="3086166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2" name="Google Shape;252;p13"/>
          <p:cNvSpPr txBox="1"/>
          <p:nvPr>
            <p:ph idx="16" type="subTitle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3" name="Google Shape;253;p13"/>
          <p:cNvSpPr txBox="1"/>
          <p:nvPr>
            <p:ph idx="17" type="subTitle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4" name="Google Shape;254;p13"/>
          <p:cNvSpPr txBox="1"/>
          <p:nvPr>
            <p:ph idx="18" type="subTitle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5" name="Google Shape;255;p13"/>
          <p:cNvSpPr txBox="1"/>
          <p:nvPr>
            <p:ph idx="19" type="subTitle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6" name="Google Shape;256;p13"/>
          <p:cNvSpPr txBox="1"/>
          <p:nvPr>
            <p:ph idx="20" type="subTitle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7" name="Google Shape;257;p13"/>
          <p:cNvSpPr txBox="1"/>
          <p:nvPr>
            <p:ph idx="21" type="subTitle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58" name="Google Shape;258;p13"/>
          <p:cNvGrpSpPr/>
          <p:nvPr/>
        </p:nvGrpSpPr>
        <p:grpSpPr>
          <a:xfrm>
            <a:off x="8626562" y="3622573"/>
            <a:ext cx="220243" cy="228481"/>
            <a:chOff x="8660450" y="193573"/>
            <a:chExt cx="220243" cy="228481"/>
          </a:xfrm>
        </p:grpSpPr>
        <p:sp>
          <p:nvSpPr>
            <p:cNvPr id="259" name="Google Shape;259;p13"/>
            <p:cNvSpPr/>
            <p:nvPr/>
          </p:nvSpPr>
          <p:spPr>
            <a:xfrm>
              <a:off x="8660450" y="210358"/>
              <a:ext cx="211727" cy="211696"/>
            </a:xfrm>
            <a:custGeom>
              <a:rect b="b" l="l" r="r" t="t"/>
              <a:pathLst>
                <a:path extrusionOk="0" h="6861" w="6862">
                  <a:moveTo>
                    <a:pt x="3433" y="2434"/>
                  </a:moveTo>
                  <a:cubicBezTo>
                    <a:pt x="3842" y="2434"/>
                    <a:pt x="4224" y="2687"/>
                    <a:pt x="4372" y="3096"/>
                  </a:cubicBezTo>
                  <a:cubicBezTo>
                    <a:pt x="4559" y="3614"/>
                    <a:pt x="4283" y="4185"/>
                    <a:pt x="3766" y="4372"/>
                  </a:cubicBezTo>
                  <a:cubicBezTo>
                    <a:pt x="3657" y="4409"/>
                    <a:pt x="3546" y="4427"/>
                    <a:pt x="3437" y="4427"/>
                  </a:cubicBezTo>
                  <a:cubicBezTo>
                    <a:pt x="3026" y="4427"/>
                    <a:pt x="2640" y="4174"/>
                    <a:pt x="2499" y="3765"/>
                  </a:cubicBezTo>
                  <a:cubicBezTo>
                    <a:pt x="2311" y="3248"/>
                    <a:pt x="2579" y="2677"/>
                    <a:pt x="3105" y="2490"/>
                  </a:cubicBezTo>
                  <a:cubicBezTo>
                    <a:pt x="3214" y="2452"/>
                    <a:pt x="3324" y="2434"/>
                    <a:pt x="3433" y="2434"/>
                  </a:cubicBezTo>
                  <a:close/>
                  <a:moveTo>
                    <a:pt x="2624" y="1"/>
                  </a:moveTo>
                  <a:lnTo>
                    <a:pt x="2008" y="224"/>
                  </a:lnTo>
                  <a:lnTo>
                    <a:pt x="2186" y="1482"/>
                  </a:lnTo>
                  <a:cubicBezTo>
                    <a:pt x="1999" y="1598"/>
                    <a:pt x="1839" y="1731"/>
                    <a:pt x="1705" y="1892"/>
                  </a:cubicBezTo>
                  <a:lnTo>
                    <a:pt x="438" y="1571"/>
                  </a:lnTo>
                  <a:lnTo>
                    <a:pt x="152" y="2168"/>
                  </a:lnTo>
                  <a:lnTo>
                    <a:pt x="1169" y="2936"/>
                  </a:lnTo>
                  <a:cubicBezTo>
                    <a:pt x="1125" y="3141"/>
                    <a:pt x="1107" y="3355"/>
                    <a:pt x="1125" y="3569"/>
                  </a:cubicBezTo>
                  <a:lnTo>
                    <a:pt x="1" y="4238"/>
                  </a:lnTo>
                  <a:lnTo>
                    <a:pt x="224" y="4854"/>
                  </a:lnTo>
                  <a:lnTo>
                    <a:pt x="1482" y="4675"/>
                  </a:lnTo>
                  <a:cubicBezTo>
                    <a:pt x="1598" y="4863"/>
                    <a:pt x="1740" y="5023"/>
                    <a:pt x="1892" y="5166"/>
                  </a:cubicBezTo>
                  <a:lnTo>
                    <a:pt x="1580" y="6424"/>
                  </a:lnTo>
                  <a:lnTo>
                    <a:pt x="2178" y="6709"/>
                  </a:lnTo>
                  <a:lnTo>
                    <a:pt x="2936" y="5692"/>
                  </a:lnTo>
                  <a:cubicBezTo>
                    <a:pt x="3107" y="5729"/>
                    <a:pt x="3284" y="5748"/>
                    <a:pt x="3462" y="5748"/>
                  </a:cubicBezTo>
                  <a:cubicBezTo>
                    <a:pt x="3498" y="5748"/>
                    <a:pt x="3534" y="5747"/>
                    <a:pt x="3569" y="5746"/>
                  </a:cubicBezTo>
                  <a:lnTo>
                    <a:pt x="4238" y="6861"/>
                  </a:lnTo>
                  <a:lnTo>
                    <a:pt x="4863" y="6638"/>
                  </a:lnTo>
                  <a:lnTo>
                    <a:pt x="4684" y="5380"/>
                  </a:lnTo>
                  <a:cubicBezTo>
                    <a:pt x="4863" y="5264"/>
                    <a:pt x="5023" y="5130"/>
                    <a:pt x="5166" y="4970"/>
                  </a:cubicBezTo>
                  <a:lnTo>
                    <a:pt x="6424" y="5282"/>
                  </a:lnTo>
                  <a:lnTo>
                    <a:pt x="6709" y="4684"/>
                  </a:lnTo>
                  <a:lnTo>
                    <a:pt x="5692" y="3926"/>
                  </a:lnTo>
                  <a:cubicBezTo>
                    <a:pt x="5737" y="3721"/>
                    <a:pt x="5755" y="3507"/>
                    <a:pt x="5746" y="3293"/>
                  </a:cubicBezTo>
                  <a:lnTo>
                    <a:pt x="6861" y="2623"/>
                  </a:lnTo>
                  <a:lnTo>
                    <a:pt x="6638" y="1999"/>
                  </a:lnTo>
                  <a:lnTo>
                    <a:pt x="5380" y="2177"/>
                  </a:lnTo>
                  <a:cubicBezTo>
                    <a:pt x="5264" y="1999"/>
                    <a:pt x="5130" y="1838"/>
                    <a:pt x="4970" y="1696"/>
                  </a:cubicBezTo>
                  <a:lnTo>
                    <a:pt x="5291" y="438"/>
                  </a:lnTo>
                  <a:lnTo>
                    <a:pt x="4693" y="152"/>
                  </a:lnTo>
                  <a:lnTo>
                    <a:pt x="3926" y="1169"/>
                  </a:lnTo>
                  <a:cubicBezTo>
                    <a:pt x="3755" y="1132"/>
                    <a:pt x="3584" y="1114"/>
                    <a:pt x="3408" y="1114"/>
                  </a:cubicBezTo>
                  <a:cubicBezTo>
                    <a:pt x="3373" y="1114"/>
                    <a:pt x="3337" y="1114"/>
                    <a:pt x="3302" y="1116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8668997" y="193573"/>
              <a:ext cx="211696" cy="211418"/>
            </a:xfrm>
            <a:custGeom>
              <a:rect b="b" l="l" r="r" t="t"/>
              <a:pathLst>
                <a:path extrusionOk="0" fill="none" h="6852" w="6861">
                  <a:moveTo>
                    <a:pt x="2489" y="3765"/>
                  </a:moveTo>
                  <a:cubicBezTo>
                    <a:pt x="2311" y="3239"/>
                    <a:pt x="2579" y="2677"/>
                    <a:pt x="3096" y="2489"/>
                  </a:cubicBezTo>
                  <a:cubicBezTo>
                    <a:pt x="3613" y="2302"/>
                    <a:pt x="4184" y="2579"/>
                    <a:pt x="4372" y="3096"/>
                  </a:cubicBezTo>
                  <a:cubicBezTo>
                    <a:pt x="4550" y="3613"/>
                    <a:pt x="4282" y="4184"/>
                    <a:pt x="3765" y="4363"/>
                  </a:cubicBezTo>
                  <a:cubicBezTo>
                    <a:pt x="3248" y="4550"/>
                    <a:pt x="2677" y="4283"/>
                    <a:pt x="2489" y="3765"/>
                  </a:cubicBezTo>
                  <a:close/>
                  <a:moveTo>
                    <a:pt x="223" y="4853"/>
                  </a:moveTo>
                  <a:lnTo>
                    <a:pt x="1481" y="4675"/>
                  </a:lnTo>
                  <a:cubicBezTo>
                    <a:pt x="1597" y="4862"/>
                    <a:pt x="1731" y="5023"/>
                    <a:pt x="1892" y="5157"/>
                  </a:cubicBezTo>
                  <a:lnTo>
                    <a:pt x="1579" y="6424"/>
                  </a:lnTo>
                  <a:lnTo>
                    <a:pt x="2168" y="6709"/>
                  </a:lnTo>
                  <a:lnTo>
                    <a:pt x="2935" y="5692"/>
                  </a:lnTo>
                  <a:cubicBezTo>
                    <a:pt x="3141" y="5737"/>
                    <a:pt x="3355" y="5755"/>
                    <a:pt x="3569" y="5737"/>
                  </a:cubicBezTo>
                  <a:lnTo>
                    <a:pt x="4238" y="6852"/>
                  </a:lnTo>
                  <a:lnTo>
                    <a:pt x="4853" y="6638"/>
                  </a:lnTo>
                  <a:lnTo>
                    <a:pt x="4675" y="5380"/>
                  </a:lnTo>
                  <a:cubicBezTo>
                    <a:pt x="4862" y="5264"/>
                    <a:pt x="5023" y="5121"/>
                    <a:pt x="5166" y="4969"/>
                  </a:cubicBezTo>
                  <a:lnTo>
                    <a:pt x="6424" y="5282"/>
                  </a:lnTo>
                  <a:lnTo>
                    <a:pt x="6709" y="4684"/>
                  </a:lnTo>
                  <a:lnTo>
                    <a:pt x="5692" y="3926"/>
                  </a:lnTo>
                  <a:cubicBezTo>
                    <a:pt x="5737" y="3721"/>
                    <a:pt x="5754" y="3506"/>
                    <a:pt x="5746" y="3292"/>
                  </a:cubicBezTo>
                  <a:lnTo>
                    <a:pt x="6861" y="2623"/>
                  </a:lnTo>
                  <a:lnTo>
                    <a:pt x="6638" y="1999"/>
                  </a:lnTo>
                  <a:lnTo>
                    <a:pt x="5380" y="2177"/>
                  </a:lnTo>
                  <a:cubicBezTo>
                    <a:pt x="5264" y="1999"/>
                    <a:pt x="5130" y="1838"/>
                    <a:pt x="4969" y="1695"/>
                  </a:cubicBezTo>
                  <a:lnTo>
                    <a:pt x="5282" y="438"/>
                  </a:lnTo>
                  <a:lnTo>
                    <a:pt x="4684" y="152"/>
                  </a:lnTo>
                  <a:lnTo>
                    <a:pt x="3926" y="1169"/>
                  </a:lnTo>
                  <a:cubicBezTo>
                    <a:pt x="3720" y="1116"/>
                    <a:pt x="3506" y="1098"/>
                    <a:pt x="3292" y="1116"/>
                  </a:cubicBezTo>
                  <a:lnTo>
                    <a:pt x="2623" y="0"/>
                  </a:lnTo>
                  <a:lnTo>
                    <a:pt x="1999" y="223"/>
                  </a:lnTo>
                  <a:lnTo>
                    <a:pt x="2177" y="1472"/>
                  </a:lnTo>
                  <a:cubicBezTo>
                    <a:pt x="1999" y="1588"/>
                    <a:pt x="1838" y="1731"/>
                    <a:pt x="1695" y="1892"/>
                  </a:cubicBezTo>
                  <a:lnTo>
                    <a:pt x="438" y="1571"/>
                  </a:lnTo>
                  <a:lnTo>
                    <a:pt x="152" y="2168"/>
                  </a:lnTo>
                  <a:lnTo>
                    <a:pt x="1169" y="2935"/>
                  </a:lnTo>
                  <a:cubicBezTo>
                    <a:pt x="1124" y="3141"/>
                    <a:pt x="1107" y="3346"/>
                    <a:pt x="1116" y="3560"/>
                  </a:cubicBezTo>
                  <a:lnTo>
                    <a:pt x="0" y="4229"/>
                  </a:lnTo>
                  <a:close/>
                </a:path>
              </a:pathLst>
            </a:custGeom>
            <a:noFill/>
            <a:ln cap="rnd" cmpd="sng" w="10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" name="Google Shape;261;p13"/>
          <p:cNvGrpSpPr/>
          <p:nvPr/>
        </p:nvGrpSpPr>
        <p:grpSpPr>
          <a:xfrm>
            <a:off x="166943" y="1483146"/>
            <a:ext cx="402677" cy="340272"/>
            <a:chOff x="5915814" y="759984"/>
            <a:chExt cx="589917" cy="498493"/>
          </a:xfrm>
        </p:grpSpPr>
        <p:sp>
          <p:nvSpPr>
            <p:cNvPr id="262" name="Google Shape;262;p13"/>
            <p:cNvSpPr/>
            <p:nvPr/>
          </p:nvSpPr>
          <p:spPr>
            <a:xfrm>
              <a:off x="5945003" y="759984"/>
              <a:ext cx="560728" cy="469335"/>
            </a:xfrm>
            <a:custGeom>
              <a:rect b="b" l="l" r="r" t="t"/>
              <a:pathLst>
                <a:path extrusionOk="0" h="15211" w="18173">
                  <a:moveTo>
                    <a:pt x="9082" y="0"/>
                  </a:moveTo>
                  <a:cubicBezTo>
                    <a:pt x="4068" y="0"/>
                    <a:pt x="0" y="2810"/>
                    <a:pt x="0" y="6280"/>
                  </a:cubicBezTo>
                  <a:cubicBezTo>
                    <a:pt x="0" y="9644"/>
                    <a:pt x="3818" y="12391"/>
                    <a:pt x="8618" y="12561"/>
                  </a:cubicBezTo>
                  <a:lnTo>
                    <a:pt x="6584" y="15210"/>
                  </a:lnTo>
                  <a:lnTo>
                    <a:pt x="11080" y="12409"/>
                  </a:lnTo>
                  <a:cubicBezTo>
                    <a:pt x="12088" y="12257"/>
                    <a:pt x="13043" y="11981"/>
                    <a:pt x="13890" y="11615"/>
                  </a:cubicBezTo>
                  <a:cubicBezTo>
                    <a:pt x="16460" y="10509"/>
                    <a:pt x="18172" y="8529"/>
                    <a:pt x="18172" y="6280"/>
                  </a:cubicBezTo>
                  <a:cubicBezTo>
                    <a:pt x="18172" y="2810"/>
                    <a:pt x="14104" y="0"/>
                    <a:pt x="90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3"/>
            <p:cNvSpPr/>
            <p:nvPr/>
          </p:nvSpPr>
          <p:spPr>
            <a:xfrm>
              <a:off x="5915814" y="789142"/>
              <a:ext cx="560728" cy="469335"/>
            </a:xfrm>
            <a:custGeom>
              <a:rect b="b" l="l" r="r" t="t"/>
              <a:pathLst>
                <a:path extrusionOk="0" fill="none" h="15211" w="18173">
                  <a:moveTo>
                    <a:pt x="9082" y="1"/>
                  </a:moveTo>
                  <a:cubicBezTo>
                    <a:pt x="4069" y="1"/>
                    <a:pt x="1" y="2811"/>
                    <a:pt x="1" y="6281"/>
                  </a:cubicBezTo>
                  <a:cubicBezTo>
                    <a:pt x="1" y="9644"/>
                    <a:pt x="3819" y="12383"/>
                    <a:pt x="8618" y="12553"/>
                  </a:cubicBezTo>
                  <a:lnTo>
                    <a:pt x="6584" y="15211"/>
                  </a:lnTo>
                  <a:lnTo>
                    <a:pt x="11081" y="12410"/>
                  </a:lnTo>
                  <a:cubicBezTo>
                    <a:pt x="12089" y="12249"/>
                    <a:pt x="13043" y="11982"/>
                    <a:pt x="13891" y="11616"/>
                  </a:cubicBezTo>
                  <a:cubicBezTo>
                    <a:pt x="16460" y="10501"/>
                    <a:pt x="18173" y="8529"/>
                    <a:pt x="18173" y="6281"/>
                  </a:cubicBezTo>
                  <a:cubicBezTo>
                    <a:pt x="18173" y="2811"/>
                    <a:pt x="14105" y="1"/>
                    <a:pt x="9082" y="1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6068300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95" y="0"/>
                    <a:pt x="1" y="286"/>
                    <a:pt x="1" y="643"/>
                  </a:cubicBezTo>
                  <a:cubicBezTo>
                    <a:pt x="1" y="991"/>
                    <a:pt x="295" y="1285"/>
                    <a:pt x="643" y="1285"/>
                  </a:cubicBezTo>
                  <a:cubicBezTo>
                    <a:pt x="1000" y="1285"/>
                    <a:pt x="1286" y="991"/>
                    <a:pt x="1286" y="643"/>
                  </a:cubicBezTo>
                  <a:cubicBezTo>
                    <a:pt x="1286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3"/>
            <p:cNvSpPr/>
            <p:nvPr/>
          </p:nvSpPr>
          <p:spPr>
            <a:xfrm>
              <a:off x="6183636" y="967793"/>
              <a:ext cx="39402" cy="39680"/>
            </a:xfrm>
            <a:custGeom>
              <a:rect b="b" l="l" r="r" t="t"/>
              <a:pathLst>
                <a:path extrusionOk="0" h="1286" w="1277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991" y="1285"/>
                    <a:pt x="1277" y="991"/>
                    <a:pt x="1277" y="643"/>
                  </a:cubicBezTo>
                  <a:cubicBezTo>
                    <a:pt x="1277" y="286"/>
                    <a:pt x="991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3"/>
            <p:cNvSpPr/>
            <p:nvPr/>
          </p:nvSpPr>
          <p:spPr>
            <a:xfrm>
              <a:off x="6298694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1000" y="1285"/>
                    <a:pt x="1285" y="991"/>
                    <a:pt x="1285" y="643"/>
                  </a:cubicBezTo>
                  <a:cubicBezTo>
                    <a:pt x="1285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" name="Google Shape;267;p13"/>
          <p:cNvGrpSpPr/>
          <p:nvPr/>
        </p:nvGrpSpPr>
        <p:grpSpPr>
          <a:xfrm rot="5400000">
            <a:off x="33838" y="526820"/>
            <a:ext cx="668906" cy="145913"/>
            <a:chOff x="2804304" y="4395845"/>
            <a:chExt cx="668906" cy="145913"/>
          </a:xfrm>
        </p:grpSpPr>
        <p:sp>
          <p:nvSpPr>
            <p:cNvPr id="268" name="Google Shape;268;p13"/>
            <p:cNvSpPr/>
            <p:nvPr/>
          </p:nvSpPr>
          <p:spPr>
            <a:xfrm>
              <a:off x="2854937" y="4422257"/>
              <a:ext cx="562116" cy="89788"/>
            </a:xfrm>
            <a:custGeom>
              <a:rect b="b" l="l" r="r" t="t"/>
              <a:pathLst>
                <a:path extrusionOk="0" fill="none" h="2910" w="18218">
                  <a:moveTo>
                    <a:pt x="1" y="1"/>
                  </a:moveTo>
                  <a:lnTo>
                    <a:pt x="6923" y="1"/>
                  </a:lnTo>
                  <a:lnTo>
                    <a:pt x="6923" y="2909"/>
                  </a:lnTo>
                  <a:lnTo>
                    <a:pt x="18217" y="290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3"/>
            <p:cNvSpPr/>
            <p:nvPr/>
          </p:nvSpPr>
          <p:spPr>
            <a:xfrm>
              <a:off x="2804304" y="4395845"/>
              <a:ext cx="50664" cy="50664"/>
            </a:xfrm>
            <a:custGeom>
              <a:rect b="b" l="l" r="r" t="t"/>
              <a:pathLst>
                <a:path extrusionOk="0" fill="none" h="1642" w="1642">
                  <a:moveTo>
                    <a:pt x="1642" y="821"/>
                  </a:moveTo>
                  <a:cubicBezTo>
                    <a:pt x="1642" y="1276"/>
                    <a:pt x="1276" y="1642"/>
                    <a:pt x="821" y="1642"/>
                  </a:cubicBezTo>
                  <a:cubicBezTo>
                    <a:pt x="366" y="1642"/>
                    <a:pt x="0" y="1276"/>
                    <a:pt x="0" y="821"/>
                  </a:cubicBezTo>
                  <a:cubicBezTo>
                    <a:pt x="0" y="366"/>
                    <a:pt x="366" y="0"/>
                    <a:pt x="821" y="0"/>
                  </a:cubicBezTo>
                  <a:cubicBezTo>
                    <a:pt x="1276" y="0"/>
                    <a:pt x="1642" y="366"/>
                    <a:pt x="1642" y="821"/>
                  </a:cubicBezTo>
                  <a:close/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3"/>
            <p:cNvSpPr/>
            <p:nvPr/>
          </p:nvSpPr>
          <p:spPr>
            <a:xfrm>
              <a:off x="3422237" y="4490817"/>
              <a:ext cx="50972" cy="50942"/>
            </a:xfrm>
            <a:custGeom>
              <a:rect b="b" l="l" r="r" t="t"/>
              <a:pathLst>
                <a:path extrusionOk="0" h="1651" w="1652">
                  <a:moveTo>
                    <a:pt x="831" y="0"/>
                  </a:moveTo>
                  <a:cubicBezTo>
                    <a:pt x="376" y="0"/>
                    <a:pt x="1" y="375"/>
                    <a:pt x="1" y="821"/>
                  </a:cubicBezTo>
                  <a:cubicBezTo>
                    <a:pt x="1" y="1276"/>
                    <a:pt x="376" y="1651"/>
                    <a:pt x="831" y="1651"/>
                  </a:cubicBezTo>
                  <a:cubicBezTo>
                    <a:pt x="1277" y="1651"/>
                    <a:pt x="1651" y="1276"/>
                    <a:pt x="1651" y="821"/>
                  </a:cubicBezTo>
                  <a:cubicBezTo>
                    <a:pt x="1651" y="375"/>
                    <a:pt x="1277" y="0"/>
                    <a:pt x="8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" name="Google Shape;271;p13"/>
          <p:cNvGrpSpPr/>
          <p:nvPr/>
        </p:nvGrpSpPr>
        <p:grpSpPr>
          <a:xfrm flipH="1">
            <a:off x="8733033" y="4365945"/>
            <a:ext cx="7325" cy="270117"/>
            <a:chOff x="2544720" y="2736864"/>
            <a:chExt cx="31" cy="174269"/>
          </a:xfrm>
        </p:grpSpPr>
        <p:sp>
          <p:nvSpPr>
            <p:cNvPr id="272" name="Google Shape;272;p13"/>
            <p:cNvSpPr/>
            <p:nvPr/>
          </p:nvSpPr>
          <p:spPr>
            <a:xfrm>
              <a:off x="2544720" y="2736864"/>
              <a:ext cx="31" cy="3055"/>
            </a:xfrm>
            <a:custGeom>
              <a:rect b="b" l="l" r="r" t="t"/>
              <a:pathLst>
                <a:path extrusionOk="0" fill="none" h="99" w="1">
                  <a:moveTo>
                    <a:pt x="1" y="1"/>
                  </a:moveTo>
                  <a:lnTo>
                    <a:pt x="1" y="9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3"/>
            <p:cNvSpPr/>
            <p:nvPr/>
          </p:nvSpPr>
          <p:spPr>
            <a:xfrm>
              <a:off x="2544720" y="2778148"/>
              <a:ext cx="31" cy="110955"/>
            </a:xfrm>
            <a:custGeom>
              <a:rect b="b" l="l" r="r" t="t"/>
              <a:pathLst>
                <a:path extrusionOk="0" fill="none" h="3596" w="1">
                  <a:moveTo>
                    <a:pt x="1" y="1"/>
                  </a:moveTo>
                  <a:lnTo>
                    <a:pt x="1" y="3596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3"/>
            <p:cNvSpPr/>
            <p:nvPr/>
          </p:nvSpPr>
          <p:spPr>
            <a:xfrm>
              <a:off x="2544720" y="2908356"/>
              <a:ext cx="31" cy="2777"/>
            </a:xfrm>
            <a:custGeom>
              <a:rect b="b" l="l" r="r" t="t"/>
              <a:pathLst>
                <a:path extrusionOk="0" fill="none" h="90" w="1">
                  <a:moveTo>
                    <a:pt x="1" y="0"/>
                  </a:moveTo>
                  <a:lnTo>
                    <a:pt x="1" y="9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" name="Google Shape;275;p13"/>
          <p:cNvGrpSpPr/>
          <p:nvPr/>
        </p:nvGrpSpPr>
        <p:grpSpPr>
          <a:xfrm>
            <a:off x="8687663" y="4736794"/>
            <a:ext cx="95805" cy="95805"/>
            <a:chOff x="3741963" y="3746119"/>
            <a:chExt cx="95805" cy="95805"/>
          </a:xfrm>
        </p:grpSpPr>
        <p:sp>
          <p:nvSpPr>
            <p:cNvPr id="276" name="Google Shape;276;p13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3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"/>
          <p:cNvSpPr txBox="1"/>
          <p:nvPr>
            <p:ph type="title"/>
          </p:nvPr>
        </p:nvSpPr>
        <p:spPr>
          <a:xfrm>
            <a:off x="2365950" y="2308050"/>
            <a:ext cx="44121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0" name="Google Shape;280;p14"/>
          <p:cNvSpPr txBox="1"/>
          <p:nvPr>
            <p:ph hasCustomPrompt="1" idx="2" type="title"/>
          </p:nvPr>
        </p:nvSpPr>
        <p:spPr>
          <a:xfrm>
            <a:off x="5125900" y="1392150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1" name="Google Shape;281;p14"/>
          <p:cNvSpPr txBox="1"/>
          <p:nvPr>
            <p:ph idx="1" type="subTitle"/>
          </p:nvPr>
        </p:nvSpPr>
        <p:spPr>
          <a:xfrm>
            <a:off x="2365950" y="3376350"/>
            <a:ext cx="44121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14"/>
          <p:cNvSpPr/>
          <p:nvPr/>
        </p:nvSpPr>
        <p:spPr>
          <a:xfrm flipH="1">
            <a:off x="305728" y="4278089"/>
            <a:ext cx="1140250" cy="630702"/>
          </a:xfrm>
          <a:custGeom>
            <a:rect b="b" l="l" r="r" t="t"/>
            <a:pathLst>
              <a:path extrusionOk="0" h="14774" w="26710">
                <a:moveTo>
                  <a:pt x="5656" y="1"/>
                </a:moveTo>
                <a:cubicBezTo>
                  <a:pt x="2534" y="1"/>
                  <a:pt x="0" y="2534"/>
                  <a:pt x="0" y="5656"/>
                </a:cubicBezTo>
                <a:cubicBezTo>
                  <a:pt x="0" y="8779"/>
                  <a:pt x="2534" y="11312"/>
                  <a:pt x="5656" y="11312"/>
                </a:cubicBezTo>
                <a:lnTo>
                  <a:pt x="9216" y="11312"/>
                </a:lnTo>
                <a:lnTo>
                  <a:pt x="12338" y="14774"/>
                </a:lnTo>
                <a:lnTo>
                  <a:pt x="12713" y="11312"/>
                </a:lnTo>
                <a:lnTo>
                  <a:pt x="21045" y="11312"/>
                </a:lnTo>
                <a:cubicBezTo>
                  <a:pt x="24176" y="11312"/>
                  <a:pt x="26710" y="8779"/>
                  <a:pt x="26710" y="5656"/>
                </a:cubicBezTo>
                <a:cubicBezTo>
                  <a:pt x="26710" y="2534"/>
                  <a:pt x="24176" y="1"/>
                  <a:pt x="2104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"/>
          <p:cNvSpPr/>
          <p:nvPr/>
        </p:nvSpPr>
        <p:spPr>
          <a:xfrm flipH="1">
            <a:off x="346070" y="4237703"/>
            <a:ext cx="1139908" cy="630745"/>
          </a:xfrm>
          <a:custGeom>
            <a:rect b="b" l="l" r="r" t="t"/>
            <a:pathLst>
              <a:path extrusionOk="0" fill="none" h="14775" w="26702">
                <a:moveTo>
                  <a:pt x="21045" y="1"/>
                </a:moveTo>
                <a:lnTo>
                  <a:pt x="5656" y="1"/>
                </a:lnTo>
                <a:cubicBezTo>
                  <a:pt x="2525" y="1"/>
                  <a:pt x="0" y="2535"/>
                  <a:pt x="0" y="5657"/>
                </a:cubicBezTo>
                <a:cubicBezTo>
                  <a:pt x="0" y="8779"/>
                  <a:pt x="2525" y="11313"/>
                  <a:pt x="5656" y="11313"/>
                </a:cubicBezTo>
                <a:lnTo>
                  <a:pt x="9216" y="11313"/>
                </a:lnTo>
                <a:lnTo>
                  <a:pt x="12329" y="14774"/>
                </a:lnTo>
                <a:lnTo>
                  <a:pt x="12704" y="11313"/>
                </a:lnTo>
                <a:lnTo>
                  <a:pt x="21045" y="11313"/>
                </a:lnTo>
                <a:cubicBezTo>
                  <a:pt x="24167" y="11313"/>
                  <a:pt x="26701" y="8779"/>
                  <a:pt x="26701" y="5657"/>
                </a:cubicBezTo>
                <a:cubicBezTo>
                  <a:pt x="26701" y="2535"/>
                  <a:pt x="24167" y="1"/>
                  <a:pt x="21045" y="1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"/>
          <p:cNvSpPr/>
          <p:nvPr/>
        </p:nvSpPr>
        <p:spPr>
          <a:xfrm>
            <a:off x="7613130" y="4442576"/>
            <a:ext cx="1095532" cy="467640"/>
          </a:xfrm>
          <a:custGeom>
            <a:rect b="b" l="l" r="r" t="t"/>
            <a:pathLst>
              <a:path extrusionOk="0" fill="none" h="23062" w="54027">
                <a:moveTo>
                  <a:pt x="1" y="23061"/>
                </a:moveTo>
                <a:lnTo>
                  <a:pt x="1" y="19038"/>
                </a:lnTo>
                <a:cubicBezTo>
                  <a:pt x="1" y="15532"/>
                  <a:pt x="2847" y="12686"/>
                  <a:pt x="6344" y="12686"/>
                </a:cubicBezTo>
                <a:lnTo>
                  <a:pt x="21554" y="12686"/>
                </a:lnTo>
                <a:cubicBezTo>
                  <a:pt x="25060" y="12686"/>
                  <a:pt x="27897" y="9849"/>
                  <a:pt x="27897" y="6343"/>
                </a:cubicBezTo>
                <a:cubicBezTo>
                  <a:pt x="27897" y="2838"/>
                  <a:pt x="30743" y="1"/>
                  <a:pt x="34249" y="1"/>
                </a:cubicBezTo>
                <a:lnTo>
                  <a:pt x="54027" y="1"/>
                </a:lnTo>
                <a:lnTo>
                  <a:pt x="54027" y="330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 flipH="1">
            <a:off x="458156" y="310901"/>
            <a:ext cx="1382861" cy="549509"/>
          </a:xfrm>
          <a:custGeom>
            <a:rect b="b" l="l" r="r" t="t"/>
            <a:pathLst>
              <a:path extrusionOk="0" fill="none" h="21919" w="55160">
                <a:moveTo>
                  <a:pt x="1" y="0"/>
                </a:moveTo>
                <a:lnTo>
                  <a:pt x="1" y="4086"/>
                </a:lnTo>
                <a:cubicBezTo>
                  <a:pt x="1" y="13935"/>
                  <a:pt x="7985" y="21919"/>
                  <a:pt x="17843" y="21919"/>
                </a:cubicBezTo>
                <a:lnTo>
                  <a:pt x="49120" y="21919"/>
                </a:lnTo>
                <a:cubicBezTo>
                  <a:pt x="52457" y="21919"/>
                  <a:pt x="55160" y="19216"/>
                  <a:pt x="55160" y="15888"/>
                </a:cubicBez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 flipH="1">
            <a:off x="8404279" y="4756397"/>
            <a:ext cx="194356" cy="194386"/>
          </a:xfrm>
          <a:custGeom>
            <a:rect b="b" l="l" r="r" t="t"/>
            <a:pathLst>
              <a:path extrusionOk="0" h="6300" w="6299">
                <a:moveTo>
                  <a:pt x="3988" y="1116"/>
                </a:moveTo>
                <a:lnTo>
                  <a:pt x="5184" y="2312"/>
                </a:lnTo>
                <a:lnTo>
                  <a:pt x="5184" y="3989"/>
                </a:lnTo>
                <a:lnTo>
                  <a:pt x="3988" y="5184"/>
                </a:lnTo>
                <a:lnTo>
                  <a:pt x="2302" y="5184"/>
                </a:lnTo>
                <a:lnTo>
                  <a:pt x="1116" y="3989"/>
                </a:lnTo>
                <a:lnTo>
                  <a:pt x="1116" y="2312"/>
                </a:lnTo>
                <a:lnTo>
                  <a:pt x="2302" y="1116"/>
                </a:lnTo>
                <a:close/>
                <a:moveTo>
                  <a:pt x="1838" y="1"/>
                </a:moveTo>
                <a:lnTo>
                  <a:pt x="1" y="1848"/>
                </a:lnTo>
                <a:lnTo>
                  <a:pt x="1" y="4453"/>
                </a:lnTo>
                <a:lnTo>
                  <a:pt x="1838" y="6299"/>
                </a:lnTo>
                <a:lnTo>
                  <a:pt x="4452" y="6299"/>
                </a:lnTo>
                <a:lnTo>
                  <a:pt x="6299" y="4453"/>
                </a:lnTo>
                <a:lnTo>
                  <a:pt x="6299" y="1848"/>
                </a:lnTo>
                <a:lnTo>
                  <a:pt x="445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/>
          <p:nvPr/>
        </p:nvSpPr>
        <p:spPr>
          <a:xfrm flipH="1">
            <a:off x="578807" y="431846"/>
            <a:ext cx="107931" cy="107653"/>
          </a:xfrm>
          <a:custGeom>
            <a:rect b="b" l="l" r="r" t="t"/>
            <a:pathLst>
              <a:path extrusionOk="0" fill="none" h="3489" w="3498">
                <a:moveTo>
                  <a:pt x="3497" y="1749"/>
                </a:moveTo>
                <a:cubicBezTo>
                  <a:pt x="3497" y="2712"/>
                  <a:pt x="2712" y="3489"/>
                  <a:pt x="1749" y="3489"/>
                </a:cubicBezTo>
                <a:cubicBezTo>
                  <a:pt x="785" y="3489"/>
                  <a:pt x="0" y="2712"/>
                  <a:pt x="0" y="1749"/>
                </a:cubicBezTo>
                <a:cubicBezTo>
                  <a:pt x="0" y="777"/>
                  <a:pt x="785" y="0"/>
                  <a:pt x="1749" y="0"/>
                </a:cubicBezTo>
                <a:cubicBezTo>
                  <a:pt x="2712" y="0"/>
                  <a:pt x="3497" y="777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 flipH="1">
            <a:off x="2554303" y="300885"/>
            <a:ext cx="324811" cy="324841"/>
          </a:xfrm>
          <a:custGeom>
            <a:rect b="b" l="l" r="r" t="t"/>
            <a:pathLst>
              <a:path extrusionOk="0" h="10528" w="10527">
                <a:moveTo>
                  <a:pt x="6673" y="1874"/>
                </a:moveTo>
                <a:lnTo>
                  <a:pt x="8662" y="3864"/>
                </a:lnTo>
                <a:lnTo>
                  <a:pt x="8662" y="6674"/>
                </a:lnTo>
                <a:lnTo>
                  <a:pt x="6673" y="8663"/>
                </a:lnTo>
                <a:lnTo>
                  <a:pt x="3863" y="8663"/>
                </a:lnTo>
                <a:lnTo>
                  <a:pt x="1873" y="6674"/>
                </a:lnTo>
                <a:lnTo>
                  <a:pt x="1873" y="3864"/>
                </a:lnTo>
                <a:lnTo>
                  <a:pt x="3863" y="1874"/>
                </a:lnTo>
                <a:close/>
                <a:moveTo>
                  <a:pt x="3087" y="1"/>
                </a:moveTo>
                <a:lnTo>
                  <a:pt x="0" y="3088"/>
                </a:lnTo>
                <a:lnTo>
                  <a:pt x="0" y="7450"/>
                </a:lnTo>
                <a:lnTo>
                  <a:pt x="3087" y="10528"/>
                </a:lnTo>
                <a:lnTo>
                  <a:pt x="7449" y="10528"/>
                </a:lnTo>
                <a:lnTo>
                  <a:pt x="10527" y="7450"/>
                </a:lnTo>
                <a:lnTo>
                  <a:pt x="10527" y="3088"/>
                </a:lnTo>
                <a:lnTo>
                  <a:pt x="74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" name="Google Shape;289;p14"/>
          <p:cNvGrpSpPr/>
          <p:nvPr/>
        </p:nvGrpSpPr>
        <p:grpSpPr>
          <a:xfrm flipH="1">
            <a:off x="8279192" y="2434516"/>
            <a:ext cx="429440" cy="274455"/>
            <a:chOff x="6416776" y="3328941"/>
            <a:chExt cx="429440" cy="274455"/>
          </a:xfrm>
        </p:grpSpPr>
        <p:sp>
          <p:nvSpPr>
            <p:cNvPr id="290" name="Google Shape;290;p14"/>
            <p:cNvSpPr/>
            <p:nvPr/>
          </p:nvSpPr>
          <p:spPr>
            <a:xfrm>
              <a:off x="6416776" y="3328941"/>
              <a:ext cx="429440" cy="31"/>
            </a:xfrm>
            <a:custGeom>
              <a:rect b="b" l="l" r="r" t="t"/>
              <a:pathLst>
                <a:path extrusionOk="0" fill="none" h="1" w="13918">
                  <a:moveTo>
                    <a:pt x="1" y="1"/>
                  </a:moveTo>
                  <a:lnTo>
                    <a:pt x="13918" y="1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6416776" y="3397501"/>
              <a:ext cx="385688" cy="31"/>
            </a:xfrm>
            <a:custGeom>
              <a:rect b="b" l="l" r="r" t="t"/>
              <a:pathLst>
                <a:path extrusionOk="0" fill="none" h="1" w="12500">
                  <a:moveTo>
                    <a:pt x="1" y="0"/>
                  </a:moveTo>
                  <a:lnTo>
                    <a:pt x="12499" y="0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6416776" y="3466030"/>
              <a:ext cx="312746" cy="31"/>
            </a:xfrm>
            <a:custGeom>
              <a:rect b="b" l="l" r="r" t="t"/>
              <a:pathLst>
                <a:path extrusionOk="0" fill="none" h="1" w="10136">
                  <a:moveTo>
                    <a:pt x="1" y="0"/>
                  </a:moveTo>
                  <a:lnTo>
                    <a:pt x="10135" y="0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6416776" y="3534558"/>
              <a:ext cx="225488" cy="31"/>
            </a:xfrm>
            <a:custGeom>
              <a:rect b="b" l="l" r="r" t="t"/>
              <a:pathLst>
                <a:path extrusionOk="0" fill="none" h="1" w="7308">
                  <a:moveTo>
                    <a:pt x="1" y="1"/>
                  </a:moveTo>
                  <a:lnTo>
                    <a:pt x="7307" y="1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6416776" y="3603365"/>
              <a:ext cx="138230" cy="31"/>
            </a:xfrm>
            <a:custGeom>
              <a:rect b="b" l="l" r="r" t="t"/>
              <a:pathLst>
                <a:path extrusionOk="0" fill="none" h="1" w="4480">
                  <a:moveTo>
                    <a:pt x="1" y="1"/>
                  </a:moveTo>
                  <a:lnTo>
                    <a:pt x="4479" y="1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5" name="Google Shape;295;p14"/>
          <p:cNvSpPr/>
          <p:nvPr/>
        </p:nvSpPr>
        <p:spPr>
          <a:xfrm>
            <a:off x="8302830" y="225980"/>
            <a:ext cx="494092" cy="391964"/>
          </a:xfrm>
          <a:custGeom>
            <a:rect b="b" l="l" r="r" t="t"/>
            <a:pathLst>
              <a:path extrusionOk="0" h="10340" w="13035">
                <a:moveTo>
                  <a:pt x="11277" y="0"/>
                </a:moveTo>
                <a:lnTo>
                  <a:pt x="5148" y="7164"/>
                </a:lnTo>
                <a:lnTo>
                  <a:pt x="1749" y="3167"/>
                </a:lnTo>
                <a:lnTo>
                  <a:pt x="1" y="4354"/>
                </a:lnTo>
                <a:lnTo>
                  <a:pt x="5166" y="10339"/>
                </a:lnTo>
                <a:lnTo>
                  <a:pt x="13034" y="1178"/>
                </a:lnTo>
                <a:lnTo>
                  <a:pt x="112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8317726" y="196223"/>
            <a:ext cx="494054" cy="391964"/>
          </a:xfrm>
          <a:custGeom>
            <a:rect b="b" l="l" r="r" t="t"/>
            <a:pathLst>
              <a:path extrusionOk="0" fill="none" h="10340" w="13034">
                <a:moveTo>
                  <a:pt x="13034" y="1178"/>
                </a:moveTo>
                <a:lnTo>
                  <a:pt x="11276" y="0"/>
                </a:lnTo>
                <a:lnTo>
                  <a:pt x="5148" y="7164"/>
                </a:lnTo>
                <a:lnTo>
                  <a:pt x="1749" y="3167"/>
                </a:lnTo>
                <a:lnTo>
                  <a:pt x="0" y="4353"/>
                </a:lnTo>
                <a:lnTo>
                  <a:pt x="5166" y="10339"/>
                </a:ln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7" name="Google Shape;297;p14"/>
          <p:cNvGrpSpPr/>
          <p:nvPr/>
        </p:nvGrpSpPr>
        <p:grpSpPr>
          <a:xfrm>
            <a:off x="6783588" y="4621744"/>
            <a:ext cx="95805" cy="95805"/>
            <a:chOff x="3741963" y="3746119"/>
            <a:chExt cx="95805" cy="95805"/>
          </a:xfrm>
        </p:grpSpPr>
        <p:sp>
          <p:nvSpPr>
            <p:cNvPr id="298" name="Google Shape;298;p14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4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"/>
          <p:cNvSpPr txBox="1"/>
          <p:nvPr>
            <p:ph type="title"/>
          </p:nvPr>
        </p:nvSpPr>
        <p:spPr>
          <a:xfrm>
            <a:off x="1890900" y="2308050"/>
            <a:ext cx="53622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2" name="Google Shape;302;p15"/>
          <p:cNvSpPr txBox="1"/>
          <p:nvPr>
            <p:ph hasCustomPrompt="1" idx="2" type="title"/>
          </p:nvPr>
        </p:nvSpPr>
        <p:spPr>
          <a:xfrm>
            <a:off x="1890900" y="1392150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3" name="Google Shape;303;p15"/>
          <p:cNvSpPr txBox="1"/>
          <p:nvPr>
            <p:ph idx="1" type="subTitle"/>
          </p:nvPr>
        </p:nvSpPr>
        <p:spPr>
          <a:xfrm>
            <a:off x="1890900" y="3376350"/>
            <a:ext cx="5362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4" name="Google Shape;304;p15"/>
          <p:cNvGrpSpPr/>
          <p:nvPr/>
        </p:nvGrpSpPr>
        <p:grpSpPr>
          <a:xfrm>
            <a:off x="8152769" y="4354759"/>
            <a:ext cx="589917" cy="498493"/>
            <a:chOff x="5915814" y="759984"/>
            <a:chExt cx="589917" cy="498493"/>
          </a:xfrm>
        </p:grpSpPr>
        <p:sp>
          <p:nvSpPr>
            <p:cNvPr id="305" name="Google Shape;305;p15"/>
            <p:cNvSpPr/>
            <p:nvPr/>
          </p:nvSpPr>
          <p:spPr>
            <a:xfrm>
              <a:off x="5945003" y="759984"/>
              <a:ext cx="560728" cy="469335"/>
            </a:xfrm>
            <a:custGeom>
              <a:rect b="b" l="l" r="r" t="t"/>
              <a:pathLst>
                <a:path extrusionOk="0" h="15211" w="18173">
                  <a:moveTo>
                    <a:pt x="9082" y="0"/>
                  </a:moveTo>
                  <a:cubicBezTo>
                    <a:pt x="4068" y="0"/>
                    <a:pt x="0" y="2810"/>
                    <a:pt x="0" y="6280"/>
                  </a:cubicBezTo>
                  <a:cubicBezTo>
                    <a:pt x="0" y="9644"/>
                    <a:pt x="3818" y="12391"/>
                    <a:pt x="8618" y="12561"/>
                  </a:cubicBezTo>
                  <a:lnTo>
                    <a:pt x="6584" y="15210"/>
                  </a:lnTo>
                  <a:lnTo>
                    <a:pt x="11080" y="12409"/>
                  </a:lnTo>
                  <a:cubicBezTo>
                    <a:pt x="12088" y="12257"/>
                    <a:pt x="13043" y="11981"/>
                    <a:pt x="13890" y="11615"/>
                  </a:cubicBezTo>
                  <a:cubicBezTo>
                    <a:pt x="16460" y="10509"/>
                    <a:pt x="18172" y="8529"/>
                    <a:pt x="18172" y="6280"/>
                  </a:cubicBezTo>
                  <a:cubicBezTo>
                    <a:pt x="18172" y="2810"/>
                    <a:pt x="14104" y="0"/>
                    <a:pt x="90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5915814" y="789142"/>
              <a:ext cx="560728" cy="469335"/>
            </a:xfrm>
            <a:custGeom>
              <a:rect b="b" l="l" r="r" t="t"/>
              <a:pathLst>
                <a:path extrusionOk="0" fill="none" h="15211" w="18173">
                  <a:moveTo>
                    <a:pt x="9082" y="1"/>
                  </a:moveTo>
                  <a:cubicBezTo>
                    <a:pt x="4069" y="1"/>
                    <a:pt x="1" y="2811"/>
                    <a:pt x="1" y="6281"/>
                  </a:cubicBezTo>
                  <a:cubicBezTo>
                    <a:pt x="1" y="9644"/>
                    <a:pt x="3819" y="12383"/>
                    <a:pt x="8618" y="12553"/>
                  </a:cubicBezTo>
                  <a:lnTo>
                    <a:pt x="6584" y="15211"/>
                  </a:lnTo>
                  <a:lnTo>
                    <a:pt x="11081" y="12410"/>
                  </a:lnTo>
                  <a:cubicBezTo>
                    <a:pt x="12089" y="12249"/>
                    <a:pt x="13043" y="11982"/>
                    <a:pt x="13891" y="11616"/>
                  </a:cubicBezTo>
                  <a:cubicBezTo>
                    <a:pt x="16460" y="10501"/>
                    <a:pt x="18173" y="8529"/>
                    <a:pt x="18173" y="6281"/>
                  </a:cubicBezTo>
                  <a:cubicBezTo>
                    <a:pt x="18173" y="2811"/>
                    <a:pt x="14105" y="1"/>
                    <a:pt x="9082" y="1"/>
                  </a:cubicBezTo>
                  <a:close/>
                </a:path>
              </a:pathLst>
            </a:custGeom>
            <a:noFill/>
            <a:ln cap="rnd" cmpd="sng" w="176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6068300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95" y="0"/>
                    <a:pt x="1" y="286"/>
                    <a:pt x="1" y="643"/>
                  </a:cubicBezTo>
                  <a:cubicBezTo>
                    <a:pt x="1" y="991"/>
                    <a:pt x="295" y="1285"/>
                    <a:pt x="643" y="1285"/>
                  </a:cubicBezTo>
                  <a:cubicBezTo>
                    <a:pt x="1000" y="1285"/>
                    <a:pt x="1286" y="991"/>
                    <a:pt x="1286" y="643"/>
                  </a:cubicBezTo>
                  <a:cubicBezTo>
                    <a:pt x="1286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6183636" y="967793"/>
              <a:ext cx="39402" cy="39680"/>
            </a:xfrm>
            <a:custGeom>
              <a:rect b="b" l="l" r="r" t="t"/>
              <a:pathLst>
                <a:path extrusionOk="0" h="1286" w="1277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991" y="1285"/>
                    <a:pt x="1277" y="991"/>
                    <a:pt x="1277" y="643"/>
                  </a:cubicBezTo>
                  <a:cubicBezTo>
                    <a:pt x="1277" y="286"/>
                    <a:pt x="991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6298694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1000" y="1285"/>
                    <a:pt x="1285" y="991"/>
                    <a:pt x="1285" y="643"/>
                  </a:cubicBezTo>
                  <a:cubicBezTo>
                    <a:pt x="1285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0" name="Google Shape;310;p15"/>
          <p:cNvSpPr/>
          <p:nvPr/>
        </p:nvSpPr>
        <p:spPr>
          <a:xfrm flipH="1">
            <a:off x="551979" y="378475"/>
            <a:ext cx="350451" cy="350143"/>
          </a:xfrm>
          <a:custGeom>
            <a:rect b="b" l="l" r="r" t="t"/>
            <a:pathLst>
              <a:path extrusionOk="0" h="11348" w="11358">
                <a:moveTo>
                  <a:pt x="5687" y="4023"/>
                </a:moveTo>
                <a:cubicBezTo>
                  <a:pt x="6363" y="4023"/>
                  <a:pt x="6998" y="4448"/>
                  <a:pt x="7236" y="5121"/>
                </a:cubicBezTo>
                <a:cubicBezTo>
                  <a:pt x="7539" y="5977"/>
                  <a:pt x="7093" y="6923"/>
                  <a:pt x="6237" y="7226"/>
                </a:cubicBezTo>
                <a:cubicBezTo>
                  <a:pt x="6053" y="7291"/>
                  <a:pt x="5866" y="7321"/>
                  <a:pt x="5682" y="7321"/>
                </a:cubicBezTo>
                <a:cubicBezTo>
                  <a:pt x="5002" y="7321"/>
                  <a:pt x="4370" y="6901"/>
                  <a:pt x="4131" y="6227"/>
                </a:cubicBezTo>
                <a:cubicBezTo>
                  <a:pt x="3819" y="5362"/>
                  <a:pt x="4274" y="4425"/>
                  <a:pt x="5131" y="4122"/>
                </a:cubicBezTo>
                <a:cubicBezTo>
                  <a:pt x="5314" y="4055"/>
                  <a:pt x="5502" y="4023"/>
                  <a:pt x="5687" y="4023"/>
                </a:cubicBezTo>
                <a:close/>
                <a:moveTo>
                  <a:pt x="4345" y="0"/>
                </a:moveTo>
                <a:lnTo>
                  <a:pt x="3320" y="366"/>
                </a:lnTo>
                <a:lnTo>
                  <a:pt x="3614" y="2444"/>
                </a:lnTo>
                <a:cubicBezTo>
                  <a:pt x="3311" y="2632"/>
                  <a:pt x="3043" y="2864"/>
                  <a:pt x="2811" y="3122"/>
                </a:cubicBezTo>
                <a:lnTo>
                  <a:pt x="724" y="2605"/>
                </a:lnTo>
                <a:lnTo>
                  <a:pt x="251" y="3586"/>
                </a:lnTo>
                <a:lnTo>
                  <a:pt x="1937" y="4853"/>
                </a:lnTo>
                <a:cubicBezTo>
                  <a:pt x="1865" y="5192"/>
                  <a:pt x="1830" y="5540"/>
                  <a:pt x="1848" y="5897"/>
                </a:cubicBezTo>
                <a:lnTo>
                  <a:pt x="1" y="7003"/>
                </a:lnTo>
                <a:lnTo>
                  <a:pt x="367" y="8038"/>
                </a:lnTo>
                <a:lnTo>
                  <a:pt x="2454" y="7743"/>
                </a:lnTo>
                <a:cubicBezTo>
                  <a:pt x="2642" y="8038"/>
                  <a:pt x="2874" y="8314"/>
                  <a:pt x="3132" y="8537"/>
                </a:cubicBezTo>
                <a:lnTo>
                  <a:pt x="2615" y="10625"/>
                </a:lnTo>
                <a:lnTo>
                  <a:pt x="3596" y="11098"/>
                </a:lnTo>
                <a:lnTo>
                  <a:pt x="4863" y="9421"/>
                </a:lnTo>
                <a:cubicBezTo>
                  <a:pt x="5134" y="9478"/>
                  <a:pt x="5411" y="9506"/>
                  <a:pt x="5694" y="9506"/>
                </a:cubicBezTo>
                <a:cubicBezTo>
                  <a:pt x="5764" y="9506"/>
                  <a:pt x="5835" y="9504"/>
                  <a:pt x="5907" y="9501"/>
                </a:cubicBezTo>
                <a:lnTo>
                  <a:pt x="7013" y="11348"/>
                </a:lnTo>
                <a:lnTo>
                  <a:pt x="8048" y="10982"/>
                </a:lnTo>
                <a:lnTo>
                  <a:pt x="7753" y="8903"/>
                </a:lnTo>
                <a:cubicBezTo>
                  <a:pt x="8048" y="8707"/>
                  <a:pt x="8324" y="8484"/>
                  <a:pt x="8547" y="8216"/>
                </a:cubicBezTo>
                <a:lnTo>
                  <a:pt x="10635" y="8743"/>
                </a:lnTo>
                <a:lnTo>
                  <a:pt x="11108" y="7752"/>
                </a:lnTo>
                <a:lnTo>
                  <a:pt x="9430" y="6494"/>
                </a:lnTo>
                <a:cubicBezTo>
                  <a:pt x="9502" y="6155"/>
                  <a:pt x="9529" y="5799"/>
                  <a:pt x="9511" y="5451"/>
                </a:cubicBezTo>
                <a:lnTo>
                  <a:pt x="11357" y="4336"/>
                </a:lnTo>
                <a:lnTo>
                  <a:pt x="10992" y="3310"/>
                </a:lnTo>
                <a:lnTo>
                  <a:pt x="8913" y="3604"/>
                </a:lnTo>
                <a:cubicBezTo>
                  <a:pt x="8717" y="3301"/>
                  <a:pt x="8494" y="3033"/>
                  <a:pt x="8226" y="2801"/>
                </a:cubicBezTo>
                <a:lnTo>
                  <a:pt x="8752" y="714"/>
                </a:lnTo>
                <a:lnTo>
                  <a:pt x="7762" y="241"/>
                </a:lnTo>
                <a:lnTo>
                  <a:pt x="6504" y="1927"/>
                </a:lnTo>
                <a:cubicBezTo>
                  <a:pt x="6224" y="1868"/>
                  <a:pt x="5930" y="1833"/>
                  <a:pt x="5635" y="1833"/>
                </a:cubicBezTo>
                <a:cubicBezTo>
                  <a:pt x="5574" y="1833"/>
                  <a:pt x="5513" y="1835"/>
                  <a:pt x="5452" y="1838"/>
                </a:cubicBezTo>
                <a:lnTo>
                  <a:pt x="43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5"/>
          <p:cNvSpPr/>
          <p:nvPr/>
        </p:nvSpPr>
        <p:spPr>
          <a:xfrm flipH="1">
            <a:off x="538218" y="350397"/>
            <a:ext cx="350173" cy="350420"/>
          </a:xfrm>
          <a:custGeom>
            <a:rect b="b" l="l" r="r" t="t"/>
            <a:pathLst>
              <a:path extrusionOk="0" fill="none" h="11357" w="11349">
                <a:moveTo>
                  <a:pt x="4122" y="6227"/>
                </a:moveTo>
                <a:cubicBezTo>
                  <a:pt x="3819" y="5371"/>
                  <a:pt x="4265" y="4425"/>
                  <a:pt x="5130" y="4122"/>
                </a:cubicBezTo>
                <a:cubicBezTo>
                  <a:pt x="5987" y="3818"/>
                  <a:pt x="6924" y="4264"/>
                  <a:pt x="7236" y="5130"/>
                </a:cubicBezTo>
                <a:cubicBezTo>
                  <a:pt x="7539" y="5986"/>
                  <a:pt x="7093" y="6923"/>
                  <a:pt x="6228" y="7235"/>
                </a:cubicBezTo>
                <a:cubicBezTo>
                  <a:pt x="5371" y="7538"/>
                  <a:pt x="4426" y="7083"/>
                  <a:pt x="4122" y="6227"/>
                </a:cubicBezTo>
                <a:close/>
                <a:moveTo>
                  <a:pt x="367" y="8047"/>
                </a:moveTo>
                <a:lnTo>
                  <a:pt x="2445" y="7743"/>
                </a:lnTo>
                <a:cubicBezTo>
                  <a:pt x="2642" y="8047"/>
                  <a:pt x="2865" y="8314"/>
                  <a:pt x="3132" y="8546"/>
                </a:cubicBezTo>
                <a:lnTo>
                  <a:pt x="2606" y="10634"/>
                </a:lnTo>
                <a:lnTo>
                  <a:pt x="3596" y="11107"/>
                </a:lnTo>
                <a:lnTo>
                  <a:pt x="4854" y="9421"/>
                </a:lnTo>
                <a:cubicBezTo>
                  <a:pt x="5193" y="9501"/>
                  <a:pt x="5550" y="9528"/>
                  <a:pt x="5907" y="9510"/>
                </a:cubicBezTo>
                <a:lnTo>
                  <a:pt x="7013" y="11356"/>
                </a:lnTo>
                <a:lnTo>
                  <a:pt x="8039" y="10991"/>
                </a:lnTo>
                <a:lnTo>
                  <a:pt x="7744" y="8903"/>
                </a:lnTo>
                <a:cubicBezTo>
                  <a:pt x="8048" y="8716"/>
                  <a:pt x="8315" y="8484"/>
                  <a:pt x="8547" y="8225"/>
                </a:cubicBezTo>
                <a:lnTo>
                  <a:pt x="10635" y="8752"/>
                </a:lnTo>
                <a:lnTo>
                  <a:pt x="11108" y="7761"/>
                </a:lnTo>
                <a:lnTo>
                  <a:pt x="9422" y="6495"/>
                </a:lnTo>
                <a:cubicBezTo>
                  <a:pt x="9502" y="6156"/>
                  <a:pt x="9529" y="5808"/>
                  <a:pt x="9511" y="5451"/>
                </a:cubicBezTo>
                <a:lnTo>
                  <a:pt x="11348" y="4345"/>
                </a:lnTo>
                <a:lnTo>
                  <a:pt x="10983" y="3310"/>
                </a:lnTo>
                <a:lnTo>
                  <a:pt x="8904" y="3613"/>
                </a:lnTo>
                <a:cubicBezTo>
                  <a:pt x="8717" y="3310"/>
                  <a:pt x="8485" y="3042"/>
                  <a:pt x="8226" y="2810"/>
                </a:cubicBezTo>
                <a:lnTo>
                  <a:pt x="8744" y="723"/>
                </a:lnTo>
                <a:lnTo>
                  <a:pt x="7762" y="250"/>
                </a:lnTo>
                <a:lnTo>
                  <a:pt x="6495" y="1936"/>
                </a:lnTo>
                <a:cubicBezTo>
                  <a:pt x="6156" y="1856"/>
                  <a:pt x="5808" y="1829"/>
                  <a:pt x="5452" y="1847"/>
                </a:cubicBezTo>
                <a:lnTo>
                  <a:pt x="4345" y="0"/>
                </a:lnTo>
                <a:lnTo>
                  <a:pt x="3311" y="366"/>
                </a:lnTo>
                <a:lnTo>
                  <a:pt x="3614" y="2444"/>
                </a:lnTo>
                <a:cubicBezTo>
                  <a:pt x="3311" y="2641"/>
                  <a:pt x="3043" y="2864"/>
                  <a:pt x="2811" y="3131"/>
                </a:cubicBezTo>
                <a:lnTo>
                  <a:pt x="724" y="2605"/>
                </a:lnTo>
                <a:lnTo>
                  <a:pt x="251" y="3595"/>
                </a:lnTo>
                <a:lnTo>
                  <a:pt x="1937" y="4853"/>
                </a:lnTo>
                <a:cubicBezTo>
                  <a:pt x="1856" y="5192"/>
                  <a:pt x="1830" y="5549"/>
                  <a:pt x="1848" y="5906"/>
                </a:cubicBezTo>
                <a:lnTo>
                  <a:pt x="1" y="7012"/>
                </a:lnTo>
                <a:close/>
              </a:path>
            </a:pathLst>
          </a:custGeom>
          <a:noFill/>
          <a:ln cap="rnd" cmpd="sng" w="176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"/>
          <p:cNvSpPr/>
          <p:nvPr/>
        </p:nvSpPr>
        <p:spPr>
          <a:xfrm>
            <a:off x="551986" y="4472150"/>
            <a:ext cx="1377564" cy="263696"/>
          </a:xfrm>
          <a:custGeom>
            <a:rect b="b" l="l" r="r" t="t"/>
            <a:pathLst>
              <a:path extrusionOk="0" fill="none" h="8547" w="38049">
                <a:moveTo>
                  <a:pt x="38049" y="8547"/>
                </a:moveTo>
                <a:lnTo>
                  <a:pt x="38049" y="4149"/>
                </a:lnTo>
                <a:lnTo>
                  <a:pt x="0" y="4149"/>
                </a:lnTo>
                <a:lnTo>
                  <a:pt x="0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"/>
          <p:cNvSpPr/>
          <p:nvPr/>
        </p:nvSpPr>
        <p:spPr>
          <a:xfrm rot="10800000">
            <a:off x="7896771" y="527535"/>
            <a:ext cx="858390" cy="137179"/>
          </a:xfrm>
          <a:custGeom>
            <a:rect b="b" l="l" r="r" t="t"/>
            <a:pathLst>
              <a:path extrusionOk="0" fill="none" h="2820" w="17646">
                <a:moveTo>
                  <a:pt x="0" y="0"/>
                </a:moveTo>
                <a:lnTo>
                  <a:pt x="6700" y="0"/>
                </a:lnTo>
                <a:lnTo>
                  <a:pt x="6700" y="2819"/>
                </a:lnTo>
                <a:lnTo>
                  <a:pt x="17646" y="2819"/>
                </a:lnTo>
              </a:path>
            </a:pathLst>
          </a:custGeom>
          <a:noFill/>
          <a:ln cap="rnd" cmpd="sng" w="937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7819521" y="487159"/>
            <a:ext cx="77297" cy="77297"/>
          </a:xfrm>
          <a:custGeom>
            <a:rect b="b" l="l" r="r" t="t"/>
            <a:pathLst>
              <a:path extrusionOk="0" fill="none" h="1589" w="1589">
                <a:moveTo>
                  <a:pt x="1588" y="794"/>
                </a:moveTo>
                <a:cubicBezTo>
                  <a:pt x="1588" y="1232"/>
                  <a:pt x="1231" y="1588"/>
                  <a:pt x="794" y="1588"/>
                </a:cubicBezTo>
                <a:cubicBezTo>
                  <a:pt x="357" y="1588"/>
                  <a:pt x="0" y="1232"/>
                  <a:pt x="0" y="794"/>
                </a:cubicBezTo>
                <a:cubicBezTo>
                  <a:pt x="0" y="357"/>
                  <a:pt x="357" y="0"/>
                  <a:pt x="794" y="0"/>
                </a:cubicBezTo>
                <a:cubicBezTo>
                  <a:pt x="1231" y="0"/>
                  <a:pt x="1588" y="357"/>
                  <a:pt x="1588" y="794"/>
                </a:cubicBezTo>
                <a:close/>
              </a:path>
            </a:pathLst>
          </a:custGeom>
          <a:noFill/>
          <a:ln cap="rnd" cmpd="sng" w="937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8763398" y="632122"/>
            <a:ext cx="77297" cy="77686"/>
          </a:xfrm>
          <a:custGeom>
            <a:rect b="b" l="l" r="r" t="t"/>
            <a:pathLst>
              <a:path extrusionOk="0" h="1597" w="1589">
                <a:moveTo>
                  <a:pt x="794" y="0"/>
                </a:moveTo>
                <a:cubicBezTo>
                  <a:pt x="357" y="0"/>
                  <a:pt x="0" y="357"/>
                  <a:pt x="0" y="803"/>
                </a:cubicBezTo>
                <a:cubicBezTo>
                  <a:pt x="0" y="1240"/>
                  <a:pt x="357" y="1597"/>
                  <a:pt x="794" y="1597"/>
                </a:cubicBezTo>
                <a:cubicBezTo>
                  <a:pt x="1231" y="1597"/>
                  <a:pt x="1588" y="1240"/>
                  <a:pt x="1588" y="803"/>
                </a:cubicBezTo>
                <a:cubicBezTo>
                  <a:pt x="1588" y="357"/>
                  <a:pt x="1231" y="0"/>
                  <a:pt x="7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 flipH="1">
            <a:off x="8437880" y="2412562"/>
            <a:ext cx="194356" cy="194356"/>
          </a:xfrm>
          <a:custGeom>
            <a:rect b="b" l="l" r="r" t="t"/>
            <a:pathLst>
              <a:path extrusionOk="0" h="6299" w="6299">
                <a:moveTo>
                  <a:pt x="3988" y="1115"/>
                </a:moveTo>
                <a:lnTo>
                  <a:pt x="5184" y="2311"/>
                </a:lnTo>
                <a:lnTo>
                  <a:pt x="5184" y="3988"/>
                </a:lnTo>
                <a:lnTo>
                  <a:pt x="3988" y="5183"/>
                </a:lnTo>
                <a:lnTo>
                  <a:pt x="2302" y="5183"/>
                </a:lnTo>
                <a:lnTo>
                  <a:pt x="1116" y="3988"/>
                </a:lnTo>
                <a:lnTo>
                  <a:pt x="1116" y="2311"/>
                </a:lnTo>
                <a:lnTo>
                  <a:pt x="2302" y="1115"/>
                </a:lnTo>
                <a:close/>
                <a:moveTo>
                  <a:pt x="1838" y="0"/>
                </a:moveTo>
                <a:lnTo>
                  <a:pt x="1" y="1847"/>
                </a:lnTo>
                <a:lnTo>
                  <a:pt x="1" y="4452"/>
                </a:lnTo>
                <a:lnTo>
                  <a:pt x="1838" y="6298"/>
                </a:lnTo>
                <a:lnTo>
                  <a:pt x="4452" y="6298"/>
                </a:lnTo>
                <a:lnTo>
                  <a:pt x="6299" y="4452"/>
                </a:lnTo>
                <a:lnTo>
                  <a:pt x="6299" y="1847"/>
                </a:lnTo>
                <a:lnTo>
                  <a:pt x="445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"/>
          <p:cNvSpPr/>
          <p:nvPr/>
        </p:nvSpPr>
        <p:spPr>
          <a:xfrm flipH="1">
            <a:off x="490820" y="2395276"/>
            <a:ext cx="229504" cy="228922"/>
          </a:xfrm>
          <a:custGeom>
            <a:rect b="b" l="l" r="r" t="t"/>
            <a:pathLst>
              <a:path extrusionOk="0" fill="none" h="3489" w="3498">
                <a:moveTo>
                  <a:pt x="3497" y="1749"/>
                </a:moveTo>
                <a:cubicBezTo>
                  <a:pt x="3497" y="2712"/>
                  <a:pt x="2712" y="3489"/>
                  <a:pt x="1749" y="3489"/>
                </a:cubicBezTo>
                <a:cubicBezTo>
                  <a:pt x="785" y="3489"/>
                  <a:pt x="0" y="2712"/>
                  <a:pt x="0" y="1749"/>
                </a:cubicBezTo>
                <a:cubicBezTo>
                  <a:pt x="0" y="777"/>
                  <a:pt x="785" y="0"/>
                  <a:pt x="1749" y="0"/>
                </a:cubicBezTo>
                <a:cubicBezTo>
                  <a:pt x="2712" y="0"/>
                  <a:pt x="3497" y="777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8" name="Google Shape;318;p15"/>
          <p:cNvGrpSpPr/>
          <p:nvPr/>
        </p:nvGrpSpPr>
        <p:grpSpPr>
          <a:xfrm flipH="1">
            <a:off x="5610901" y="4604000"/>
            <a:ext cx="2051176" cy="68035"/>
            <a:chOff x="1282198" y="3872575"/>
            <a:chExt cx="2051176" cy="68035"/>
          </a:xfrm>
        </p:grpSpPr>
        <p:sp>
          <p:nvSpPr>
            <p:cNvPr id="319" name="Google Shape;319;p15"/>
            <p:cNvSpPr/>
            <p:nvPr/>
          </p:nvSpPr>
          <p:spPr>
            <a:xfrm>
              <a:off x="2207537" y="3872575"/>
              <a:ext cx="1125837" cy="31"/>
            </a:xfrm>
            <a:custGeom>
              <a:rect b="b" l="l" r="r" t="t"/>
              <a:pathLst>
                <a:path extrusionOk="0" fill="none" h="1" w="36488">
                  <a:moveTo>
                    <a:pt x="0" y="1"/>
                  </a:moveTo>
                  <a:lnTo>
                    <a:pt x="36487" y="1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1282198" y="3940579"/>
              <a:ext cx="1125837" cy="31"/>
            </a:xfrm>
            <a:custGeom>
              <a:rect b="b" l="l" r="r" t="t"/>
              <a:pathLst>
                <a:path extrusionOk="0" fill="none" h="1" w="36488">
                  <a:moveTo>
                    <a:pt x="1" y="0"/>
                  </a:moveTo>
                  <a:lnTo>
                    <a:pt x="36488" y="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2042092" y="3872575"/>
              <a:ext cx="102161" cy="31"/>
            </a:xfrm>
            <a:custGeom>
              <a:rect b="b" l="l" r="r" t="t"/>
              <a:pathLst>
                <a:path extrusionOk="0" fill="none" h="1" w="3311">
                  <a:moveTo>
                    <a:pt x="331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2" name="Google Shape;322;p15"/>
          <p:cNvSpPr/>
          <p:nvPr/>
        </p:nvSpPr>
        <p:spPr>
          <a:xfrm flipH="1">
            <a:off x="1989521" y="527494"/>
            <a:ext cx="1054900" cy="31"/>
          </a:xfrm>
          <a:custGeom>
            <a:rect b="b" l="l" r="r" t="t"/>
            <a:pathLst>
              <a:path extrusionOk="0" fill="none" h="1" w="19948">
                <a:moveTo>
                  <a:pt x="19948" y="1"/>
                </a:moveTo>
                <a:lnTo>
                  <a:pt x="0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5"/>
          <p:cNvSpPr/>
          <p:nvPr/>
        </p:nvSpPr>
        <p:spPr>
          <a:xfrm flipH="1">
            <a:off x="1694178" y="459750"/>
            <a:ext cx="1054477" cy="31"/>
          </a:xfrm>
          <a:custGeom>
            <a:rect b="b" l="l" r="r" t="t"/>
            <a:pathLst>
              <a:path extrusionOk="0" fill="none" h="1" w="19940">
                <a:moveTo>
                  <a:pt x="19939" y="1"/>
                </a:moveTo>
                <a:lnTo>
                  <a:pt x="1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 flipH="1">
            <a:off x="1834807" y="527494"/>
            <a:ext cx="95770" cy="31"/>
          </a:xfrm>
          <a:custGeom>
            <a:rect b="b" l="l" r="r" t="t"/>
            <a:pathLst>
              <a:path extrusionOk="0" fill="none" h="1" w="1811">
                <a:moveTo>
                  <a:pt x="0" y="1"/>
                </a:moveTo>
                <a:lnTo>
                  <a:pt x="1811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327" name="Google Shape;327;p16"/>
          <p:cNvGrpSpPr/>
          <p:nvPr/>
        </p:nvGrpSpPr>
        <p:grpSpPr>
          <a:xfrm>
            <a:off x="8626562" y="3622573"/>
            <a:ext cx="220243" cy="228481"/>
            <a:chOff x="8660450" y="193573"/>
            <a:chExt cx="220243" cy="228481"/>
          </a:xfrm>
        </p:grpSpPr>
        <p:sp>
          <p:nvSpPr>
            <p:cNvPr id="328" name="Google Shape;328;p16"/>
            <p:cNvSpPr/>
            <p:nvPr/>
          </p:nvSpPr>
          <p:spPr>
            <a:xfrm>
              <a:off x="8660450" y="210358"/>
              <a:ext cx="211727" cy="211696"/>
            </a:xfrm>
            <a:custGeom>
              <a:rect b="b" l="l" r="r" t="t"/>
              <a:pathLst>
                <a:path extrusionOk="0" h="6861" w="6862">
                  <a:moveTo>
                    <a:pt x="3433" y="2434"/>
                  </a:moveTo>
                  <a:cubicBezTo>
                    <a:pt x="3842" y="2434"/>
                    <a:pt x="4224" y="2687"/>
                    <a:pt x="4372" y="3096"/>
                  </a:cubicBezTo>
                  <a:cubicBezTo>
                    <a:pt x="4559" y="3614"/>
                    <a:pt x="4283" y="4185"/>
                    <a:pt x="3766" y="4372"/>
                  </a:cubicBezTo>
                  <a:cubicBezTo>
                    <a:pt x="3657" y="4409"/>
                    <a:pt x="3546" y="4427"/>
                    <a:pt x="3437" y="4427"/>
                  </a:cubicBezTo>
                  <a:cubicBezTo>
                    <a:pt x="3026" y="4427"/>
                    <a:pt x="2640" y="4174"/>
                    <a:pt x="2499" y="3765"/>
                  </a:cubicBezTo>
                  <a:cubicBezTo>
                    <a:pt x="2311" y="3248"/>
                    <a:pt x="2579" y="2677"/>
                    <a:pt x="3105" y="2490"/>
                  </a:cubicBezTo>
                  <a:cubicBezTo>
                    <a:pt x="3214" y="2452"/>
                    <a:pt x="3324" y="2434"/>
                    <a:pt x="3433" y="2434"/>
                  </a:cubicBezTo>
                  <a:close/>
                  <a:moveTo>
                    <a:pt x="2624" y="1"/>
                  </a:moveTo>
                  <a:lnTo>
                    <a:pt x="2008" y="224"/>
                  </a:lnTo>
                  <a:lnTo>
                    <a:pt x="2186" y="1482"/>
                  </a:lnTo>
                  <a:cubicBezTo>
                    <a:pt x="1999" y="1598"/>
                    <a:pt x="1839" y="1731"/>
                    <a:pt x="1705" y="1892"/>
                  </a:cubicBezTo>
                  <a:lnTo>
                    <a:pt x="438" y="1571"/>
                  </a:lnTo>
                  <a:lnTo>
                    <a:pt x="152" y="2168"/>
                  </a:lnTo>
                  <a:lnTo>
                    <a:pt x="1169" y="2936"/>
                  </a:lnTo>
                  <a:cubicBezTo>
                    <a:pt x="1125" y="3141"/>
                    <a:pt x="1107" y="3355"/>
                    <a:pt x="1125" y="3569"/>
                  </a:cubicBezTo>
                  <a:lnTo>
                    <a:pt x="1" y="4238"/>
                  </a:lnTo>
                  <a:lnTo>
                    <a:pt x="224" y="4854"/>
                  </a:lnTo>
                  <a:lnTo>
                    <a:pt x="1482" y="4675"/>
                  </a:lnTo>
                  <a:cubicBezTo>
                    <a:pt x="1598" y="4863"/>
                    <a:pt x="1740" y="5023"/>
                    <a:pt x="1892" y="5166"/>
                  </a:cubicBezTo>
                  <a:lnTo>
                    <a:pt x="1580" y="6424"/>
                  </a:lnTo>
                  <a:lnTo>
                    <a:pt x="2178" y="6709"/>
                  </a:lnTo>
                  <a:lnTo>
                    <a:pt x="2936" y="5692"/>
                  </a:lnTo>
                  <a:cubicBezTo>
                    <a:pt x="3107" y="5729"/>
                    <a:pt x="3284" y="5748"/>
                    <a:pt x="3462" y="5748"/>
                  </a:cubicBezTo>
                  <a:cubicBezTo>
                    <a:pt x="3498" y="5748"/>
                    <a:pt x="3534" y="5747"/>
                    <a:pt x="3569" y="5746"/>
                  </a:cubicBezTo>
                  <a:lnTo>
                    <a:pt x="4238" y="6861"/>
                  </a:lnTo>
                  <a:lnTo>
                    <a:pt x="4863" y="6638"/>
                  </a:lnTo>
                  <a:lnTo>
                    <a:pt x="4684" y="5380"/>
                  </a:lnTo>
                  <a:cubicBezTo>
                    <a:pt x="4863" y="5264"/>
                    <a:pt x="5023" y="5130"/>
                    <a:pt x="5166" y="4970"/>
                  </a:cubicBezTo>
                  <a:lnTo>
                    <a:pt x="6424" y="5282"/>
                  </a:lnTo>
                  <a:lnTo>
                    <a:pt x="6709" y="4684"/>
                  </a:lnTo>
                  <a:lnTo>
                    <a:pt x="5692" y="3926"/>
                  </a:lnTo>
                  <a:cubicBezTo>
                    <a:pt x="5737" y="3721"/>
                    <a:pt x="5755" y="3507"/>
                    <a:pt x="5746" y="3293"/>
                  </a:cubicBezTo>
                  <a:lnTo>
                    <a:pt x="6861" y="2623"/>
                  </a:lnTo>
                  <a:lnTo>
                    <a:pt x="6638" y="1999"/>
                  </a:lnTo>
                  <a:lnTo>
                    <a:pt x="5380" y="2177"/>
                  </a:lnTo>
                  <a:cubicBezTo>
                    <a:pt x="5264" y="1999"/>
                    <a:pt x="5130" y="1838"/>
                    <a:pt x="4970" y="1696"/>
                  </a:cubicBezTo>
                  <a:lnTo>
                    <a:pt x="5291" y="438"/>
                  </a:lnTo>
                  <a:lnTo>
                    <a:pt x="4693" y="152"/>
                  </a:lnTo>
                  <a:lnTo>
                    <a:pt x="3926" y="1169"/>
                  </a:lnTo>
                  <a:cubicBezTo>
                    <a:pt x="3755" y="1132"/>
                    <a:pt x="3584" y="1114"/>
                    <a:pt x="3408" y="1114"/>
                  </a:cubicBezTo>
                  <a:cubicBezTo>
                    <a:pt x="3373" y="1114"/>
                    <a:pt x="3337" y="1114"/>
                    <a:pt x="3302" y="1116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6"/>
            <p:cNvSpPr/>
            <p:nvPr/>
          </p:nvSpPr>
          <p:spPr>
            <a:xfrm>
              <a:off x="8668997" y="193573"/>
              <a:ext cx="211696" cy="211418"/>
            </a:xfrm>
            <a:custGeom>
              <a:rect b="b" l="l" r="r" t="t"/>
              <a:pathLst>
                <a:path extrusionOk="0" fill="none" h="6852" w="6861">
                  <a:moveTo>
                    <a:pt x="2489" y="3765"/>
                  </a:moveTo>
                  <a:cubicBezTo>
                    <a:pt x="2311" y="3239"/>
                    <a:pt x="2579" y="2677"/>
                    <a:pt x="3096" y="2489"/>
                  </a:cubicBezTo>
                  <a:cubicBezTo>
                    <a:pt x="3613" y="2302"/>
                    <a:pt x="4184" y="2579"/>
                    <a:pt x="4372" y="3096"/>
                  </a:cubicBezTo>
                  <a:cubicBezTo>
                    <a:pt x="4550" y="3613"/>
                    <a:pt x="4282" y="4184"/>
                    <a:pt x="3765" y="4363"/>
                  </a:cubicBezTo>
                  <a:cubicBezTo>
                    <a:pt x="3248" y="4550"/>
                    <a:pt x="2677" y="4283"/>
                    <a:pt x="2489" y="3765"/>
                  </a:cubicBezTo>
                  <a:close/>
                  <a:moveTo>
                    <a:pt x="223" y="4853"/>
                  </a:moveTo>
                  <a:lnTo>
                    <a:pt x="1481" y="4675"/>
                  </a:lnTo>
                  <a:cubicBezTo>
                    <a:pt x="1597" y="4862"/>
                    <a:pt x="1731" y="5023"/>
                    <a:pt x="1892" y="5157"/>
                  </a:cubicBezTo>
                  <a:lnTo>
                    <a:pt x="1579" y="6424"/>
                  </a:lnTo>
                  <a:lnTo>
                    <a:pt x="2168" y="6709"/>
                  </a:lnTo>
                  <a:lnTo>
                    <a:pt x="2935" y="5692"/>
                  </a:lnTo>
                  <a:cubicBezTo>
                    <a:pt x="3141" y="5737"/>
                    <a:pt x="3355" y="5755"/>
                    <a:pt x="3569" y="5737"/>
                  </a:cubicBezTo>
                  <a:lnTo>
                    <a:pt x="4238" y="6852"/>
                  </a:lnTo>
                  <a:lnTo>
                    <a:pt x="4853" y="6638"/>
                  </a:lnTo>
                  <a:lnTo>
                    <a:pt x="4675" y="5380"/>
                  </a:lnTo>
                  <a:cubicBezTo>
                    <a:pt x="4862" y="5264"/>
                    <a:pt x="5023" y="5121"/>
                    <a:pt x="5166" y="4969"/>
                  </a:cubicBezTo>
                  <a:lnTo>
                    <a:pt x="6424" y="5282"/>
                  </a:lnTo>
                  <a:lnTo>
                    <a:pt x="6709" y="4684"/>
                  </a:lnTo>
                  <a:lnTo>
                    <a:pt x="5692" y="3926"/>
                  </a:lnTo>
                  <a:cubicBezTo>
                    <a:pt x="5737" y="3721"/>
                    <a:pt x="5754" y="3506"/>
                    <a:pt x="5746" y="3292"/>
                  </a:cubicBezTo>
                  <a:lnTo>
                    <a:pt x="6861" y="2623"/>
                  </a:lnTo>
                  <a:lnTo>
                    <a:pt x="6638" y="1999"/>
                  </a:lnTo>
                  <a:lnTo>
                    <a:pt x="5380" y="2177"/>
                  </a:lnTo>
                  <a:cubicBezTo>
                    <a:pt x="5264" y="1999"/>
                    <a:pt x="5130" y="1838"/>
                    <a:pt x="4969" y="1695"/>
                  </a:cubicBezTo>
                  <a:lnTo>
                    <a:pt x="5282" y="438"/>
                  </a:lnTo>
                  <a:lnTo>
                    <a:pt x="4684" y="152"/>
                  </a:lnTo>
                  <a:lnTo>
                    <a:pt x="3926" y="1169"/>
                  </a:lnTo>
                  <a:cubicBezTo>
                    <a:pt x="3720" y="1116"/>
                    <a:pt x="3506" y="1098"/>
                    <a:pt x="3292" y="1116"/>
                  </a:cubicBezTo>
                  <a:lnTo>
                    <a:pt x="2623" y="0"/>
                  </a:lnTo>
                  <a:lnTo>
                    <a:pt x="1999" y="223"/>
                  </a:lnTo>
                  <a:lnTo>
                    <a:pt x="2177" y="1472"/>
                  </a:lnTo>
                  <a:cubicBezTo>
                    <a:pt x="1999" y="1588"/>
                    <a:pt x="1838" y="1731"/>
                    <a:pt x="1695" y="1892"/>
                  </a:cubicBezTo>
                  <a:lnTo>
                    <a:pt x="438" y="1571"/>
                  </a:lnTo>
                  <a:lnTo>
                    <a:pt x="152" y="2168"/>
                  </a:lnTo>
                  <a:lnTo>
                    <a:pt x="1169" y="2935"/>
                  </a:lnTo>
                  <a:cubicBezTo>
                    <a:pt x="1124" y="3141"/>
                    <a:pt x="1107" y="3346"/>
                    <a:pt x="1116" y="3560"/>
                  </a:cubicBezTo>
                  <a:lnTo>
                    <a:pt x="0" y="4229"/>
                  </a:lnTo>
                  <a:close/>
                </a:path>
              </a:pathLst>
            </a:custGeom>
            <a:noFill/>
            <a:ln cap="rnd" cmpd="sng" w="10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0" name="Google Shape;330;p16"/>
          <p:cNvGrpSpPr/>
          <p:nvPr/>
        </p:nvGrpSpPr>
        <p:grpSpPr>
          <a:xfrm>
            <a:off x="166943" y="1483146"/>
            <a:ext cx="402677" cy="340272"/>
            <a:chOff x="5915814" y="759984"/>
            <a:chExt cx="589917" cy="498493"/>
          </a:xfrm>
        </p:grpSpPr>
        <p:sp>
          <p:nvSpPr>
            <p:cNvPr id="331" name="Google Shape;331;p16"/>
            <p:cNvSpPr/>
            <p:nvPr/>
          </p:nvSpPr>
          <p:spPr>
            <a:xfrm>
              <a:off x="5945003" y="759984"/>
              <a:ext cx="560728" cy="469335"/>
            </a:xfrm>
            <a:custGeom>
              <a:rect b="b" l="l" r="r" t="t"/>
              <a:pathLst>
                <a:path extrusionOk="0" h="15211" w="18173">
                  <a:moveTo>
                    <a:pt x="9082" y="0"/>
                  </a:moveTo>
                  <a:cubicBezTo>
                    <a:pt x="4068" y="0"/>
                    <a:pt x="0" y="2810"/>
                    <a:pt x="0" y="6280"/>
                  </a:cubicBezTo>
                  <a:cubicBezTo>
                    <a:pt x="0" y="9644"/>
                    <a:pt x="3818" y="12391"/>
                    <a:pt x="8618" y="12561"/>
                  </a:cubicBezTo>
                  <a:lnTo>
                    <a:pt x="6584" y="15210"/>
                  </a:lnTo>
                  <a:lnTo>
                    <a:pt x="11080" y="12409"/>
                  </a:lnTo>
                  <a:cubicBezTo>
                    <a:pt x="12088" y="12257"/>
                    <a:pt x="13043" y="11981"/>
                    <a:pt x="13890" y="11615"/>
                  </a:cubicBezTo>
                  <a:cubicBezTo>
                    <a:pt x="16460" y="10509"/>
                    <a:pt x="18172" y="8529"/>
                    <a:pt x="18172" y="6280"/>
                  </a:cubicBezTo>
                  <a:cubicBezTo>
                    <a:pt x="18172" y="2810"/>
                    <a:pt x="14104" y="0"/>
                    <a:pt x="9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6"/>
            <p:cNvSpPr/>
            <p:nvPr/>
          </p:nvSpPr>
          <p:spPr>
            <a:xfrm>
              <a:off x="5915814" y="789142"/>
              <a:ext cx="560728" cy="469335"/>
            </a:xfrm>
            <a:custGeom>
              <a:rect b="b" l="l" r="r" t="t"/>
              <a:pathLst>
                <a:path extrusionOk="0" fill="none" h="15211" w="18173">
                  <a:moveTo>
                    <a:pt x="9082" y="1"/>
                  </a:moveTo>
                  <a:cubicBezTo>
                    <a:pt x="4069" y="1"/>
                    <a:pt x="1" y="2811"/>
                    <a:pt x="1" y="6281"/>
                  </a:cubicBezTo>
                  <a:cubicBezTo>
                    <a:pt x="1" y="9644"/>
                    <a:pt x="3819" y="12383"/>
                    <a:pt x="8618" y="12553"/>
                  </a:cubicBezTo>
                  <a:lnTo>
                    <a:pt x="6584" y="15211"/>
                  </a:lnTo>
                  <a:lnTo>
                    <a:pt x="11081" y="12410"/>
                  </a:lnTo>
                  <a:cubicBezTo>
                    <a:pt x="12089" y="12249"/>
                    <a:pt x="13043" y="11982"/>
                    <a:pt x="13891" y="11616"/>
                  </a:cubicBezTo>
                  <a:cubicBezTo>
                    <a:pt x="16460" y="10501"/>
                    <a:pt x="18173" y="8529"/>
                    <a:pt x="18173" y="6281"/>
                  </a:cubicBezTo>
                  <a:cubicBezTo>
                    <a:pt x="18173" y="2811"/>
                    <a:pt x="14105" y="1"/>
                    <a:pt x="9082" y="1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6"/>
            <p:cNvSpPr/>
            <p:nvPr/>
          </p:nvSpPr>
          <p:spPr>
            <a:xfrm>
              <a:off x="6068300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95" y="0"/>
                    <a:pt x="1" y="286"/>
                    <a:pt x="1" y="643"/>
                  </a:cubicBezTo>
                  <a:cubicBezTo>
                    <a:pt x="1" y="991"/>
                    <a:pt x="295" y="1285"/>
                    <a:pt x="643" y="1285"/>
                  </a:cubicBezTo>
                  <a:cubicBezTo>
                    <a:pt x="1000" y="1285"/>
                    <a:pt x="1286" y="991"/>
                    <a:pt x="1286" y="643"/>
                  </a:cubicBezTo>
                  <a:cubicBezTo>
                    <a:pt x="1286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6"/>
            <p:cNvSpPr/>
            <p:nvPr/>
          </p:nvSpPr>
          <p:spPr>
            <a:xfrm>
              <a:off x="6183636" y="967793"/>
              <a:ext cx="39402" cy="39680"/>
            </a:xfrm>
            <a:custGeom>
              <a:rect b="b" l="l" r="r" t="t"/>
              <a:pathLst>
                <a:path extrusionOk="0" h="1286" w="1277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991" y="1285"/>
                    <a:pt x="1277" y="991"/>
                    <a:pt x="1277" y="643"/>
                  </a:cubicBezTo>
                  <a:cubicBezTo>
                    <a:pt x="1277" y="286"/>
                    <a:pt x="991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6"/>
            <p:cNvSpPr/>
            <p:nvPr/>
          </p:nvSpPr>
          <p:spPr>
            <a:xfrm>
              <a:off x="6298694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1000" y="1285"/>
                    <a:pt x="1285" y="991"/>
                    <a:pt x="1285" y="643"/>
                  </a:cubicBezTo>
                  <a:cubicBezTo>
                    <a:pt x="1285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6" name="Google Shape;336;p16"/>
          <p:cNvGrpSpPr/>
          <p:nvPr/>
        </p:nvGrpSpPr>
        <p:grpSpPr>
          <a:xfrm rot="5400000">
            <a:off x="33838" y="526820"/>
            <a:ext cx="668906" cy="145913"/>
            <a:chOff x="2804304" y="4395845"/>
            <a:chExt cx="668906" cy="145913"/>
          </a:xfrm>
        </p:grpSpPr>
        <p:sp>
          <p:nvSpPr>
            <p:cNvPr id="337" name="Google Shape;337;p16"/>
            <p:cNvSpPr/>
            <p:nvPr/>
          </p:nvSpPr>
          <p:spPr>
            <a:xfrm>
              <a:off x="2854937" y="4422257"/>
              <a:ext cx="562116" cy="89788"/>
            </a:xfrm>
            <a:custGeom>
              <a:rect b="b" l="l" r="r" t="t"/>
              <a:pathLst>
                <a:path extrusionOk="0" fill="none" h="2910" w="18218">
                  <a:moveTo>
                    <a:pt x="1" y="1"/>
                  </a:moveTo>
                  <a:lnTo>
                    <a:pt x="6923" y="1"/>
                  </a:lnTo>
                  <a:lnTo>
                    <a:pt x="6923" y="2909"/>
                  </a:lnTo>
                  <a:lnTo>
                    <a:pt x="18217" y="290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6"/>
            <p:cNvSpPr/>
            <p:nvPr/>
          </p:nvSpPr>
          <p:spPr>
            <a:xfrm>
              <a:off x="2804304" y="4395845"/>
              <a:ext cx="50664" cy="50664"/>
            </a:xfrm>
            <a:custGeom>
              <a:rect b="b" l="l" r="r" t="t"/>
              <a:pathLst>
                <a:path extrusionOk="0" fill="none" h="1642" w="1642">
                  <a:moveTo>
                    <a:pt x="1642" y="821"/>
                  </a:moveTo>
                  <a:cubicBezTo>
                    <a:pt x="1642" y="1276"/>
                    <a:pt x="1276" y="1642"/>
                    <a:pt x="821" y="1642"/>
                  </a:cubicBezTo>
                  <a:cubicBezTo>
                    <a:pt x="366" y="1642"/>
                    <a:pt x="0" y="1276"/>
                    <a:pt x="0" y="821"/>
                  </a:cubicBezTo>
                  <a:cubicBezTo>
                    <a:pt x="0" y="366"/>
                    <a:pt x="366" y="0"/>
                    <a:pt x="821" y="0"/>
                  </a:cubicBezTo>
                  <a:cubicBezTo>
                    <a:pt x="1276" y="0"/>
                    <a:pt x="1642" y="366"/>
                    <a:pt x="1642" y="821"/>
                  </a:cubicBezTo>
                  <a:close/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3422237" y="4490817"/>
              <a:ext cx="50972" cy="50942"/>
            </a:xfrm>
            <a:custGeom>
              <a:rect b="b" l="l" r="r" t="t"/>
              <a:pathLst>
                <a:path extrusionOk="0" h="1651" w="1652">
                  <a:moveTo>
                    <a:pt x="831" y="0"/>
                  </a:moveTo>
                  <a:cubicBezTo>
                    <a:pt x="376" y="0"/>
                    <a:pt x="1" y="375"/>
                    <a:pt x="1" y="821"/>
                  </a:cubicBezTo>
                  <a:cubicBezTo>
                    <a:pt x="1" y="1276"/>
                    <a:pt x="376" y="1651"/>
                    <a:pt x="831" y="1651"/>
                  </a:cubicBezTo>
                  <a:cubicBezTo>
                    <a:pt x="1277" y="1651"/>
                    <a:pt x="1651" y="1276"/>
                    <a:pt x="1651" y="821"/>
                  </a:cubicBezTo>
                  <a:cubicBezTo>
                    <a:pt x="1651" y="375"/>
                    <a:pt x="1277" y="0"/>
                    <a:pt x="8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0" name="Google Shape;340;p16"/>
          <p:cNvGrpSpPr/>
          <p:nvPr/>
        </p:nvGrpSpPr>
        <p:grpSpPr>
          <a:xfrm flipH="1">
            <a:off x="8733033" y="4365945"/>
            <a:ext cx="7325" cy="270117"/>
            <a:chOff x="2544720" y="2736864"/>
            <a:chExt cx="31" cy="174269"/>
          </a:xfrm>
        </p:grpSpPr>
        <p:sp>
          <p:nvSpPr>
            <p:cNvPr id="341" name="Google Shape;341;p16"/>
            <p:cNvSpPr/>
            <p:nvPr/>
          </p:nvSpPr>
          <p:spPr>
            <a:xfrm>
              <a:off x="2544720" y="2736864"/>
              <a:ext cx="31" cy="3055"/>
            </a:xfrm>
            <a:custGeom>
              <a:rect b="b" l="l" r="r" t="t"/>
              <a:pathLst>
                <a:path extrusionOk="0" fill="none" h="99" w="1">
                  <a:moveTo>
                    <a:pt x="1" y="1"/>
                  </a:moveTo>
                  <a:lnTo>
                    <a:pt x="1" y="9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6"/>
            <p:cNvSpPr/>
            <p:nvPr/>
          </p:nvSpPr>
          <p:spPr>
            <a:xfrm>
              <a:off x="2544720" y="2778148"/>
              <a:ext cx="31" cy="110955"/>
            </a:xfrm>
            <a:custGeom>
              <a:rect b="b" l="l" r="r" t="t"/>
              <a:pathLst>
                <a:path extrusionOk="0" fill="none" h="3596" w="1">
                  <a:moveTo>
                    <a:pt x="1" y="1"/>
                  </a:moveTo>
                  <a:lnTo>
                    <a:pt x="1" y="3596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6"/>
            <p:cNvSpPr/>
            <p:nvPr/>
          </p:nvSpPr>
          <p:spPr>
            <a:xfrm>
              <a:off x="2544720" y="2908356"/>
              <a:ext cx="31" cy="2777"/>
            </a:xfrm>
            <a:custGeom>
              <a:rect b="b" l="l" r="r" t="t"/>
              <a:pathLst>
                <a:path extrusionOk="0" fill="none" h="90" w="1">
                  <a:moveTo>
                    <a:pt x="1" y="0"/>
                  </a:moveTo>
                  <a:lnTo>
                    <a:pt x="1" y="9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4" name="Google Shape;344;p16"/>
          <p:cNvGrpSpPr/>
          <p:nvPr/>
        </p:nvGrpSpPr>
        <p:grpSpPr>
          <a:xfrm>
            <a:off x="8687663" y="4736794"/>
            <a:ext cx="95805" cy="95805"/>
            <a:chOff x="3741963" y="3746119"/>
            <a:chExt cx="95805" cy="95805"/>
          </a:xfrm>
        </p:grpSpPr>
        <p:sp>
          <p:nvSpPr>
            <p:cNvPr id="345" name="Google Shape;345;p16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6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5400000">
            <a:off x="8195476" y="1113317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7" y="1"/>
                </a:moveTo>
                <a:lnTo>
                  <a:pt x="0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 flipH="1" rot="5400000">
            <a:off x="8263172" y="797608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8" y="0"/>
                </a:moveTo>
                <a:lnTo>
                  <a:pt x="0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7"/>
          <p:cNvSpPr/>
          <p:nvPr/>
        </p:nvSpPr>
        <p:spPr>
          <a:xfrm flipH="1" rot="5400000">
            <a:off x="8707453" y="436204"/>
            <a:ext cx="101883" cy="31"/>
          </a:xfrm>
          <a:custGeom>
            <a:rect b="b" l="l" r="r" t="t"/>
            <a:pathLst>
              <a:path extrusionOk="0" fill="none" h="1" w="3302">
                <a:moveTo>
                  <a:pt x="1" y="1"/>
                </a:moveTo>
                <a:lnTo>
                  <a:pt x="3302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7"/>
          <p:cNvSpPr/>
          <p:nvPr/>
        </p:nvSpPr>
        <p:spPr>
          <a:xfrm>
            <a:off x="8322854" y="234710"/>
            <a:ext cx="107931" cy="107931"/>
          </a:xfrm>
          <a:custGeom>
            <a:rect b="b" l="l" r="r" t="t"/>
            <a:pathLst>
              <a:path extrusionOk="0" fill="none" h="3498" w="3498">
                <a:moveTo>
                  <a:pt x="3497" y="1749"/>
                </a:moveTo>
                <a:cubicBezTo>
                  <a:pt x="3497" y="2713"/>
                  <a:pt x="2712" y="3498"/>
                  <a:pt x="1749" y="3498"/>
                </a:cubicBezTo>
                <a:cubicBezTo>
                  <a:pt x="785" y="3498"/>
                  <a:pt x="0" y="2713"/>
                  <a:pt x="0" y="1749"/>
                </a:cubicBezTo>
                <a:cubicBezTo>
                  <a:pt x="0" y="786"/>
                  <a:pt x="785" y="1"/>
                  <a:pt x="1749" y="1"/>
                </a:cubicBezTo>
                <a:cubicBezTo>
                  <a:pt x="2712" y="1"/>
                  <a:pt x="3497" y="786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3" name="Google Shape;353;p17"/>
          <p:cNvGrpSpPr/>
          <p:nvPr/>
        </p:nvGrpSpPr>
        <p:grpSpPr>
          <a:xfrm rot="5400000">
            <a:off x="-45421" y="4344119"/>
            <a:ext cx="809573" cy="176491"/>
            <a:chOff x="1639404" y="3352607"/>
            <a:chExt cx="809573" cy="176491"/>
          </a:xfrm>
        </p:grpSpPr>
        <p:sp>
          <p:nvSpPr>
            <p:cNvPr id="354" name="Google Shape;354;p17"/>
            <p:cNvSpPr/>
            <p:nvPr/>
          </p:nvSpPr>
          <p:spPr>
            <a:xfrm>
              <a:off x="1700774" y="3384541"/>
              <a:ext cx="680198" cy="108764"/>
            </a:xfrm>
            <a:custGeom>
              <a:rect b="b" l="l" r="r" t="t"/>
              <a:pathLst>
                <a:path extrusionOk="0" fill="none" h="3525" w="22045">
                  <a:moveTo>
                    <a:pt x="1" y="1"/>
                  </a:moveTo>
                  <a:lnTo>
                    <a:pt x="8378" y="1"/>
                  </a:lnTo>
                  <a:lnTo>
                    <a:pt x="8378" y="3525"/>
                  </a:lnTo>
                  <a:lnTo>
                    <a:pt x="22045" y="3525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1639404" y="3352607"/>
              <a:ext cx="61401" cy="61432"/>
            </a:xfrm>
            <a:custGeom>
              <a:rect b="b" l="l" r="r" t="t"/>
              <a:pathLst>
                <a:path extrusionOk="0" h="1991" w="1990">
                  <a:moveTo>
                    <a:pt x="991" y="1"/>
                  </a:moveTo>
                  <a:cubicBezTo>
                    <a:pt x="446" y="1"/>
                    <a:pt x="0" y="447"/>
                    <a:pt x="0" y="991"/>
                  </a:cubicBezTo>
                  <a:cubicBezTo>
                    <a:pt x="0" y="1544"/>
                    <a:pt x="446" y="1990"/>
                    <a:pt x="991" y="1990"/>
                  </a:cubicBezTo>
                  <a:cubicBezTo>
                    <a:pt x="1544" y="1990"/>
                    <a:pt x="1990" y="1544"/>
                    <a:pt x="1990" y="991"/>
                  </a:cubicBezTo>
                  <a:cubicBezTo>
                    <a:pt x="1990" y="447"/>
                    <a:pt x="1544" y="1"/>
                    <a:pt x="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2387545" y="3467665"/>
              <a:ext cx="61432" cy="61432"/>
            </a:xfrm>
            <a:custGeom>
              <a:rect b="b" l="l" r="r" t="t"/>
              <a:pathLst>
                <a:path extrusionOk="0" h="1991" w="1991">
                  <a:moveTo>
                    <a:pt x="1000" y="1"/>
                  </a:moveTo>
                  <a:cubicBezTo>
                    <a:pt x="447" y="1"/>
                    <a:pt x="1" y="447"/>
                    <a:pt x="1" y="1000"/>
                  </a:cubicBezTo>
                  <a:cubicBezTo>
                    <a:pt x="1" y="1544"/>
                    <a:pt x="447" y="1990"/>
                    <a:pt x="1000" y="1990"/>
                  </a:cubicBezTo>
                  <a:cubicBezTo>
                    <a:pt x="1544" y="1990"/>
                    <a:pt x="1990" y="1544"/>
                    <a:pt x="1990" y="1000"/>
                  </a:cubicBezTo>
                  <a:cubicBezTo>
                    <a:pt x="1990" y="447"/>
                    <a:pt x="1544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7" name="Google Shape;357;p17"/>
          <p:cNvGrpSpPr/>
          <p:nvPr/>
        </p:nvGrpSpPr>
        <p:grpSpPr>
          <a:xfrm>
            <a:off x="617413" y="4708494"/>
            <a:ext cx="95805" cy="95805"/>
            <a:chOff x="3741963" y="3746119"/>
            <a:chExt cx="95805" cy="95805"/>
          </a:xfrm>
        </p:grpSpPr>
        <p:sp>
          <p:nvSpPr>
            <p:cNvPr id="358" name="Google Shape;358;p17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0" name="Google Shape;360;p17"/>
          <p:cNvSpPr/>
          <p:nvPr/>
        </p:nvSpPr>
        <p:spPr>
          <a:xfrm>
            <a:off x="229513" y="3268457"/>
            <a:ext cx="402195" cy="319041"/>
          </a:xfrm>
          <a:custGeom>
            <a:rect b="b" l="l" r="r" t="t"/>
            <a:pathLst>
              <a:path extrusionOk="0" h="10340" w="13035">
                <a:moveTo>
                  <a:pt x="11277" y="0"/>
                </a:moveTo>
                <a:lnTo>
                  <a:pt x="5148" y="7164"/>
                </a:lnTo>
                <a:lnTo>
                  <a:pt x="1749" y="3167"/>
                </a:lnTo>
                <a:lnTo>
                  <a:pt x="1" y="4354"/>
                </a:lnTo>
                <a:lnTo>
                  <a:pt x="5166" y="10339"/>
                </a:lnTo>
                <a:lnTo>
                  <a:pt x="13034" y="1178"/>
                </a:lnTo>
                <a:lnTo>
                  <a:pt x="112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7"/>
          <p:cNvSpPr/>
          <p:nvPr/>
        </p:nvSpPr>
        <p:spPr>
          <a:xfrm>
            <a:off x="241639" y="3244236"/>
            <a:ext cx="402164" cy="319041"/>
          </a:xfrm>
          <a:custGeom>
            <a:rect b="b" l="l" r="r" t="t"/>
            <a:pathLst>
              <a:path extrusionOk="0" fill="none" h="10340" w="13034">
                <a:moveTo>
                  <a:pt x="13034" y="1178"/>
                </a:moveTo>
                <a:lnTo>
                  <a:pt x="11276" y="0"/>
                </a:lnTo>
                <a:lnTo>
                  <a:pt x="5148" y="7164"/>
                </a:lnTo>
                <a:lnTo>
                  <a:pt x="1749" y="3167"/>
                </a:lnTo>
                <a:lnTo>
                  <a:pt x="0" y="4353"/>
                </a:lnTo>
                <a:lnTo>
                  <a:pt x="5166" y="10339"/>
                </a:ln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8670264" y="2018609"/>
            <a:ext cx="164642" cy="164920"/>
          </a:xfrm>
          <a:custGeom>
            <a:rect b="b" l="l" r="r" t="t"/>
            <a:pathLst>
              <a:path extrusionOk="0" h="5345" w="5336">
                <a:moveTo>
                  <a:pt x="2668" y="0"/>
                </a:moveTo>
                <a:cubicBezTo>
                  <a:pt x="1196" y="0"/>
                  <a:pt x="1" y="1196"/>
                  <a:pt x="1" y="2677"/>
                </a:cubicBezTo>
                <a:cubicBezTo>
                  <a:pt x="1" y="4149"/>
                  <a:pt x="1196" y="5344"/>
                  <a:pt x="2668" y="5344"/>
                </a:cubicBezTo>
                <a:cubicBezTo>
                  <a:pt x="4140" y="5344"/>
                  <a:pt x="5336" y="4149"/>
                  <a:pt x="5336" y="2677"/>
                </a:cubicBezTo>
                <a:cubicBezTo>
                  <a:pt x="5336" y="1196"/>
                  <a:pt x="4140" y="0"/>
                  <a:pt x="266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7"/>
          <p:cNvSpPr/>
          <p:nvPr/>
        </p:nvSpPr>
        <p:spPr>
          <a:xfrm>
            <a:off x="8599267" y="2191736"/>
            <a:ext cx="306668" cy="142056"/>
          </a:xfrm>
          <a:custGeom>
            <a:rect b="b" l="l" r="r" t="t"/>
            <a:pathLst>
              <a:path extrusionOk="0" h="4604" w="9939">
                <a:moveTo>
                  <a:pt x="4603" y="1"/>
                </a:moveTo>
                <a:cubicBezTo>
                  <a:pt x="2061" y="1"/>
                  <a:pt x="0" y="2061"/>
                  <a:pt x="0" y="4604"/>
                </a:cubicBezTo>
                <a:lnTo>
                  <a:pt x="9938" y="4604"/>
                </a:lnTo>
                <a:cubicBezTo>
                  <a:pt x="9938" y="2061"/>
                  <a:pt x="7877" y="1"/>
                  <a:pt x="53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7"/>
          <p:cNvSpPr/>
          <p:nvPr/>
        </p:nvSpPr>
        <p:spPr>
          <a:xfrm>
            <a:off x="8647431" y="1997412"/>
            <a:ext cx="164642" cy="164920"/>
          </a:xfrm>
          <a:custGeom>
            <a:rect b="b" l="l" r="r" t="t"/>
            <a:pathLst>
              <a:path extrusionOk="0" fill="none" h="5345" w="5336">
                <a:moveTo>
                  <a:pt x="2668" y="5344"/>
                </a:moveTo>
                <a:cubicBezTo>
                  <a:pt x="4140" y="5344"/>
                  <a:pt x="5335" y="4149"/>
                  <a:pt x="5335" y="2668"/>
                </a:cubicBezTo>
                <a:cubicBezTo>
                  <a:pt x="5335" y="1196"/>
                  <a:pt x="4140" y="0"/>
                  <a:pt x="2668" y="0"/>
                </a:cubicBezTo>
                <a:cubicBezTo>
                  <a:pt x="1196" y="0"/>
                  <a:pt x="0" y="1196"/>
                  <a:pt x="0" y="2668"/>
                </a:cubicBezTo>
                <a:cubicBezTo>
                  <a:pt x="0" y="4149"/>
                  <a:pt x="1196" y="5344"/>
                  <a:pt x="2668" y="5344"/>
                </a:cubicBez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7"/>
          <p:cNvSpPr/>
          <p:nvPr/>
        </p:nvSpPr>
        <p:spPr>
          <a:xfrm>
            <a:off x="8576403" y="2170261"/>
            <a:ext cx="306668" cy="142334"/>
          </a:xfrm>
          <a:custGeom>
            <a:rect b="b" l="l" r="r" t="t"/>
            <a:pathLst>
              <a:path extrusionOk="0" fill="none" h="4613" w="9939">
                <a:moveTo>
                  <a:pt x="5336" y="1"/>
                </a:moveTo>
                <a:lnTo>
                  <a:pt x="4604" y="1"/>
                </a:lnTo>
                <a:cubicBezTo>
                  <a:pt x="2062" y="1"/>
                  <a:pt x="1" y="2070"/>
                  <a:pt x="1" y="4613"/>
                </a:cubicBezTo>
                <a:lnTo>
                  <a:pt x="9939" y="4613"/>
                </a:lnTo>
                <a:cubicBezTo>
                  <a:pt x="9939" y="2070"/>
                  <a:pt x="7878" y="1"/>
                  <a:pt x="5336" y="1"/>
                </a:cubicBez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8" name="Google Shape;368;p18"/>
          <p:cNvSpPr/>
          <p:nvPr/>
        </p:nvSpPr>
        <p:spPr>
          <a:xfrm>
            <a:off x="236357" y="1639239"/>
            <a:ext cx="211727" cy="211696"/>
          </a:xfrm>
          <a:custGeom>
            <a:rect b="b" l="l" r="r" t="t"/>
            <a:pathLst>
              <a:path extrusionOk="0" h="6861" w="6862">
                <a:moveTo>
                  <a:pt x="3433" y="2434"/>
                </a:moveTo>
                <a:cubicBezTo>
                  <a:pt x="3842" y="2434"/>
                  <a:pt x="4224" y="2687"/>
                  <a:pt x="4372" y="3096"/>
                </a:cubicBezTo>
                <a:cubicBezTo>
                  <a:pt x="4559" y="3614"/>
                  <a:pt x="4283" y="4185"/>
                  <a:pt x="3766" y="4372"/>
                </a:cubicBezTo>
                <a:cubicBezTo>
                  <a:pt x="3657" y="4409"/>
                  <a:pt x="3546" y="4427"/>
                  <a:pt x="3437" y="4427"/>
                </a:cubicBezTo>
                <a:cubicBezTo>
                  <a:pt x="3026" y="4427"/>
                  <a:pt x="2640" y="4174"/>
                  <a:pt x="2499" y="3765"/>
                </a:cubicBezTo>
                <a:cubicBezTo>
                  <a:pt x="2311" y="3248"/>
                  <a:pt x="2579" y="2677"/>
                  <a:pt x="3105" y="2490"/>
                </a:cubicBezTo>
                <a:cubicBezTo>
                  <a:pt x="3214" y="2452"/>
                  <a:pt x="3324" y="2434"/>
                  <a:pt x="3433" y="2434"/>
                </a:cubicBezTo>
                <a:close/>
                <a:moveTo>
                  <a:pt x="2624" y="1"/>
                </a:moveTo>
                <a:lnTo>
                  <a:pt x="2008" y="224"/>
                </a:lnTo>
                <a:lnTo>
                  <a:pt x="2186" y="1482"/>
                </a:lnTo>
                <a:cubicBezTo>
                  <a:pt x="1999" y="1598"/>
                  <a:pt x="1839" y="1731"/>
                  <a:pt x="1705" y="1892"/>
                </a:cubicBezTo>
                <a:lnTo>
                  <a:pt x="438" y="1571"/>
                </a:lnTo>
                <a:lnTo>
                  <a:pt x="152" y="2168"/>
                </a:lnTo>
                <a:lnTo>
                  <a:pt x="1169" y="2936"/>
                </a:lnTo>
                <a:cubicBezTo>
                  <a:pt x="1125" y="3141"/>
                  <a:pt x="1107" y="3355"/>
                  <a:pt x="1125" y="3569"/>
                </a:cubicBezTo>
                <a:lnTo>
                  <a:pt x="1" y="4238"/>
                </a:lnTo>
                <a:lnTo>
                  <a:pt x="224" y="4854"/>
                </a:lnTo>
                <a:lnTo>
                  <a:pt x="1482" y="4675"/>
                </a:lnTo>
                <a:cubicBezTo>
                  <a:pt x="1598" y="4863"/>
                  <a:pt x="1740" y="5023"/>
                  <a:pt x="1892" y="5166"/>
                </a:cubicBezTo>
                <a:lnTo>
                  <a:pt x="1580" y="6424"/>
                </a:lnTo>
                <a:lnTo>
                  <a:pt x="2178" y="6709"/>
                </a:lnTo>
                <a:lnTo>
                  <a:pt x="2936" y="5692"/>
                </a:lnTo>
                <a:cubicBezTo>
                  <a:pt x="3107" y="5729"/>
                  <a:pt x="3284" y="5748"/>
                  <a:pt x="3462" y="5748"/>
                </a:cubicBezTo>
                <a:cubicBezTo>
                  <a:pt x="3498" y="5748"/>
                  <a:pt x="3534" y="5747"/>
                  <a:pt x="3569" y="5746"/>
                </a:cubicBezTo>
                <a:lnTo>
                  <a:pt x="4238" y="6861"/>
                </a:lnTo>
                <a:lnTo>
                  <a:pt x="4863" y="6638"/>
                </a:lnTo>
                <a:lnTo>
                  <a:pt x="4684" y="5380"/>
                </a:lnTo>
                <a:cubicBezTo>
                  <a:pt x="4863" y="5264"/>
                  <a:pt x="5023" y="5130"/>
                  <a:pt x="5166" y="4970"/>
                </a:cubicBezTo>
                <a:lnTo>
                  <a:pt x="6424" y="5282"/>
                </a:lnTo>
                <a:lnTo>
                  <a:pt x="6709" y="4684"/>
                </a:lnTo>
                <a:lnTo>
                  <a:pt x="5692" y="3926"/>
                </a:lnTo>
                <a:cubicBezTo>
                  <a:pt x="5737" y="3721"/>
                  <a:pt x="5755" y="3507"/>
                  <a:pt x="5746" y="3293"/>
                </a:cubicBezTo>
                <a:lnTo>
                  <a:pt x="6861" y="2623"/>
                </a:lnTo>
                <a:lnTo>
                  <a:pt x="6638" y="1999"/>
                </a:lnTo>
                <a:lnTo>
                  <a:pt x="5380" y="2177"/>
                </a:lnTo>
                <a:cubicBezTo>
                  <a:pt x="5264" y="1999"/>
                  <a:pt x="5130" y="1838"/>
                  <a:pt x="4970" y="1696"/>
                </a:cubicBezTo>
                <a:lnTo>
                  <a:pt x="5291" y="438"/>
                </a:lnTo>
                <a:lnTo>
                  <a:pt x="4693" y="152"/>
                </a:lnTo>
                <a:lnTo>
                  <a:pt x="3926" y="1169"/>
                </a:lnTo>
                <a:cubicBezTo>
                  <a:pt x="3755" y="1132"/>
                  <a:pt x="3584" y="1114"/>
                  <a:pt x="3408" y="1114"/>
                </a:cubicBezTo>
                <a:cubicBezTo>
                  <a:pt x="3373" y="1114"/>
                  <a:pt x="3337" y="1114"/>
                  <a:pt x="3302" y="1116"/>
                </a:cubicBezTo>
                <a:lnTo>
                  <a:pt x="262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"/>
          <p:cNvSpPr/>
          <p:nvPr/>
        </p:nvSpPr>
        <p:spPr>
          <a:xfrm>
            <a:off x="244904" y="1622454"/>
            <a:ext cx="211696" cy="211418"/>
          </a:xfrm>
          <a:custGeom>
            <a:rect b="b" l="l" r="r" t="t"/>
            <a:pathLst>
              <a:path extrusionOk="0" fill="none" h="6852" w="6861">
                <a:moveTo>
                  <a:pt x="2489" y="3765"/>
                </a:moveTo>
                <a:cubicBezTo>
                  <a:pt x="2311" y="3239"/>
                  <a:pt x="2579" y="2677"/>
                  <a:pt x="3096" y="2489"/>
                </a:cubicBezTo>
                <a:cubicBezTo>
                  <a:pt x="3613" y="2302"/>
                  <a:pt x="4184" y="2579"/>
                  <a:pt x="4372" y="3096"/>
                </a:cubicBezTo>
                <a:cubicBezTo>
                  <a:pt x="4550" y="3613"/>
                  <a:pt x="4282" y="4184"/>
                  <a:pt x="3765" y="4363"/>
                </a:cubicBezTo>
                <a:cubicBezTo>
                  <a:pt x="3248" y="4550"/>
                  <a:pt x="2677" y="4283"/>
                  <a:pt x="2489" y="3765"/>
                </a:cubicBezTo>
                <a:close/>
                <a:moveTo>
                  <a:pt x="223" y="4853"/>
                </a:moveTo>
                <a:lnTo>
                  <a:pt x="1481" y="4675"/>
                </a:lnTo>
                <a:cubicBezTo>
                  <a:pt x="1597" y="4862"/>
                  <a:pt x="1731" y="5023"/>
                  <a:pt x="1892" y="5157"/>
                </a:cubicBezTo>
                <a:lnTo>
                  <a:pt x="1579" y="6424"/>
                </a:lnTo>
                <a:lnTo>
                  <a:pt x="2168" y="6709"/>
                </a:lnTo>
                <a:lnTo>
                  <a:pt x="2935" y="5692"/>
                </a:lnTo>
                <a:cubicBezTo>
                  <a:pt x="3141" y="5737"/>
                  <a:pt x="3355" y="5755"/>
                  <a:pt x="3569" y="5737"/>
                </a:cubicBezTo>
                <a:lnTo>
                  <a:pt x="4238" y="6852"/>
                </a:lnTo>
                <a:lnTo>
                  <a:pt x="4853" y="6638"/>
                </a:lnTo>
                <a:lnTo>
                  <a:pt x="4675" y="5380"/>
                </a:lnTo>
                <a:cubicBezTo>
                  <a:pt x="4862" y="5264"/>
                  <a:pt x="5023" y="5121"/>
                  <a:pt x="5166" y="4969"/>
                </a:cubicBezTo>
                <a:lnTo>
                  <a:pt x="6424" y="5282"/>
                </a:lnTo>
                <a:lnTo>
                  <a:pt x="6709" y="4684"/>
                </a:lnTo>
                <a:lnTo>
                  <a:pt x="5692" y="3926"/>
                </a:lnTo>
                <a:cubicBezTo>
                  <a:pt x="5737" y="3721"/>
                  <a:pt x="5754" y="3506"/>
                  <a:pt x="5746" y="3292"/>
                </a:cubicBezTo>
                <a:lnTo>
                  <a:pt x="6861" y="2623"/>
                </a:lnTo>
                <a:lnTo>
                  <a:pt x="6638" y="1999"/>
                </a:lnTo>
                <a:lnTo>
                  <a:pt x="5380" y="2177"/>
                </a:lnTo>
                <a:cubicBezTo>
                  <a:pt x="5264" y="1999"/>
                  <a:pt x="5130" y="1838"/>
                  <a:pt x="4969" y="1695"/>
                </a:cubicBezTo>
                <a:lnTo>
                  <a:pt x="5282" y="438"/>
                </a:lnTo>
                <a:lnTo>
                  <a:pt x="4684" y="152"/>
                </a:lnTo>
                <a:lnTo>
                  <a:pt x="3926" y="1169"/>
                </a:lnTo>
                <a:cubicBezTo>
                  <a:pt x="3720" y="1116"/>
                  <a:pt x="3506" y="1098"/>
                  <a:pt x="3292" y="1116"/>
                </a:cubicBezTo>
                <a:lnTo>
                  <a:pt x="2623" y="0"/>
                </a:lnTo>
                <a:lnTo>
                  <a:pt x="1999" y="223"/>
                </a:lnTo>
                <a:lnTo>
                  <a:pt x="2177" y="1472"/>
                </a:lnTo>
                <a:cubicBezTo>
                  <a:pt x="1999" y="1588"/>
                  <a:pt x="1838" y="1731"/>
                  <a:pt x="1695" y="1892"/>
                </a:cubicBezTo>
                <a:lnTo>
                  <a:pt x="438" y="1571"/>
                </a:lnTo>
                <a:lnTo>
                  <a:pt x="152" y="2168"/>
                </a:lnTo>
                <a:lnTo>
                  <a:pt x="1169" y="2935"/>
                </a:lnTo>
                <a:cubicBezTo>
                  <a:pt x="1124" y="3141"/>
                  <a:pt x="1107" y="3346"/>
                  <a:pt x="1116" y="3560"/>
                </a:cubicBezTo>
                <a:lnTo>
                  <a:pt x="0" y="4229"/>
                </a:lnTo>
                <a:close/>
              </a:path>
            </a:pathLst>
          </a:custGeom>
          <a:noFill/>
          <a:ln cap="rnd" cmpd="sng" w="10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0" name="Google Shape;370;p18"/>
          <p:cNvGrpSpPr/>
          <p:nvPr/>
        </p:nvGrpSpPr>
        <p:grpSpPr>
          <a:xfrm>
            <a:off x="8583168" y="3552021"/>
            <a:ext cx="402677" cy="340272"/>
            <a:chOff x="5915814" y="759984"/>
            <a:chExt cx="589917" cy="498493"/>
          </a:xfrm>
        </p:grpSpPr>
        <p:sp>
          <p:nvSpPr>
            <p:cNvPr id="371" name="Google Shape;371;p18"/>
            <p:cNvSpPr/>
            <p:nvPr/>
          </p:nvSpPr>
          <p:spPr>
            <a:xfrm>
              <a:off x="5945003" y="759984"/>
              <a:ext cx="560728" cy="469335"/>
            </a:xfrm>
            <a:custGeom>
              <a:rect b="b" l="l" r="r" t="t"/>
              <a:pathLst>
                <a:path extrusionOk="0" h="15211" w="18173">
                  <a:moveTo>
                    <a:pt x="9082" y="0"/>
                  </a:moveTo>
                  <a:cubicBezTo>
                    <a:pt x="4068" y="0"/>
                    <a:pt x="0" y="2810"/>
                    <a:pt x="0" y="6280"/>
                  </a:cubicBezTo>
                  <a:cubicBezTo>
                    <a:pt x="0" y="9644"/>
                    <a:pt x="3818" y="12391"/>
                    <a:pt x="8618" y="12561"/>
                  </a:cubicBezTo>
                  <a:lnTo>
                    <a:pt x="6584" y="15210"/>
                  </a:lnTo>
                  <a:lnTo>
                    <a:pt x="11080" y="12409"/>
                  </a:lnTo>
                  <a:cubicBezTo>
                    <a:pt x="12088" y="12257"/>
                    <a:pt x="13043" y="11981"/>
                    <a:pt x="13890" y="11615"/>
                  </a:cubicBezTo>
                  <a:cubicBezTo>
                    <a:pt x="16460" y="10509"/>
                    <a:pt x="18172" y="8529"/>
                    <a:pt x="18172" y="6280"/>
                  </a:cubicBezTo>
                  <a:cubicBezTo>
                    <a:pt x="18172" y="2810"/>
                    <a:pt x="14104" y="0"/>
                    <a:pt x="90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5915814" y="789142"/>
              <a:ext cx="560728" cy="469335"/>
            </a:xfrm>
            <a:custGeom>
              <a:rect b="b" l="l" r="r" t="t"/>
              <a:pathLst>
                <a:path extrusionOk="0" fill="none" h="15211" w="18173">
                  <a:moveTo>
                    <a:pt x="9082" y="1"/>
                  </a:moveTo>
                  <a:cubicBezTo>
                    <a:pt x="4069" y="1"/>
                    <a:pt x="1" y="2811"/>
                    <a:pt x="1" y="6281"/>
                  </a:cubicBezTo>
                  <a:cubicBezTo>
                    <a:pt x="1" y="9644"/>
                    <a:pt x="3819" y="12383"/>
                    <a:pt x="8618" y="12553"/>
                  </a:cubicBezTo>
                  <a:lnTo>
                    <a:pt x="6584" y="15211"/>
                  </a:lnTo>
                  <a:lnTo>
                    <a:pt x="11081" y="12410"/>
                  </a:lnTo>
                  <a:cubicBezTo>
                    <a:pt x="12089" y="12249"/>
                    <a:pt x="13043" y="11982"/>
                    <a:pt x="13891" y="11616"/>
                  </a:cubicBezTo>
                  <a:cubicBezTo>
                    <a:pt x="16460" y="10501"/>
                    <a:pt x="18173" y="8529"/>
                    <a:pt x="18173" y="6281"/>
                  </a:cubicBezTo>
                  <a:cubicBezTo>
                    <a:pt x="18173" y="2811"/>
                    <a:pt x="14105" y="1"/>
                    <a:pt x="9082" y="1"/>
                  </a:cubicBezTo>
                  <a:close/>
                </a:path>
              </a:pathLst>
            </a:custGeom>
            <a:noFill/>
            <a:ln cap="rnd" cmpd="sng" w="176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6068300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95" y="0"/>
                    <a:pt x="1" y="286"/>
                    <a:pt x="1" y="643"/>
                  </a:cubicBezTo>
                  <a:cubicBezTo>
                    <a:pt x="1" y="991"/>
                    <a:pt x="295" y="1285"/>
                    <a:pt x="643" y="1285"/>
                  </a:cubicBezTo>
                  <a:cubicBezTo>
                    <a:pt x="1000" y="1285"/>
                    <a:pt x="1286" y="991"/>
                    <a:pt x="1286" y="643"/>
                  </a:cubicBezTo>
                  <a:cubicBezTo>
                    <a:pt x="1286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6183636" y="967793"/>
              <a:ext cx="39402" cy="39680"/>
            </a:xfrm>
            <a:custGeom>
              <a:rect b="b" l="l" r="r" t="t"/>
              <a:pathLst>
                <a:path extrusionOk="0" h="1286" w="1277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991" y="1285"/>
                    <a:pt x="1277" y="991"/>
                    <a:pt x="1277" y="643"/>
                  </a:cubicBezTo>
                  <a:cubicBezTo>
                    <a:pt x="1277" y="286"/>
                    <a:pt x="991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6298694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1000" y="1285"/>
                    <a:pt x="1285" y="991"/>
                    <a:pt x="1285" y="643"/>
                  </a:cubicBezTo>
                  <a:cubicBezTo>
                    <a:pt x="1285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6" name="Google Shape;376;p18"/>
          <p:cNvGrpSpPr/>
          <p:nvPr/>
        </p:nvGrpSpPr>
        <p:grpSpPr>
          <a:xfrm rot="5400000">
            <a:off x="75429" y="526820"/>
            <a:ext cx="668906" cy="145913"/>
            <a:chOff x="2804304" y="4395845"/>
            <a:chExt cx="668906" cy="145913"/>
          </a:xfrm>
        </p:grpSpPr>
        <p:sp>
          <p:nvSpPr>
            <p:cNvPr id="377" name="Google Shape;377;p18"/>
            <p:cNvSpPr/>
            <p:nvPr/>
          </p:nvSpPr>
          <p:spPr>
            <a:xfrm>
              <a:off x="2854937" y="4422257"/>
              <a:ext cx="562116" cy="89788"/>
            </a:xfrm>
            <a:custGeom>
              <a:rect b="b" l="l" r="r" t="t"/>
              <a:pathLst>
                <a:path extrusionOk="0" fill="none" h="2910" w="18218">
                  <a:moveTo>
                    <a:pt x="1" y="1"/>
                  </a:moveTo>
                  <a:lnTo>
                    <a:pt x="6923" y="1"/>
                  </a:lnTo>
                  <a:lnTo>
                    <a:pt x="6923" y="2909"/>
                  </a:lnTo>
                  <a:lnTo>
                    <a:pt x="18217" y="290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2804304" y="4395845"/>
              <a:ext cx="50664" cy="50664"/>
            </a:xfrm>
            <a:custGeom>
              <a:rect b="b" l="l" r="r" t="t"/>
              <a:pathLst>
                <a:path extrusionOk="0" fill="none" h="1642" w="1642">
                  <a:moveTo>
                    <a:pt x="1642" y="821"/>
                  </a:moveTo>
                  <a:cubicBezTo>
                    <a:pt x="1642" y="1276"/>
                    <a:pt x="1276" y="1642"/>
                    <a:pt x="821" y="1642"/>
                  </a:cubicBezTo>
                  <a:cubicBezTo>
                    <a:pt x="366" y="1642"/>
                    <a:pt x="0" y="1276"/>
                    <a:pt x="0" y="821"/>
                  </a:cubicBezTo>
                  <a:cubicBezTo>
                    <a:pt x="0" y="366"/>
                    <a:pt x="366" y="0"/>
                    <a:pt x="821" y="0"/>
                  </a:cubicBezTo>
                  <a:cubicBezTo>
                    <a:pt x="1276" y="0"/>
                    <a:pt x="1642" y="366"/>
                    <a:pt x="1642" y="821"/>
                  </a:cubicBezTo>
                  <a:close/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3422237" y="4490817"/>
              <a:ext cx="50972" cy="50942"/>
            </a:xfrm>
            <a:custGeom>
              <a:rect b="b" l="l" r="r" t="t"/>
              <a:pathLst>
                <a:path extrusionOk="0" h="1651" w="1652">
                  <a:moveTo>
                    <a:pt x="831" y="0"/>
                  </a:moveTo>
                  <a:cubicBezTo>
                    <a:pt x="376" y="0"/>
                    <a:pt x="1" y="375"/>
                    <a:pt x="1" y="821"/>
                  </a:cubicBezTo>
                  <a:cubicBezTo>
                    <a:pt x="1" y="1276"/>
                    <a:pt x="376" y="1651"/>
                    <a:pt x="831" y="1651"/>
                  </a:cubicBezTo>
                  <a:cubicBezTo>
                    <a:pt x="1277" y="1651"/>
                    <a:pt x="1651" y="1276"/>
                    <a:pt x="1651" y="821"/>
                  </a:cubicBezTo>
                  <a:cubicBezTo>
                    <a:pt x="1651" y="375"/>
                    <a:pt x="1277" y="0"/>
                    <a:pt x="8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0" name="Google Shape;380;p18"/>
          <p:cNvGrpSpPr/>
          <p:nvPr/>
        </p:nvGrpSpPr>
        <p:grpSpPr>
          <a:xfrm flipH="1">
            <a:off x="8809233" y="4289745"/>
            <a:ext cx="7325" cy="270117"/>
            <a:chOff x="2544720" y="2736864"/>
            <a:chExt cx="31" cy="174269"/>
          </a:xfrm>
        </p:grpSpPr>
        <p:sp>
          <p:nvSpPr>
            <p:cNvPr id="381" name="Google Shape;381;p18"/>
            <p:cNvSpPr/>
            <p:nvPr/>
          </p:nvSpPr>
          <p:spPr>
            <a:xfrm>
              <a:off x="2544720" y="2736864"/>
              <a:ext cx="31" cy="3055"/>
            </a:xfrm>
            <a:custGeom>
              <a:rect b="b" l="l" r="r" t="t"/>
              <a:pathLst>
                <a:path extrusionOk="0" fill="none" h="99" w="1">
                  <a:moveTo>
                    <a:pt x="1" y="1"/>
                  </a:moveTo>
                  <a:lnTo>
                    <a:pt x="1" y="9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2544720" y="2778148"/>
              <a:ext cx="31" cy="110955"/>
            </a:xfrm>
            <a:custGeom>
              <a:rect b="b" l="l" r="r" t="t"/>
              <a:pathLst>
                <a:path extrusionOk="0" fill="none" h="3596" w="1">
                  <a:moveTo>
                    <a:pt x="1" y="1"/>
                  </a:moveTo>
                  <a:lnTo>
                    <a:pt x="1" y="3596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2544720" y="2908356"/>
              <a:ext cx="31" cy="2777"/>
            </a:xfrm>
            <a:custGeom>
              <a:rect b="b" l="l" r="r" t="t"/>
              <a:pathLst>
                <a:path extrusionOk="0" fill="none" h="90" w="1">
                  <a:moveTo>
                    <a:pt x="1" y="0"/>
                  </a:moveTo>
                  <a:lnTo>
                    <a:pt x="1" y="9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4" name="Google Shape;384;p18"/>
          <p:cNvGrpSpPr/>
          <p:nvPr/>
        </p:nvGrpSpPr>
        <p:grpSpPr>
          <a:xfrm>
            <a:off x="8763863" y="4660594"/>
            <a:ext cx="95805" cy="95805"/>
            <a:chOff x="3741963" y="3746119"/>
            <a:chExt cx="95805" cy="95805"/>
          </a:xfrm>
        </p:grpSpPr>
        <p:sp>
          <p:nvSpPr>
            <p:cNvPr id="385" name="Google Shape;385;p18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"/>
          <p:cNvSpPr txBox="1"/>
          <p:nvPr>
            <p:ph type="title"/>
          </p:nvPr>
        </p:nvSpPr>
        <p:spPr>
          <a:xfrm>
            <a:off x="1226425" y="3100300"/>
            <a:ext cx="6691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9" name="Google Shape;389;p19"/>
          <p:cNvSpPr txBox="1"/>
          <p:nvPr>
            <p:ph idx="1" type="subTitle"/>
          </p:nvPr>
        </p:nvSpPr>
        <p:spPr>
          <a:xfrm>
            <a:off x="1226400" y="1126425"/>
            <a:ext cx="6691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390" name="Google Shape;390;p19"/>
          <p:cNvGrpSpPr/>
          <p:nvPr/>
        </p:nvGrpSpPr>
        <p:grpSpPr>
          <a:xfrm>
            <a:off x="408414" y="4354759"/>
            <a:ext cx="589917" cy="498493"/>
            <a:chOff x="5915814" y="759984"/>
            <a:chExt cx="589917" cy="498493"/>
          </a:xfrm>
        </p:grpSpPr>
        <p:sp>
          <p:nvSpPr>
            <p:cNvPr id="391" name="Google Shape;391;p19"/>
            <p:cNvSpPr/>
            <p:nvPr/>
          </p:nvSpPr>
          <p:spPr>
            <a:xfrm>
              <a:off x="5945003" y="759984"/>
              <a:ext cx="560728" cy="469335"/>
            </a:xfrm>
            <a:custGeom>
              <a:rect b="b" l="l" r="r" t="t"/>
              <a:pathLst>
                <a:path extrusionOk="0" h="15211" w="18173">
                  <a:moveTo>
                    <a:pt x="9082" y="0"/>
                  </a:moveTo>
                  <a:cubicBezTo>
                    <a:pt x="4068" y="0"/>
                    <a:pt x="0" y="2810"/>
                    <a:pt x="0" y="6280"/>
                  </a:cubicBezTo>
                  <a:cubicBezTo>
                    <a:pt x="0" y="9644"/>
                    <a:pt x="3818" y="12391"/>
                    <a:pt x="8618" y="12561"/>
                  </a:cubicBezTo>
                  <a:lnTo>
                    <a:pt x="6584" y="15210"/>
                  </a:lnTo>
                  <a:lnTo>
                    <a:pt x="11080" y="12409"/>
                  </a:lnTo>
                  <a:cubicBezTo>
                    <a:pt x="12088" y="12257"/>
                    <a:pt x="13043" y="11981"/>
                    <a:pt x="13890" y="11615"/>
                  </a:cubicBezTo>
                  <a:cubicBezTo>
                    <a:pt x="16460" y="10509"/>
                    <a:pt x="18172" y="8529"/>
                    <a:pt x="18172" y="6280"/>
                  </a:cubicBezTo>
                  <a:cubicBezTo>
                    <a:pt x="18172" y="2810"/>
                    <a:pt x="14104" y="0"/>
                    <a:pt x="9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9"/>
            <p:cNvSpPr/>
            <p:nvPr/>
          </p:nvSpPr>
          <p:spPr>
            <a:xfrm>
              <a:off x="5915814" y="789142"/>
              <a:ext cx="560728" cy="469335"/>
            </a:xfrm>
            <a:custGeom>
              <a:rect b="b" l="l" r="r" t="t"/>
              <a:pathLst>
                <a:path extrusionOk="0" fill="none" h="15211" w="18173">
                  <a:moveTo>
                    <a:pt x="9082" y="1"/>
                  </a:moveTo>
                  <a:cubicBezTo>
                    <a:pt x="4069" y="1"/>
                    <a:pt x="1" y="2811"/>
                    <a:pt x="1" y="6281"/>
                  </a:cubicBezTo>
                  <a:cubicBezTo>
                    <a:pt x="1" y="9644"/>
                    <a:pt x="3819" y="12383"/>
                    <a:pt x="8618" y="12553"/>
                  </a:cubicBezTo>
                  <a:lnTo>
                    <a:pt x="6584" y="15211"/>
                  </a:lnTo>
                  <a:lnTo>
                    <a:pt x="11081" y="12410"/>
                  </a:lnTo>
                  <a:cubicBezTo>
                    <a:pt x="12089" y="12249"/>
                    <a:pt x="13043" y="11982"/>
                    <a:pt x="13891" y="11616"/>
                  </a:cubicBezTo>
                  <a:cubicBezTo>
                    <a:pt x="16460" y="10501"/>
                    <a:pt x="18173" y="8529"/>
                    <a:pt x="18173" y="6281"/>
                  </a:cubicBezTo>
                  <a:cubicBezTo>
                    <a:pt x="18173" y="2811"/>
                    <a:pt x="14105" y="1"/>
                    <a:pt x="9082" y="1"/>
                  </a:cubicBezTo>
                  <a:close/>
                </a:path>
              </a:pathLst>
            </a:custGeom>
            <a:noFill/>
            <a:ln cap="rnd" cmpd="sng" w="176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9"/>
            <p:cNvSpPr/>
            <p:nvPr/>
          </p:nvSpPr>
          <p:spPr>
            <a:xfrm>
              <a:off x="6068300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95" y="0"/>
                    <a:pt x="1" y="286"/>
                    <a:pt x="1" y="643"/>
                  </a:cubicBezTo>
                  <a:cubicBezTo>
                    <a:pt x="1" y="991"/>
                    <a:pt x="295" y="1285"/>
                    <a:pt x="643" y="1285"/>
                  </a:cubicBezTo>
                  <a:cubicBezTo>
                    <a:pt x="1000" y="1285"/>
                    <a:pt x="1286" y="991"/>
                    <a:pt x="1286" y="643"/>
                  </a:cubicBezTo>
                  <a:cubicBezTo>
                    <a:pt x="1286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9"/>
            <p:cNvSpPr/>
            <p:nvPr/>
          </p:nvSpPr>
          <p:spPr>
            <a:xfrm>
              <a:off x="6183636" y="967793"/>
              <a:ext cx="39402" cy="39680"/>
            </a:xfrm>
            <a:custGeom>
              <a:rect b="b" l="l" r="r" t="t"/>
              <a:pathLst>
                <a:path extrusionOk="0" h="1286" w="1277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991" y="1285"/>
                    <a:pt x="1277" y="991"/>
                    <a:pt x="1277" y="643"/>
                  </a:cubicBezTo>
                  <a:cubicBezTo>
                    <a:pt x="1277" y="286"/>
                    <a:pt x="991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9"/>
            <p:cNvSpPr/>
            <p:nvPr/>
          </p:nvSpPr>
          <p:spPr>
            <a:xfrm>
              <a:off x="6298694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1000" y="1285"/>
                    <a:pt x="1285" y="991"/>
                    <a:pt x="1285" y="643"/>
                  </a:cubicBezTo>
                  <a:cubicBezTo>
                    <a:pt x="1285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6" name="Google Shape;396;p19"/>
          <p:cNvSpPr/>
          <p:nvPr/>
        </p:nvSpPr>
        <p:spPr>
          <a:xfrm>
            <a:off x="8248670" y="378475"/>
            <a:ext cx="350451" cy="350143"/>
          </a:xfrm>
          <a:custGeom>
            <a:rect b="b" l="l" r="r" t="t"/>
            <a:pathLst>
              <a:path extrusionOk="0" h="11348" w="11358">
                <a:moveTo>
                  <a:pt x="5687" y="4023"/>
                </a:moveTo>
                <a:cubicBezTo>
                  <a:pt x="6363" y="4023"/>
                  <a:pt x="6998" y="4448"/>
                  <a:pt x="7236" y="5121"/>
                </a:cubicBezTo>
                <a:cubicBezTo>
                  <a:pt x="7539" y="5977"/>
                  <a:pt x="7093" y="6923"/>
                  <a:pt x="6237" y="7226"/>
                </a:cubicBezTo>
                <a:cubicBezTo>
                  <a:pt x="6053" y="7291"/>
                  <a:pt x="5866" y="7321"/>
                  <a:pt x="5682" y="7321"/>
                </a:cubicBezTo>
                <a:cubicBezTo>
                  <a:pt x="5002" y="7321"/>
                  <a:pt x="4370" y="6901"/>
                  <a:pt x="4131" y="6227"/>
                </a:cubicBezTo>
                <a:cubicBezTo>
                  <a:pt x="3819" y="5362"/>
                  <a:pt x="4274" y="4425"/>
                  <a:pt x="5131" y="4122"/>
                </a:cubicBezTo>
                <a:cubicBezTo>
                  <a:pt x="5314" y="4055"/>
                  <a:pt x="5502" y="4023"/>
                  <a:pt x="5687" y="4023"/>
                </a:cubicBezTo>
                <a:close/>
                <a:moveTo>
                  <a:pt x="4345" y="0"/>
                </a:moveTo>
                <a:lnTo>
                  <a:pt x="3320" y="366"/>
                </a:lnTo>
                <a:lnTo>
                  <a:pt x="3614" y="2444"/>
                </a:lnTo>
                <a:cubicBezTo>
                  <a:pt x="3311" y="2632"/>
                  <a:pt x="3043" y="2864"/>
                  <a:pt x="2811" y="3122"/>
                </a:cubicBezTo>
                <a:lnTo>
                  <a:pt x="724" y="2605"/>
                </a:lnTo>
                <a:lnTo>
                  <a:pt x="251" y="3586"/>
                </a:lnTo>
                <a:lnTo>
                  <a:pt x="1937" y="4853"/>
                </a:lnTo>
                <a:cubicBezTo>
                  <a:pt x="1865" y="5192"/>
                  <a:pt x="1830" y="5540"/>
                  <a:pt x="1848" y="5897"/>
                </a:cubicBezTo>
                <a:lnTo>
                  <a:pt x="1" y="7003"/>
                </a:lnTo>
                <a:lnTo>
                  <a:pt x="367" y="8038"/>
                </a:lnTo>
                <a:lnTo>
                  <a:pt x="2454" y="7743"/>
                </a:lnTo>
                <a:cubicBezTo>
                  <a:pt x="2642" y="8038"/>
                  <a:pt x="2874" y="8314"/>
                  <a:pt x="3132" y="8537"/>
                </a:cubicBezTo>
                <a:lnTo>
                  <a:pt x="2615" y="10625"/>
                </a:lnTo>
                <a:lnTo>
                  <a:pt x="3596" y="11098"/>
                </a:lnTo>
                <a:lnTo>
                  <a:pt x="4863" y="9421"/>
                </a:lnTo>
                <a:cubicBezTo>
                  <a:pt x="5134" y="9478"/>
                  <a:pt x="5411" y="9506"/>
                  <a:pt x="5694" y="9506"/>
                </a:cubicBezTo>
                <a:cubicBezTo>
                  <a:pt x="5764" y="9506"/>
                  <a:pt x="5835" y="9504"/>
                  <a:pt x="5907" y="9501"/>
                </a:cubicBezTo>
                <a:lnTo>
                  <a:pt x="7013" y="11348"/>
                </a:lnTo>
                <a:lnTo>
                  <a:pt x="8048" y="10982"/>
                </a:lnTo>
                <a:lnTo>
                  <a:pt x="7753" y="8903"/>
                </a:lnTo>
                <a:cubicBezTo>
                  <a:pt x="8048" y="8707"/>
                  <a:pt x="8324" y="8484"/>
                  <a:pt x="8547" y="8216"/>
                </a:cubicBezTo>
                <a:lnTo>
                  <a:pt x="10635" y="8743"/>
                </a:lnTo>
                <a:lnTo>
                  <a:pt x="11108" y="7752"/>
                </a:lnTo>
                <a:lnTo>
                  <a:pt x="9430" y="6494"/>
                </a:lnTo>
                <a:cubicBezTo>
                  <a:pt x="9502" y="6155"/>
                  <a:pt x="9529" y="5799"/>
                  <a:pt x="9511" y="5451"/>
                </a:cubicBezTo>
                <a:lnTo>
                  <a:pt x="11357" y="4336"/>
                </a:lnTo>
                <a:lnTo>
                  <a:pt x="10992" y="3310"/>
                </a:lnTo>
                <a:lnTo>
                  <a:pt x="8913" y="3604"/>
                </a:lnTo>
                <a:cubicBezTo>
                  <a:pt x="8717" y="3301"/>
                  <a:pt x="8494" y="3033"/>
                  <a:pt x="8226" y="2801"/>
                </a:cubicBezTo>
                <a:lnTo>
                  <a:pt x="8752" y="714"/>
                </a:lnTo>
                <a:lnTo>
                  <a:pt x="7762" y="241"/>
                </a:lnTo>
                <a:lnTo>
                  <a:pt x="6504" y="1927"/>
                </a:lnTo>
                <a:cubicBezTo>
                  <a:pt x="6224" y="1868"/>
                  <a:pt x="5930" y="1833"/>
                  <a:pt x="5635" y="1833"/>
                </a:cubicBezTo>
                <a:cubicBezTo>
                  <a:pt x="5574" y="1833"/>
                  <a:pt x="5513" y="1835"/>
                  <a:pt x="5452" y="1838"/>
                </a:cubicBezTo>
                <a:lnTo>
                  <a:pt x="434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9"/>
          <p:cNvSpPr/>
          <p:nvPr/>
        </p:nvSpPr>
        <p:spPr>
          <a:xfrm>
            <a:off x="8262710" y="350397"/>
            <a:ext cx="350173" cy="350420"/>
          </a:xfrm>
          <a:custGeom>
            <a:rect b="b" l="l" r="r" t="t"/>
            <a:pathLst>
              <a:path extrusionOk="0" fill="none" h="11357" w="11349">
                <a:moveTo>
                  <a:pt x="4122" y="6227"/>
                </a:moveTo>
                <a:cubicBezTo>
                  <a:pt x="3819" y="5371"/>
                  <a:pt x="4265" y="4425"/>
                  <a:pt x="5130" y="4122"/>
                </a:cubicBezTo>
                <a:cubicBezTo>
                  <a:pt x="5987" y="3818"/>
                  <a:pt x="6924" y="4264"/>
                  <a:pt x="7236" y="5130"/>
                </a:cubicBezTo>
                <a:cubicBezTo>
                  <a:pt x="7539" y="5986"/>
                  <a:pt x="7093" y="6923"/>
                  <a:pt x="6228" y="7235"/>
                </a:cubicBezTo>
                <a:cubicBezTo>
                  <a:pt x="5371" y="7538"/>
                  <a:pt x="4426" y="7083"/>
                  <a:pt x="4122" y="6227"/>
                </a:cubicBezTo>
                <a:close/>
                <a:moveTo>
                  <a:pt x="367" y="8047"/>
                </a:moveTo>
                <a:lnTo>
                  <a:pt x="2445" y="7743"/>
                </a:lnTo>
                <a:cubicBezTo>
                  <a:pt x="2642" y="8047"/>
                  <a:pt x="2865" y="8314"/>
                  <a:pt x="3132" y="8546"/>
                </a:cubicBezTo>
                <a:lnTo>
                  <a:pt x="2606" y="10634"/>
                </a:lnTo>
                <a:lnTo>
                  <a:pt x="3596" y="11107"/>
                </a:lnTo>
                <a:lnTo>
                  <a:pt x="4854" y="9421"/>
                </a:lnTo>
                <a:cubicBezTo>
                  <a:pt x="5193" y="9501"/>
                  <a:pt x="5550" y="9528"/>
                  <a:pt x="5907" y="9510"/>
                </a:cubicBezTo>
                <a:lnTo>
                  <a:pt x="7013" y="11356"/>
                </a:lnTo>
                <a:lnTo>
                  <a:pt x="8039" y="10991"/>
                </a:lnTo>
                <a:lnTo>
                  <a:pt x="7744" y="8903"/>
                </a:lnTo>
                <a:cubicBezTo>
                  <a:pt x="8048" y="8716"/>
                  <a:pt x="8315" y="8484"/>
                  <a:pt x="8547" y="8225"/>
                </a:cubicBezTo>
                <a:lnTo>
                  <a:pt x="10635" y="8752"/>
                </a:lnTo>
                <a:lnTo>
                  <a:pt x="11108" y="7761"/>
                </a:lnTo>
                <a:lnTo>
                  <a:pt x="9422" y="6495"/>
                </a:lnTo>
                <a:cubicBezTo>
                  <a:pt x="9502" y="6156"/>
                  <a:pt x="9529" y="5808"/>
                  <a:pt x="9511" y="5451"/>
                </a:cubicBezTo>
                <a:lnTo>
                  <a:pt x="11348" y="4345"/>
                </a:lnTo>
                <a:lnTo>
                  <a:pt x="10983" y="3310"/>
                </a:lnTo>
                <a:lnTo>
                  <a:pt x="8904" y="3613"/>
                </a:lnTo>
                <a:cubicBezTo>
                  <a:pt x="8717" y="3310"/>
                  <a:pt x="8485" y="3042"/>
                  <a:pt x="8226" y="2810"/>
                </a:cubicBezTo>
                <a:lnTo>
                  <a:pt x="8744" y="723"/>
                </a:lnTo>
                <a:lnTo>
                  <a:pt x="7762" y="250"/>
                </a:lnTo>
                <a:lnTo>
                  <a:pt x="6495" y="1936"/>
                </a:lnTo>
                <a:cubicBezTo>
                  <a:pt x="6156" y="1856"/>
                  <a:pt x="5808" y="1829"/>
                  <a:pt x="5452" y="1847"/>
                </a:cubicBezTo>
                <a:lnTo>
                  <a:pt x="4345" y="0"/>
                </a:lnTo>
                <a:lnTo>
                  <a:pt x="3311" y="366"/>
                </a:lnTo>
                <a:lnTo>
                  <a:pt x="3614" y="2444"/>
                </a:lnTo>
                <a:cubicBezTo>
                  <a:pt x="3311" y="2641"/>
                  <a:pt x="3043" y="2864"/>
                  <a:pt x="2811" y="3131"/>
                </a:cubicBezTo>
                <a:lnTo>
                  <a:pt x="724" y="2605"/>
                </a:lnTo>
                <a:lnTo>
                  <a:pt x="251" y="3595"/>
                </a:lnTo>
                <a:lnTo>
                  <a:pt x="1937" y="4853"/>
                </a:lnTo>
                <a:cubicBezTo>
                  <a:pt x="1856" y="5192"/>
                  <a:pt x="1830" y="5549"/>
                  <a:pt x="1848" y="5906"/>
                </a:cubicBezTo>
                <a:lnTo>
                  <a:pt x="1" y="7012"/>
                </a:lnTo>
                <a:close/>
              </a:path>
            </a:pathLst>
          </a:custGeom>
          <a:noFill/>
          <a:ln cap="rnd" cmpd="sng" w="176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9"/>
          <p:cNvSpPr/>
          <p:nvPr/>
        </p:nvSpPr>
        <p:spPr>
          <a:xfrm flipH="1">
            <a:off x="7221550" y="4472150"/>
            <a:ext cx="1377564" cy="263696"/>
          </a:xfrm>
          <a:custGeom>
            <a:rect b="b" l="l" r="r" t="t"/>
            <a:pathLst>
              <a:path extrusionOk="0" fill="none" h="8547" w="38049">
                <a:moveTo>
                  <a:pt x="38049" y="8547"/>
                </a:moveTo>
                <a:lnTo>
                  <a:pt x="38049" y="4149"/>
                </a:lnTo>
                <a:lnTo>
                  <a:pt x="0" y="4149"/>
                </a:lnTo>
                <a:lnTo>
                  <a:pt x="0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9"/>
          <p:cNvSpPr/>
          <p:nvPr/>
        </p:nvSpPr>
        <p:spPr>
          <a:xfrm flipH="1" rot="10800000">
            <a:off x="395940" y="527535"/>
            <a:ext cx="858390" cy="137179"/>
          </a:xfrm>
          <a:custGeom>
            <a:rect b="b" l="l" r="r" t="t"/>
            <a:pathLst>
              <a:path extrusionOk="0" fill="none" h="2820" w="17646">
                <a:moveTo>
                  <a:pt x="0" y="0"/>
                </a:moveTo>
                <a:lnTo>
                  <a:pt x="6700" y="0"/>
                </a:lnTo>
                <a:lnTo>
                  <a:pt x="6700" y="2819"/>
                </a:lnTo>
                <a:lnTo>
                  <a:pt x="17646" y="2819"/>
                </a:lnTo>
              </a:path>
            </a:pathLst>
          </a:custGeom>
          <a:noFill/>
          <a:ln cap="rnd" cmpd="sng" w="937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9"/>
          <p:cNvSpPr/>
          <p:nvPr/>
        </p:nvSpPr>
        <p:spPr>
          <a:xfrm flipH="1">
            <a:off x="1254282" y="487159"/>
            <a:ext cx="77297" cy="77297"/>
          </a:xfrm>
          <a:custGeom>
            <a:rect b="b" l="l" r="r" t="t"/>
            <a:pathLst>
              <a:path extrusionOk="0" fill="none" h="1589" w="1589">
                <a:moveTo>
                  <a:pt x="1588" y="794"/>
                </a:moveTo>
                <a:cubicBezTo>
                  <a:pt x="1588" y="1232"/>
                  <a:pt x="1231" y="1588"/>
                  <a:pt x="794" y="1588"/>
                </a:cubicBezTo>
                <a:cubicBezTo>
                  <a:pt x="357" y="1588"/>
                  <a:pt x="0" y="1232"/>
                  <a:pt x="0" y="794"/>
                </a:cubicBezTo>
                <a:cubicBezTo>
                  <a:pt x="0" y="357"/>
                  <a:pt x="357" y="0"/>
                  <a:pt x="794" y="0"/>
                </a:cubicBezTo>
                <a:cubicBezTo>
                  <a:pt x="1231" y="0"/>
                  <a:pt x="1588" y="357"/>
                  <a:pt x="1588" y="794"/>
                </a:cubicBezTo>
                <a:close/>
              </a:path>
            </a:pathLst>
          </a:custGeom>
          <a:noFill/>
          <a:ln cap="rnd" cmpd="sng" w="937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9"/>
          <p:cNvSpPr/>
          <p:nvPr/>
        </p:nvSpPr>
        <p:spPr>
          <a:xfrm flipH="1">
            <a:off x="310406" y="632122"/>
            <a:ext cx="77297" cy="77686"/>
          </a:xfrm>
          <a:custGeom>
            <a:rect b="b" l="l" r="r" t="t"/>
            <a:pathLst>
              <a:path extrusionOk="0" h="1597" w="1589">
                <a:moveTo>
                  <a:pt x="794" y="0"/>
                </a:moveTo>
                <a:cubicBezTo>
                  <a:pt x="357" y="0"/>
                  <a:pt x="0" y="357"/>
                  <a:pt x="0" y="803"/>
                </a:cubicBezTo>
                <a:cubicBezTo>
                  <a:pt x="0" y="1240"/>
                  <a:pt x="357" y="1597"/>
                  <a:pt x="794" y="1597"/>
                </a:cubicBezTo>
                <a:cubicBezTo>
                  <a:pt x="1231" y="1597"/>
                  <a:pt x="1588" y="1240"/>
                  <a:pt x="1588" y="803"/>
                </a:cubicBezTo>
                <a:cubicBezTo>
                  <a:pt x="1588" y="357"/>
                  <a:pt x="1231" y="0"/>
                  <a:pt x="7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9"/>
          <p:cNvSpPr/>
          <p:nvPr/>
        </p:nvSpPr>
        <p:spPr>
          <a:xfrm>
            <a:off x="518865" y="2412562"/>
            <a:ext cx="194356" cy="194356"/>
          </a:xfrm>
          <a:custGeom>
            <a:rect b="b" l="l" r="r" t="t"/>
            <a:pathLst>
              <a:path extrusionOk="0" h="6299" w="6299">
                <a:moveTo>
                  <a:pt x="3988" y="1115"/>
                </a:moveTo>
                <a:lnTo>
                  <a:pt x="5184" y="2311"/>
                </a:lnTo>
                <a:lnTo>
                  <a:pt x="5184" y="3988"/>
                </a:lnTo>
                <a:lnTo>
                  <a:pt x="3988" y="5183"/>
                </a:lnTo>
                <a:lnTo>
                  <a:pt x="2302" y="5183"/>
                </a:lnTo>
                <a:lnTo>
                  <a:pt x="1116" y="3988"/>
                </a:lnTo>
                <a:lnTo>
                  <a:pt x="1116" y="2311"/>
                </a:lnTo>
                <a:lnTo>
                  <a:pt x="2302" y="1115"/>
                </a:lnTo>
                <a:close/>
                <a:moveTo>
                  <a:pt x="1838" y="0"/>
                </a:moveTo>
                <a:lnTo>
                  <a:pt x="1" y="1847"/>
                </a:lnTo>
                <a:lnTo>
                  <a:pt x="1" y="4452"/>
                </a:lnTo>
                <a:lnTo>
                  <a:pt x="1838" y="6298"/>
                </a:lnTo>
                <a:lnTo>
                  <a:pt x="4452" y="6298"/>
                </a:lnTo>
                <a:lnTo>
                  <a:pt x="6299" y="4452"/>
                </a:lnTo>
                <a:lnTo>
                  <a:pt x="6299" y="1847"/>
                </a:lnTo>
                <a:lnTo>
                  <a:pt x="445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9"/>
          <p:cNvSpPr/>
          <p:nvPr/>
        </p:nvSpPr>
        <p:spPr>
          <a:xfrm>
            <a:off x="8430776" y="2395276"/>
            <a:ext cx="229504" cy="228922"/>
          </a:xfrm>
          <a:custGeom>
            <a:rect b="b" l="l" r="r" t="t"/>
            <a:pathLst>
              <a:path extrusionOk="0" fill="none" h="3489" w="3498">
                <a:moveTo>
                  <a:pt x="3497" y="1749"/>
                </a:moveTo>
                <a:cubicBezTo>
                  <a:pt x="3497" y="2712"/>
                  <a:pt x="2712" y="3489"/>
                  <a:pt x="1749" y="3489"/>
                </a:cubicBezTo>
                <a:cubicBezTo>
                  <a:pt x="785" y="3489"/>
                  <a:pt x="0" y="2712"/>
                  <a:pt x="0" y="1749"/>
                </a:cubicBezTo>
                <a:cubicBezTo>
                  <a:pt x="0" y="777"/>
                  <a:pt x="785" y="0"/>
                  <a:pt x="1749" y="0"/>
                </a:cubicBezTo>
                <a:cubicBezTo>
                  <a:pt x="2712" y="0"/>
                  <a:pt x="3497" y="777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4" name="Google Shape;404;p19"/>
          <p:cNvGrpSpPr/>
          <p:nvPr/>
        </p:nvGrpSpPr>
        <p:grpSpPr>
          <a:xfrm>
            <a:off x="3546423" y="4604000"/>
            <a:ext cx="2051176" cy="68035"/>
            <a:chOff x="1282198" y="3872575"/>
            <a:chExt cx="2051176" cy="68035"/>
          </a:xfrm>
        </p:grpSpPr>
        <p:sp>
          <p:nvSpPr>
            <p:cNvPr id="405" name="Google Shape;405;p19"/>
            <p:cNvSpPr/>
            <p:nvPr/>
          </p:nvSpPr>
          <p:spPr>
            <a:xfrm>
              <a:off x="2207537" y="3872575"/>
              <a:ext cx="1125837" cy="31"/>
            </a:xfrm>
            <a:custGeom>
              <a:rect b="b" l="l" r="r" t="t"/>
              <a:pathLst>
                <a:path extrusionOk="0" fill="none" h="1" w="36488">
                  <a:moveTo>
                    <a:pt x="0" y="1"/>
                  </a:moveTo>
                  <a:lnTo>
                    <a:pt x="36487" y="1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1282198" y="3940579"/>
              <a:ext cx="1125837" cy="31"/>
            </a:xfrm>
            <a:custGeom>
              <a:rect b="b" l="l" r="r" t="t"/>
              <a:pathLst>
                <a:path extrusionOk="0" fill="none" h="1" w="36488">
                  <a:moveTo>
                    <a:pt x="1" y="0"/>
                  </a:moveTo>
                  <a:lnTo>
                    <a:pt x="36488" y="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2042092" y="3872575"/>
              <a:ext cx="102161" cy="31"/>
            </a:xfrm>
            <a:custGeom>
              <a:rect b="b" l="l" r="r" t="t"/>
              <a:pathLst>
                <a:path extrusionOk="0" fill="none" h="1" w="3311">
                  <a:moveTo>
                    <a:pt x="331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8" name="Google Shape;408;p19"/>
          <p:cNvSpPr/>
          <p:nvPr/>
        </p:nvSpPr>
        <p:spPr>
          <a:xfrm>
            <a:off x="3896879" y="527494"/>
            <a:ext cx="1054900" cy="31"/>
          </a:xfrm>
          <a:custGeom>
            <a:rect b="b" l="l" r="r" t="t"/>
            <a:pathLst>
              <a:path extrusionOk="0" fill="none" h="1" w="19948">
                <a:moveTo>
                  <a:pt x="19948" y="1"/>
                </a:moveTo>
                <a:lnTo>
                  <a:pt x="0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9"/>
          <p:cNvSpPr/>
          <p:nvPr/>
        </p:nvSpPr>
        <p:spPr>
          <a:xfrm>
            <a:off x="4192646" y="459750"/>
            <a:ext cx="1054477" cy="31"/>
          </a:xfrm>
          <a:custGeom>
            <a:rect b="b" l="l" r="r" t="t"/>
            <a:pathLst>
              <a:path extrusionOk="0" fill="none" h="1" w="19940">
                <a:moveTo>
                  <a:pt x="19939" y="1"/>
                </a:moveTo>
                <a:lnTo>
                  <a:pt x="1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9"/>
          <p:cNvSpPr/>
          <p:nvPr/>
        </p:nvSpPr>
        <p:spPr>
          <a:xfrm>
            <a:off x="5010724" y="527494"/>
            <a:ext cx="95770" cy="31"/>
          </a:xfrm>
          <a:custGeom>
            <a:rect b="b" l="l" r="r" t="t"/>
            <a:pathLst>
              <a:path extrusionOk="0" fill="none" h="1" w="1811">
                <a:moveTo>
                  <a:pt x="0" y="1"/>
                </a:moveTo>
                <a:lnTo>
                  <a:pt x="1811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0"/>
          <p:cNvSpPr txBox="1"/>
          <p:nvPr>
            <p:ph type="title"/>
          </p:nvPr>
        </p:nvSpPr>
        <p:spPr>
          <a:xfrm>
            <a:off x="4390075" y="1177988"/>
            <a:ext cx="3888300" cy="18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3" name="Google Shape;413;p20"/>
          <p:cNvSpPr txBox="1"/>
          <p:nvPr>
            <p:ph idx="1" type="subTitle"/>
          </p:nvPr>
        </p:nvSpPr>
        <p:spPr>
          <a:xfrm>
            <a:off x="4390075" y="2993513"/>
            <a:ext cx="38883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20"/>
          <p:cNvSpPr/>
          <p:nvPr>
            <p:ph idx="2" type="pic"/>
          </p:nvPr>
        </p:nvSpPr>
        <p:spPr>
          <a:xfrm>
            <a:off x="1008725" y="1178000"/>
            <a:ext cx="3228900" cy="284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20"/>
          <p:cNvSpPr/>
          <p:nvPr/>
        </p:nvSpPr>
        <p:spPr>
          <a:xfrm flipH="1" rot="5400000">
            <a:off x="8195476" y="1113317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7" y="1"/>
                </a:moveTo>
                <a:lnTo>
                  <a:pt x="0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0"/>
          <p:cNvSpPr/>
          <p:nvPr/>
        </p:nvSpPr>
        <p:spPr>
          <a:xfrm flipH="1" rot="5400000">
            <a:off x="8263172" y="797608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8" y="0"/>
                </a:moveTo>
                <a:lnTo>
                  <a:pt x="0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0"/>
          <p:cNvSpPr/>
          <p:nvPr/>
        </p:nvSpPr>
        <p:spPr>
          <a:xfrm flipH="1" rot="5400000">
            <a:off x="8707453" y="436204"/>
            <a:ext cx="101883" cy="31"/>
          </a:xfrm>
          <a:custGeom>
            <a:rect b="b" l="l" r="r" t="t"/>
            <a:pathLst>
              <a:path extrusionOk="0" fill="none" h="1" w="3302">
                <a:moveTo>
                  <a:pt x="1" y="1"/>
                </a:moveTo>
                <a:lnTo>
                  <a:pt x="3302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0"/>
          <p:cNvSpPr/>
          <p:nvPr/>
        </p:nvSpPr>
        <p:spPr>
          <a:xfrm>
            <a:off x="8322854" y="234710"/>
            <a:ext cx="107931" cy="107931"/>
          </a:xfrm>
          <a:custGeom>
            <a:rect b="b" l="l" r="r" t="t"/>
            <a:pathLst>
              <a:path extrusionOk="0" fill="none" h="3498" w="3498">
                <a:moveTo>
                  <a:pt x="3497" y="1749"/>
                </a:moveTo>
                <a:cubicBezTo>
                  <a:pt x="3497" y="2713"/>
                  <a:pt x="2712" y="3498"/>
                  <a:pt x="1749" y="3498"/>
                </a:cubicBezTo>
                <a:cubicBezTo>
                  <a:pt x="785" y="3498"/>
                  <a:pt x="0" y="2713"/>
                  <a:pt x="0" y="1749"/>
                </a:cubicBezTo>
                <a:cubicBezTo>
                  <a:pt x="0" y="786"/>
                  <a:pt x="785" y="1"/>
                  <a:pt x="1749" y="1"/>
                </a:cubicBezTo>
                <a:cubicBezTo>
                  <a:pt x="2712" y="1"/>
                  <a:pt x="3497" y="786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9" name="Google Shape;419;p20"/>
          <p:cNvGrpSpPr/>
          <p:nvPr/>
        </p:nvGrpSpPr>
        <p:grpSpPr>
          <a:xfrm rot="5400000">
            <a:off x="-45421" y="4344119"/>
            <a:ext cx="809573" cy="176491"/>
            <a:chOff x="1639404" y="3352607"/>
            <a:chExt cx="809573" cy="176491"/>
          </a:xfrm>
        </p:grpSpPr>
        <p:sp>
          <p:nvSpPr>
            <p:cNvPr id="420" name="Google Shape;420;p20"/>
            <p:cNvSpPr/>
            <p:nvPr/>
          </p:nvSpPr>
          <p:spPr>
            <a:xfrm>
              <a:off x="1700774" y="3384541"/>
              <a:ext cx="680198" cy="108764"/>
            </a:xfrm>
            <a:custGeom>
              <a:rect b="b" l="l" r="r" t="t"/>
              <a:pathLst>
                <a:path extrusionOk="0" fill="none" h="3525" w="22045">
                  <a:moveTo>
                    <a:pt x="1" y="1"/>
                  </a:moveTo>
                  <a:lnTo>
                    <a:pt x="8378" y="1"/>
                  </a:lnTo>
                  <a:lnTo>
                    <a:pt x="8378" y="3525"/>
                  </a:lnTo>
                  <a:lnTo>
                    <a:pt x="22045" y="3525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0"/>
            <p:cNvSpPr/>
            <p:nvPr/>
          </p:nvSpPr>
          <p:spPr>
            <a:xfrm>
              <a:off x="1639404" y="3352607"/>
              <a:ext cx="61401" cy="61432"/>
            </a:xfrm>
            <a:custGeom>
              <a:rect b="b" l="l" r="r" t="t"/>
              <a:pathLst>
                <a:path extrusionOk="0" h="1991" w="1990">
                  <a:moveTo>
                    <a:pt x="991" y="1"/>
                  </a:moveTo>
                  <a:cubicBezTo>
                    <a:pt x="446" y="1"/>
                    <a:pt x="0" y="447"/>
                    <a:pt x="0" y="991"/>
                  </a:cubicBezTo>
                  <a:cubicBezTo>
                    <a:pt x="0" y="1544"/>
                    <a:pt x="446" y="1990"/>
                    <a:pt x="991" y="1990"/>
                  </a:cubicBezTo>
                  <a:cubicBezTo>
                    <a:pt x="1544" y="1990"/>
                    <a:pt x="1990" y="1544"/>
                    <a:pt x="1990" y="991"/>
                  </a:cubicBezTo>
                  <a:cubicBezTo>
                    <a:pt x="1990" y="447"/>
                    <a:pt x="1544" y="1"/>
                    <a:pt x="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0"/>
            <p:cNvSpPr/>
            <p:nvPr/>
          </p:nvSpPr>
          <p:spPr>
            <a:xfrm>
              <a:off x="2387545" y="3467665"/>
              <a:ext cx="61432" cy="61432"/>
            </a:xfrm>
            <a:custGeom>
              <a:rect b="b" l="l" r="r" t="t"/>
              <a:pathLst>
                <a:path extrusionOk="0" h="1991" w="1991">
                  <a:moveTo>
                    <a:pt x="1000" y="1"/>
                  </a:moveTo>
                  <a:cubicBezTo>
                    <a:pt x="447" y="1"/>
                    <a:pt x="1" y="447"/>
                    <a:pt x="1" y="1000"/>
                  </a:cubicBezTo>
                  <a:cubicBezTo>
                    <a:pt x="1" y="1544"/>
                    <a:pt x="447" y="1990"/>
                    <a:pt x="1000" y="1990"/>
                  </a:cubicBezTo>
                  <a:cubicBezTo>
                    <a:pt x="1544" y="1990"/>
                    <a:pt x="1990" y="1544"/>
                    <a:pt x="1990" y="1000"/>
                  </a:cubicBezTo>
                  <a:cubicBezTo>
                    <a:pt x="1990" y="447"/>
                    <a:pt x="1544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3" name="Google Shape;423;p20"/>
          <p:cNvGrpSpPr/>
          <p:nvPr/>
        </p:nvGrpSpPr>
        <p:grpSpPr>
          <a:xfrm>
            <a:off x="617413" y="4708494"/>
            <a:ext cx="95805" cy="95805"/>
            <a:chOff x="3741963" y="3746119"/>
            <a:chExt cx="95805" cy="95805"/>
          </a:xfrm>
        </p:grpSpPr>
        <p:sp>
          <p:nvSpPr>
            <p:cNvPr id="424" name="Google Shape;424;p20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0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6" name="Google Shape;426;p20"/>
          <p:cNvGrpSpPr/>
          <p:nvPr/>
        </p:nvGrpSpPr>
        <p:grpSpPr>
          <a:xfrm>
            <a:off x="8582001" y="1934113"/>
            <a:ext cx="414290" cy="343262"/>
            <a:chOff x="8618938" y="1926261"/>
            <a:chExt cx="414290" cy="343262"/>
          </a:xfrm>
        </p:grpSpPr>
        <p:sp>
          <p:nvSpPr>
            <p:cNvPr id="427" name="Google Shape;427;p20"/>
            <p:cNvSpPr/>
            <p:nvPr/>
          </p:nvSpPr>
          <p:spPr>
            <a:xfrm>
              <a:off x="8618938" y="1950482"/>
              <a:ext cx="402195" cy="319041"/>
            </a:xfrm>
            <a:custGeom>
              <a:rect b="b" l="l" r="r" t="t"/>
              <a:pathLst>
                <a:path extrusionOk="0" h="10340" w="13035">
                  <a:moveTo>
                    <a:pt x="11277" y="0"/>
                  </a:moveTo>
                  <a:lnTo>
                    <a:pt x="5148" y="7164"/>
                  </a:lnTo>
                  <a:lnTo>
                    <a:pt x="1749" y="3167"/>
                  </a:lnTo>
                  <a:lnTo>
                    <a:pt x="1" y="4354"/>
                  </a:lnTo>
                  <a:lnTo>
                    <a:pt x="5166" y="10339"/>
                  </a:lnTo>
                  <a:lnTo>
                    <a:pt x="13034" y="1178"/>
                  </a:lnTo>
                  <a:lnTo>
                    <a:pt x="112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0"/>
            <p:cNvSpPr/>
            <p:nvPr/>
          </p:nvSpPr>
          <p:spPr>
            <a:xfrm>
              <a:off x="8631064" y="1926261"/>
              <a:ext cx="402164" cy="319041"/>
            </a:xfrm>
            <a:custGeom>
              <a:rect b="b" l="l" r="r" t="t"/>
              <a:pathLst>
                <a:path extrusionOk="0" fill="none" h="10340" w="13034">
                  <a:moveTo>
                    <a:pt x="13034" y="1178"/>
                  </a:moveTo>
                  <a:lnTo>
                    <a:pt x="11276" y="0"/>
                  </a:lnTo>
                  <a:lnTo>
                    <a:pt x="5148" y="7164"/>
                  </a:lnTo>
                  <a:lnTo>
                    <a:pt x="1749" y="3167"/>
                  </a:lnTo>
                  <a:lnTo>
                    <a:pt x="0" y="4353"/>
                  </a:lnTo>
                  <a:lnTo>
                    <a:pt x="5166" y="10339"/>
                  </a:lnTo>
                  <a:close/>
                </a:path>
              </a:pathLst>
            </a:custGeom>
            <a:noFill/>
            <a:ln cap="flat" cmpd="sng" w="580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9" name="Google Shape;429;p20"/>
          <p:cNvGrpSpPr/>
          <p:nvPr/>
        </p:nvGrpSpPr>
        <p:grpSpPr>
          <a:xfrm>
            <a:off x="194603" y="3511424"/>
            <a:ext cx="329531" cy="336381"/>
            <a:chOff x="472253" y="126924"/>
            <a:chExt cx="329531" cy="336381"/>
          </a:xfrm>
        </p:grpSpPr>
        <p:sp>
          <p:nvSpPr>
            <p:cNvPr id="430" name="Google Shape;430;p20"/>
            <p:cNvSpPr/>
            <p:nvPr/>
          </p:nvSpPr>
          <p:spPr>
            <a:xfrm>
              <a:off x="566114" y="148122"/>
              <a:ext cx="164642" cy="164920"/>
            </a:xfrm>
            <a:custGeom>
              <a:rect b="b" l="l" r="r" t="t"/>
              <a:pathLst>
                <a:path extrusionOk="0" h="5345" w="5336">
                  <a:moveTo>
                    <a:pt x="2668" y="0"/>
                  </a:moveTo>
                  <a:cubicBezTo>
                    <a:pt x="1196" y="0"/>
                    <a:pt x="1" y="1196"/>
                    <a:pt x="1" y="2677"/>
                  </a:cubicBezTo>
                  <a:cubicBezTo>
                    <a:pt x="1" y="4149"/>
                    <a:pt x="1196" y="5344"/>
                    <a:pt x="2668" y="5344"/>
                  </a:cubicBezTo>
                  <a:cubicBezTo>
                    <a:pt x="4140" y="5344"/>
                    <a:pt x="5336" y="4149"/>
                    <a:pt x="5336" y="2677"/>
                  </a:cubicBezTo>
                  <a:cubicBezTo>
                    <a:pt x="5336" y="1196"/>
                    <a:pt x="4140" y="0"/>
                    <a:pt x="26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0"/>
            <p:cNvSpPr/>
            <p:nvPr/>
          </p:nvSpPr>
          <p:spPr>
            <a:xfrm>
              <a:off x="495117" y="321249"/>
              <a:ext cx="306668" cy="142056"/>
            </a:xfrm>
            <a:custGeom>
              <a:rect b="b" l="l" r="r" t="t"/>
              <a:pathLst>
                <a:path extrusionOk="0" h="4604" w="9939">
                  <a:moveTo>
                    <a:pt x="4603" y="1"/>
                  </a:moveTo>
                  <a:cubicBezTo>
                    <a:pt x="2061" y="1"/>
                    <a:pt x="0" y="2061"/>
                    <a:pt x="0" y="4604"/>
                  </a:cubicBezTo>
                  <a:lnTo>
                    <a:pt x="9938" y="4604"/>
                  </a:lnTo>
                  <a:cubicBezTo>
                    <a:pt x="9938" y="2061"/>
                    <a:pt x="7877" y="1"/>
                    <a:pt x="53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0"/>
            <p:cNvSpPr/>
            <p:nvPr/>
          </p:nvSpPr>
          <p:spPr>
            <a:xfrm>
              <a:off x="543281" y="126924"/>
              <a:ext cx="164642" cy="164920"/>
            </a:xfrm>
            <a:custGeom>
              <a:rect b="b" l="l" r="r" t="t"/>
              <a:pathLst>
                <a:path extrusionOk="0" fill="none" h="5345" w="5336">
                  <a:moveTo>
                    <a:pt x="2668" y="5344"/>
                  </a:moveTo>
                  <a:cubicBezTo>
                    <a:pt x="4140" y="5344"/>
                    <a:pt x="5335" y="4149"/>
                    <a:pt x="5335" y="2668"/>
                  </a:cubicBezTo>
                  <a:cubicBezTo>
                    <a:pt x="5335" y="1196"/>
                    <a:pt x="4140" y="0"/>
                    <a:pt x="2668" y="0"/>
                  </a:cubicBezTo>
                  <a:cubicBezTo>
                    <a:pt x="1196" y="0"/>
                    <a:pt x="0" y="1196"/>
                    <a:pt x="0" y="2668"/>
                  </a:cubicBezTo>
                  <a:cubicBezTo>
                    <a:pt x="0" y="4149"/>
                    <a:pt x="1196" y="5344"/>
                    <a:pt x="2668" y="5344"/>
                  </a:cubicBezTo>
                  <a:close/>
                </a:path>
              </a:pathLst>
            </a:custGeom>
            <a:noFill/>
            <a:ln cap="flat" cmpd="sng" w="580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0"/>
            <p:cNvSpPr/>
            <p:nvPr/>
          </p:nvSpPr>
          <p:spPr>
            <a:xfrm>
              <a:off x="472253" y="299774"/>
              <a:ext cx="306668" cy="142334"/>
            </a:xfrm>
            <a:custGeom>
              <a:rect b="b" l="l" r="r" t="t"/>
              <a:pathLst>
                <a:path extrusionOk="0" fill="none" h="4613" w="9939">
                  <a:moveTo>
                    <a:pt x="5336" y="1"/>
                  </a:moveTo>
                  <a:lnTo>
                    <a:pt x="4604" y="1"/>
                  </a:lnTo>
                  <a:cubicBezTo>
                    <a:pt x="2062" y="1"/>
                    <a:pt x="1" y="2070"/>
                    <a:pt x="1" y="4613"/>
                  </a:cubicBezTo>
                  <a:lnTo>
                    <a:pt x="9939" y="4613"/>
                  </a:lnTo>
                  <a:cubicBezTo>
                    <a:pt x="9939" y="2070"/>
                    <a:pt x="7878" y="1"/>
                    <a:pt x="5336" y="1"/>
                  </a:cubicBezTo>
                  <a:close/>
                </a:path>
              </a:pathLst>
            </a:custGeom>
            <a:noFill/>
            <a:ln cap="flat" cmpd="sng" w="580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4" name="Google Shape;434;p20"/>
          <p:cNvSpPr/>
          <p:nvPr/>
        </p:nvSpPr>
        <p:spPr>
          <a:xfrm>
            <a:off x="8888379" y="2320310"/>
            <a:ext cx="107931" cy="107931"/>
          </a:xfrm>
          <a:custGeom>
            <a:rect b="b" l="l" r="r" t="t"/>
            <a:pathLst>
              <a:path extrusionOk="0" fill="none" h="3498" w="3498">
                <a:moveTo>
                  <a:pt x="3497" y="1749"/>
                </a:moveTo>
                <a:cubicBezTo>
                  <a:pt x="3497" y="2713"/>
                  <a:pt x="2712" y="3498"/>
                  <a:pt x="1749" y="3498"/>
                </a:cubicBezTo>
                <a:cubicBezTo>
                  <a:pt x="785" y="3498"/>
                  <a:pt x="0" y="2713"/>
                  <a:pt x="0" y="1749"/>
                </a:cubicBezTo>
                <a:cubicBezTo>
                  <a:pt x="0" y="786"/>
                  <a:pt x="785" y="1"/>
                  <a:pt x="1749" y="1"/>
                </a:cubicBezTo>
                <a:cubicBezTo>
                  <a:pt x="2712" y="1"/>
                  <a:pt x="3497" y="786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1"/>
          <p:cNvSpPr txBox="1"/>
          <p:nvPr>
            <p:ph type="title"/>
          </p:nvPr>
        </p:nvSpPr>
        <p:spPr>
          <a:xfrm>
            <a:off x="5094051" y="1448625"/>
            <a:ext cx="3017400" cy="11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7" name="Google Shape;437;p21"/>
          <p:cNvSpPr txBox="1"/>
          <p:nvPr>
            <p:ph idx="1" type="subTitle"/>
          </p:nvPr>
        </p:nvSpPr>
        <p:spPr>
          <a:xfrm>
            <a:off x="5094051" y="2571675"/>
            <a:ext cx="3017400" cy="11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21"/>
          <p:cNvSpPr/>
          <p:nvPr/>
        </p:nvSpPr>
        <p:spPr>
          <a:xfrm rot="-5400000">
            <a:off x="-130400" y="1113317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7" y="1"/>
                </a:moveTo>
                <a:lnTo>
                  <a:pt x="0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1"/>
          <p:cNvSpPr/>
          <p:nvPr/>
        </p:nvSpPr>
        <p:spPr>
          <a:xfrm rot="-5400000">
            <a:off x="-198096" y="797608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8" y="0"/>
                </a:moveTo>
                <a:lnTo>
                  <a:pt x="0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1"/>
          <p:cNvSpPr/>
          <p:nvPr/>
        </p:nvSpPr>
        <p:spPr>
          <a:xfrm rot="-5400000">
            <a:off x="381577" y="436204"/>
            <a:ext cx="101883" cy="31"/>
          </a:xfrm>
          <a:custGeom>
            <a:rect b="b" l="l" r="r" t="t"/>
            <a:pathLst>
              <a:path extrusionOk="0" fill="none" h="1" w="3302">
                <a:moveTo>
                  <a:pt x="1" y="1"/>
                </a:moveTo>
                <a:lnTo>
                  <a:pt x="3302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1"/>
          <p:cNvSpPr/>
          <p:nvPr/>
        </p:nvSpPr>
        <p:spPr>
          <a:xfrm flipH="1">
            <a:off x="760128" y="234710"/>
            <a:ext cx="107931" cy="107931"/>
          </a:xfrm>
          <a:custGeom>
            <a:rect b="b" l="l" r="r" t="t"/>
            <a:pathLst>
              <a:path extrusionOk="0" fill="none" h="3498" w="3498">
                <a:moveTo>
                  <a:pt x="3497" y="1749"/>
                </a:moveTo>
                <a:cubicBezTo>
                  <a:pt x="3497" y="2713"/>
                  <a:pt x="2712" y="3498"/>
                  <a:pt x="1749" y="3498"/>
                </a:cubicBezTo>
                <a:cubicBezTo>
                  <a:pt x="785" y="3498"/>
                  <a:pt x="0" y="2713"/>
                  <a:pt x="0" y="1749"/>
                </a:cubicBezTo>
                <a:cubicBezTo>
                  <a:pt x="0" y="786"/>
                  <a:pt x="785" y="1"/>
                  <a:pt x="1749" y="1"/>
                </a:cubicBezTo>
                <a:cubicBezTo>
                  <a:pt x="2712" y="1"/>
                  <a:pt x="3497" y="786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21"/>
          <p:cNvGrpSpPr/>
          <p:nvPr/>
        </p:nvGrpSpPr>
        <p:grpSpPr>
          <a:xfrm flipH="1" rot="-5400000">
            <a:off x="8426761" y="4344119"/>
            <a:ext cx="809573" cy="176491"/>
            <a:chOff x="1639404" y="3352607"/>
            <a:chExt cx="809573" cy="176491"/>
          </a:xfrm>
        </p:grpSpPr>
        <p:sp>
          <p:nvSpPr>
            <p:cNvPr id="443" name="Google Shape;443;p21"/>
            <p:cNvSpPr/>
            <p:nvPr/>
          </p:nvSpPr>
          <p:spPr>
            <a:xfrm>
              <a:off x="1700774" y="3384541"/>
              <a:ext cx="680198" cy="108764"/>
            </a:xfrm>
            <a:custGeom>
              <a:rect b="b" l="l" r="r" t="t"/>
              <a:pathLst>
                <a:path extrusionOk="0" fill="none" h="3525" w="22045">
                  <a:moveTo>
                    <a:pt x="1" y="1"/>
                  </a:moveTo>
                  <a:lnTo>
                    <a:pt x="8378" y="1"/>
                  </a:lnTo>
                  <a:lnTo>
                    <a:pt x="8378" y="3525"/>
                  </a:lnTo>
                  <a:lnTo>
                    <a:pt x="22045" y="3525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>
              <a:off x="1639404" y="3352607"/>
              <a:ext cx="61401" cy="61432"/>
            </a:xfrm>
            <a:custGeom>
              <a:rect b="b" l="l" r="r" t="t"/>
              <a:pathLst>
                <a:path extrusionOk="0" h="1991" w="1990">
                  <a:moveTo>
                    <a:pt x="991" y="1"/>
                  </a:moveTo>
                  <a:cubicBezTo>
                    <a:pt x="446" y="1"/>
                    <a:pt x="0" y="447"/>
                    <a:pt x="0" y="991"/>
                  </a:cubicBezTo>
                  <a:cubicBezTo>
                    <a:pt x="0" y="1544"/>
                    <a:pt x="446" y="1990"/>
                    <a:pt x="991" y="1990"/>
                  </a:cubicBezTo>
                  <a:cubicBezTo>
                    <a:pt x="1544" y="1990"/>
                    <a:pt x="1990" y="1544"/>
                    <a:pt x="1990" y="991"/>
                  </a:cubicBezTo>
                  <a:cubicBezTo>
                    <a:pt x="1990" y="447"/>
                    <a:pt x="1544" y="1"/>
                    <a:pt x="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2387545" y="3467665"/>
              <a:ext cx="61432" cy="61432"/>
            </a:xfrm>
            <a:custGeom>
              <a:rect b="b" l="l" r="r" t="t"/>
              <a:pathLst>
                <a:path extrusionOk="0" h="1991" w="1991">
                  <a:moveTo>
                    <a:pt x="1000" y="1"/>
                  </a:moveTo>
                  <a:cubicBezTo>
                    <a:pt x="447" y="1"/>
                    <a:pt x="1" y="447"/>
                    <a:pt x="1" y="1000"/>
                  </a:cubicBezTo>
                  <a:cubicBezTo>
                    <a:pt x="1" y="1544"/>
                    <a:pt x="447" y="1990"/>
                    <a:pt x="1000" y="1990"/>
                  </a:cubicBezTo>
                  <a:cubicBezTo>
                    <a:pt x="1544" y="1990"/>
                    <a:pt x="1990" y="1544"/>
                    <a:pt x="1990" y="1000"/>
                  </a:cubicBezTo>
                  <a:cubicBezTo>
                    <a:pt x="1990" y="447"/>
                    <a:pt x="1544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" name="Google Shape;446;p21"/>
          <p:cNvGrpSpPr/>
          <p:nvPr/>
        </p:nvGrpSpPr>
        <p:grpSpPr>
          <a:xfrm flipH="1">
            <a:off x="8477696" y="4708494"/>
            <a:ext cx="95805" cy="95805"/>
            <a:chOff x="3741963" y="3746119"/>
            <a:chExt cx="95805" cy="95805"/>
          </a:xfrm>
        </p:grpSpPr>
        <p:sp>
          <p:nvSpPr>
            <p:cNvPr id="447" name="Google Shape;447;p21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1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9" name="Google Shape;449;p21"/>
          <p:cNvGrpSpPr/>
          <p:nvPr/>
        </p:nvGrpSpPr>
        <p:grpSpPr>
          <a:xfrm>
            <a:off x="8582020" y="3504543"/>
            <a:ext cx="414290" cy="343262"/>
            <a:chOff x="8618938" y="1926261"/>
            <a:chExt cx="414290" cy="343262"/>
          </a:xfrm>
        </p:grpSpPr>
        <p:sp>
          <p:nvSpPr>
            <p:cNvPr id="450" name="Google Shape;450;p21"/>
            <p:cNvSpPr/>
            <p:nvPr/>
          </p:nvSpPr>
          <p:spPr>
            <a:xfrm>
              <a:off x="8618938" y="1950482"/>
              <a:ext cx="402195" cy="319041"/>
            </a:xfrm>
            <a:custGeom>
              <a:rect b="b" l="l" r="r" t="t"/>
              <a:pathLst>
                <a:path extrusionOk="0" h="10340" w="13035">
                  <a:moveTo>
                    <a:pt x="11277" y="0"/>
                  </a:moveTo>
                  <a:lnTo>
                    <a:pt x="5148" y="7164"/>
                  </a:lnTo>
                  <a:lnTo>
                    <a:pt x="1749" y="3167"/>
                  </a:lnTo>
                  <a:lnTo>
                    <a:pt x="1" y="4354"/>
                  </a:lnTo>
                  <a:lnTo>
                    <a:pt x="5166" y="10339"/>
                  </a:lnTo>
                  <a:lnTo>
                    <a:pt x="13034" y="1178"/>
                  </a:lnTo>
                  <a:lnTo>
                    <a:pt x="112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1"/>
            <p:cNvSpPr/>
            <p:nvPr/>
          </p:nvSpPr>
          <p:spPr>
            <a:xfrm>
              <a:off x="8631064" y="1926261"/>
              <a:ext cx="402164" cy="319041"/>
            </a:xfrm>
            <a:custGeom>
              <a:rect b="b" l="l" r="r" t="t"/>
              <a:pathLst>
                <a:path extrusionOk="0" fill="none" h="10340" w="13034">
                  <a:moveTo>
                    <a:pt x="13034" y="1178"/>
                  </a:moveTo>
                  <a:lnTo>
                    <a:pt x="11276" y="0"/>
                  </a:lnTo>
                  <a:lnTo>
                    <a:pt x="5148" y="7164"/>
                  </a:lnTo>
                  <a:lnTo>
                    <a:pt x="1749" y="3167"/>
                  </a:lnTo>
                  <a:lnTo>
                    <a:pt x="0" y="4353"/>
                  </a:lnTo>
                  <a:lnTo>
                    <a:pt x="5166" y="10339"/>
                  </a:lnTo>
                  <a:close/>
                </a:path>
              </a:pathLst>
            </a:custGeom>
            <a:noFill/>
            <a:ln cap="flat" cmpd="sng" w="580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2" name="Google Shape;452;p21"/>
          <p:cNvGrpSpPr/>
          <p:nvPr/>
        </p:nvGrpSpPr>
        <p:grpSpPr>
          <a:xfrm>
            <a:off x="347022" y="1857913"/>
            <a:ext cx="329531" cy="336381"/>
            <a:chOff x="472253" y="126924"/>
            <a:chExt cx="329531" cy="336381"/>
          </a:xfrm>
        </p:grpSpPr>
        <p:sp>
          <p:nvSpPr>
            <p:cNvPr id="453" name="Google Shape;453;p21"/>
            <p:cNvSpPr/>
            <p:nvPr/>
          </p:nvSpPr>
          <p:spPr>
            <a:xfrm>
              <a:off x="566114" y="148122"/>
              <a:ext cx="164642" cy="164920"/>
            </a:xfrm>
            <a:custGeom>
              <a:rect b="b" l="l" r="r" t="t"/>
              <a:pathLst>
                <a:path extrusionOk="0" h="5345" w="5336">
                  <a:moveTo>
                    <a:pt x="2668" y="0"/>
                  </a:moveTo>
                  <a:cubicBezTo>
                    <a:pt x="1196" y="0"/>
                    <a:pt x="1" y="1196"/>
                    <a:pt x="1" y="2677"/>
                  </a:cubicBezTo>
                  <a:cubicBezTo>
                    <a:pt x="1" y="4149"/>
                    <a:pt x="1196" y="5344"/>
                    <a:pt x="2668" y="5344"/>
                  </a:cubicBezTo>
                  <a:cubicBezTo>
                    <a:pt x="4140" y="5344"/>
                    <a:pt x="5336" y="4149"/>
                    <a:pt x="5336" y="2677"/>
                  </a:cubicBezTo>
                  <a:cubicBezTo>
                    <a:pt x="5336" y="1196"/>
                    <a:pt x="4140" y="0"/>
                    <a:pt x="26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1"/>
            <p:cNvSpPr/>
            <p:nvPr/>
          </p:nvSpPr>
          <p:spPr>
            <a:xfrm>
              <a:off x="495117" y="321249"/>
              <a:ext cx="306668" cy="142056"/>
            </a:xfrm>
            <a:custGeom>
              <a:rect b="b" l="l" r="r" t="t"/>
              <a:pathLst>
                <a:path extrusionOk="0" h="4604" w="9939">
                  <a:moveTo>
                    <a:pt x="4603" y="1"/>
                  </a:moveTo>
                  <a:cubicBezTo>
                    <a:pt x="2061" y="1"/>
                    <a:pt x="0" y="2061"/>
                    <a:pt x="0" y="4604"/>
                  </a:cubicBezTo>
                  <a:lnTo>
                    <a:pt x="9938" y="4604"/>
                  </a:lnTo>
                  <a:cubicBezTo>
                    <a:pt x="9938" y="2061"/>
                    <a:pt x="7877" y="1"/>
                    <a:pt x="5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1"/>
            <p:cNvSpPr/>
            <p:nvPr/>
          </p:nvSpPr>
          <p:spPr>
            <a:xfrm>
              <a:off x="543281" y="126924"/>
              <a:ext cx="164642" cy="164920"/>
            </a:xfrm>
            <a:custGeom>
              <a:rect b="b" l="l" r="r" t="t"/>
              <a:pathLst>
                <a:path extrusionOk="0" fill="none" h="5345" w="5336">
                  <a:moveTo>
                    <a:pt x="2668" y="5344"/>
                  </a:moveTo>
                  <a:cubicBezTo>
                    <a:pt x="4140" y="5344"/>
                    <a:pt x="5335" y="4149"/>
                    <a:pt x="5335" y="2668"/>
                  </a:cubicBezTo>
                  <a:cubicBezTo>
                    <a:pt x="5335" y="1196"/>
                    <a:pt x="4140" y="0"/>
                    <a:pt x="2668" y="0"/>
                  </a:cubicBezTo>
                  <a:cubicBezTo>
                    <a:pt x="1196" y="0"/>
                    <a:pt x="0" y="1196"/>
                    <a:pt x="0" y="2668"/>
                  </a:cubicBezTo>
                  <a:cubicBezTo>
                    <a:pt x="0" y="4149"/>
                    <a:pt x="1196" y="5344"/>
                    <a:pt x="2668" y="5344"/>
                  </a:cubicBezTo>
                  <a:close/>
                </a:path>
              </a:pathLst>
            </a:custGeom>
            <a:noFill/>
            <a:ln cap="flat" cmpd="sng" w="580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1"/>
            <p:cNvSpPr/>
            <p:nvPr/>
          </p:nvSpPr>
          <p:spPr>
            <a:xfrm>
              <a:off x="472253" y="299774"/>
              <a:ext cx="306668" cy="142334"/>
            </a:xfrm>
            <a:custGeom>
              <a:rect b="b" l="l" r="r" t="t"/>
              <a:pathLst>
                <a:path extrusionOk="0" fill="none" h="4613" w="9939">
                  <a:moveTo>
                    <a:pt x="5336" y="1"/>
                  </a:moveTo>
                  <a:lnTo>
                    <a:pt x="4604" y="1"/>
                  </a:lnTo>
                  <a:cubicBezTo>
                    <a:pt x="2062" y="1"/>
                    <a:pt x="1" y="2070"/>
                    <a:pt x="1" y="4613"/>
                  </a:cubicBezTo>
                  <a:lnTo>
                    <a:pt x="9939" y="4613"/>
                  </a:lnTo>
                  <a:cubicBezTo>
                    <a:pt x="9939" y="2070"/>
                    <a:pt x="7878" y="1"/>
                    <a:pt x="5336" y="1"/>
                  </a:cubicBezTo>
                  <a:close/>
                </a:path>
              </a:pathLst>
            </a:custGeom>
            <a:noFill/>
            <a:ln cap="flat" cmpd="sng" w="580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7" name="Google Shape;457;p21"/>
          <p:cNvSpPr/>
          <p:nvPr/>
        </p:nvSpPr>
        <p:spPr>
          <a:xfrm flipH="1">
            <a:off x="194603" y="2320310"/>
            <a:ext cx="107931" cy="107931"/>
          </a:xfrm>
          <a:custGeom>
            <a:rect b="b" l="l" r="r" t="t"/>
            <a:pathLst>
              <a:path extrusionOk="0" fill="none" h="3498" w="3498">
                <a:moveTo>
                  <a:pt x="3497" y="1749"/>
                </a:moveTo>
                <a:cubicBezTo>
                  <a:pt x="3497" y="2713"/>
                  <a:pt x="2712" y="3498"/>
                  <a:pt x="1749" y="3498"/>
                </a:cubicBezTo>
                <a:cubicBezTo>
                  <a:pt x="785" y="3498"/>
                  <a:pt x="0" y="2713"/>
                  <a:pt x="0" y="1749"/>
                </a:cubicBezTo>
                <a:cubicBezTo>
                  <a:pt x="0" y="786"/>
                  <a:pt x="785" y="1"/>
                  <a:pt x="1749" y="1"/>
                </a:cubicBezTo>
                <a:cubicBezTo>
                  <a:pt x="2712" y="1"/>
                  <a:pt x="3497" y="786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2"/>
          <p:cNvSpPr txBox="1"/>
          <p:nvPr>
            <p:ph type="title"/>
          </p:nvPr>
        </p:nvSpPr>
        <p:spPr>
          <a:xfrm>
            <a:off x="713225" y="1448700"/>
            <a:ext cx="3017400" cy="112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0" name="Google Shape;460;p22"/>
          <p:cNvSpPr txBox="1"/>
          <p:nvPr>
            <p:ph idx="1" type="subTitle"/>
          </p:nvPr>
        </p:nvSpPr>
        <p:spPr>
          <a:xfrm>
            <a:off x="713375" y="2571900"/>
            <a:ext cx="3017400" cy="11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22"/>
          <p:cNvSpPr/>
          <p:nvPr/>
        </p:nvSpPr>
        <p:spPr>
          <a:xfrm flipH="1">
            <a:off x="8697919" y="1639239"/>
            <a:ext cx="211727" cy="211696"/>
          </a:xfrm>
          <a:custGeom>
            <a:rect b="b" l="l" r="r" t="t"/>
            <a:pathLst>
              <a:path extrusionOk="0" h="6861" w="6862">
                <a:moveTo>
                  <a:pt x="3433" y="2434"/>
                </a:moveTo>
                <a:cubicBezTo>
                  <a:pt x="3842" y="2434"/>
                  <a:pt x="4224" y="2687"/>
                  <a:pt x="4372" y="3096"/>
                </a:cubicBezTo>
                <a:cubicBezTo>
                  <a:pt x="4559" y="3614"/>
                  <a:pt x="4283" y="4185"/>
                  <a:pt x="3766" y="4372"/>
                </a:cubicBezTo>
                <a:cubicBezTo>
                  <a:pt x="3657" y="4409"/>
                  <a:pt x="3546" y="4427"/>
                  <a:pt x="3437" y="4427"/>
                </a:cubicBezTo>
                <a:cubicBezTo>
                  <a:pt x="3026" y="4427"/>
                  <a:pt x="2640" y="4174"/>
                  <a:pt x="2499" y="3765"/>
                </a:cubicBezTo>
                <a:cubicBezTo>
                  <a:pt x="2311" y="3248"/>
                  <a:pt x="2579" y="2677"/>
                  <a:pt x="3105" y="2490"/>
                </a:cubicBezTo>
                <a:cubicBezTo>
                  <a:pt x="3214" y="2452"/>
                  <a:pt x="3324" y="2434"/>
                  <a:pt x="3433" y="2434"/>
                </a:cubicBezTo>
                <a:close/>
                <a:moveTo>
                  <a:pt x="2624" y="1"/>
                </a:moveTo>
                <a:lnTo>
                  <a:pt x="2008" y="224"/>
                </a:lnTo>
                <a:lnTo>
                  <a:pt x="2186" y="1482"/>
                </a:lnTo>
                <a:cubicBezTo>
                  <a:pt x="1999" y="1598"/>
                  <a:pt x="1839" y="1731"/>
                  <a:pt x="1705" y="1892"/>
                </a:cubicBezTo>
                <a:lnTo>
                  <a:pt x="438" y="1571"/>
                </a:lnTo>
                <a:lnTo>
                  <a:pt x="152" y="2168"/>
                </a:lnTo>
                <a:lnTo>
                  <a:pt x="1169" y="2936"/>
                </a:lnTo>
                <a:cubicBezTo>
                  <a:pt x="1125" y="3141"/>
                  <a:pt x="1107" y="3355"/>
                  <a:pt x="1125" y="3569"/>
                </a:cubicBezTo>
                <a:lnTo>
                  <a:pt x="1" y="4238"/>
                </a:lnTo>
                <a:lnTo>
                  <a:pt x="224" y="4854"/>
                </a:lnTo>
                <a:lnTo>
                  <a:pt x="1482" y="4675"/>
                </a:lnTo>
                <a:cubicBezTo>
                  <a:pt x="1598" y="4863"/>
                  <a:pt x="1740" y="5023"/>
                  <a:pt x="1892" y="5166"/>
                </a:cubicBezTo>
                <a:lnTo>
                  <a:pt x="1580" y="6424"/>
                </a:lnTo>
                <a:lnTo>
                  <a:pt x="2178" y="6709"/>
                </a:lnTo>
                <a:lnTo>
                  <a:pt x="2936" y="5692"/>
                </a:lnTo>
                <a:cubicBezTo>
                  <a:pt x="3107" y="5729"/>
                  <a:pt x="3284" y="5748"/>
                  <a:pt x="3462" y="5748"/>
                </a:cubicBezTo>
                <a:cubicBezTo>
                  <a:pt x="3498" y="5748"/>
                  <a:pt x="3534" y="5747"/>
                  <a:pt x="3569" y="5746"/>
                </a:cubicBezTo>
                <a:lnTo>
                  <a:pt x="4238" y="6861"/>
                </a:lnTo>
                <a:lnTo>
                  <a:pt x="4863" y="6638"/>
                </a:lnTo>
                <a:lnTo>
                  <a:pt x="4684" y="5380"/>
                </a:lnTo>
                <a:cubicBezTo>
                  <a:pt x="4863" y="5264"/>
                  <a:pt x="5023" y="5130"/>
                  <a:pt x="5166" y="4970"/>
                </a:cubicBezTo>
                <a:lnTo>
                  <a:pt x="6424" y="5282"/>
                </a:lnTo>
                <a:lnTo>
                  <a:pt x="6709" y="4684"/>
                </a:lnTo>
                <a:lnTo>
                  <a:pt x="5692" y="3926"/>
                </a:lnTo>
                <a:cubicBezTo>
                  <a:pt x="5737" y="3721"/>
                  <a:pt x="5755" y="3507"/>
                  <a:pt x="5746" y="3293"/>
                </a:cubicBezTo>
                <a:lnTo>
                  <a:pt x="6861" y="2623"/>
                </a:lnTo>
                <a:lnTo>
                  <a:pt x="6638" y="1999"/>
                </a:lnTo>
                <a:lnTo>
                  <a:pt x="5380" y="2177"/>
                </a:lnTo>
                <a:cubicBezTo>
                  <a:pt x="5264" y="1999"/>
                  <a:pt x="5130" y="1838"/>
                  <a:pt x="4970" y="1696"/>
                </a:cubicBezTo>
                <a:lnTo>
                  <a:pt x="5291" y="438"/>
                </a:lnTo>
                <a:lnTo>
                  <a:pt x="4693" y="152"/>
                </a:lnTo>
                <a:lnTo>
                  <a:pt x="3926" y="1169"/>
                </a:lnTo>
                <a:cubicBezTo>
                  <a:pt x="3755" y="1132"/>
                  <a:pt x="3584" y="1114"/>
                  <a:pt x="3408" y="1114"/>
                </a:cubicBezTo>
                <a:cubicBezTo>
                  <a:pt x="3373" y="1114"/>
                  <a:pt x="3337" y="1114"/>
                  <a:pt x="3302" y="1116"/>
                </a:cubicBezTo>
                <a:lnTo>
                  <a:pt x="262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2"/>
          <p:cNvSpPr/>
          <p:nvPr/>
        </p:nvSpPr>
        <p:spPr>
          <a:xfrm flipH="1">
            <a:off x="8689403" y="1622454"/>
            <a:ext cx="211696" cy="211418"/>
          </a:xfrm>
          <a:custGeom>
            <a:rect b="b" l="l" r="r" t="t"/>
            <a:pathLst>
              <a:path extrusionOk="0" fill="none" h="6852" w="6861">
                <a:moveTo>
                  <a:pt x="2489" y="3765"/>
                </a:moveTo>
                <a:cubicBezTo>
                  <a:pt x="2311" y="3239"/>
                  <a:pt x="2579" y="2677"/>
                  <a:pt x="3096" y="2489"/>
                </a:cubicBezTo>
                <a:cubicBezTo>
                  <a:pt x="3613" y="2302"/>
                  <a:pt x="4184" y="2579"/>
                  <a:pt x="4372" y="3096"/>
                </a:cubicBezTo>
                <a:cubicBezTo>
                  <a:pt x="4550" y="3613"/>
                  <a:pt x="4282" y="4184"/>
                  <a:pt x="3765" y="4363"/>
                </a:cubicBezTo>
                <a:cubicBezTo>
                  <a:pt x="3248" y="4550"/>
                  <a:pt x="2677" y="4283"/>
                  <a:pt x="2489" y="3765"/>
                </a:cubicBezTo>
                <a:close/>
                <a:moveTo>
                  <a:pt x="223" y="4853"/>
                </a:moveTo>
                <a:lnTo>
                  <a:pt x="1481" y="4675"/>
                </a:lnTo>
                <a:cubicBezTo>
                  <a:pt x="1597" y="4862"/>
                  <a:pt x="1731" y="5023"/>
                  <a:pt x="1892" y="5157"/>
                </a:cubicBezTo>
                <a:lnTo>
                  <a:pt x="1579" y="6424"/>
                </a:lnTo>
                <a:lnTo>
                  <a:pt x="2168" y="6709"/>
                </a:lnTo>
                <a:lnTo>
                  <a:pt x="2935" y="5692"/>
                </a:lnTo>
                <a:cubicBezTo>
                  <a:pt x="3141" y="5737"/>
                  <a:pt x="3355" y="5755"/>
                  <a:pt x="3569" y="5737"/>
                </a:cubicBezTo>
                <a:lnTo>
                  <a:pt x="4238" y="6852"/>
                </a:lnTo>
                <a:lnTo>
                  <a:pt x="4853" y="6638"/>
                </a:lnTo>
                <a:lnTo>
                  <a:pt x="4675" y="5380"/>
                </a:lnTo>
                <a:cubicBezTo>
                  <a:pt x="4862" y="5264"/>
                  <a:pt x="5023" y="5121"/>
                  <a:pt x="5166" y="4969"/>
                </a:cubicBezTo>
                <a:lnTo>
                  <a:pt x="6424" y="5282"/>
                </a:lnTo>
                <a:lnTo>
                  <a:pt x="6709" y="4684"/>
                </a:lnTo>
                <a:lnTo>
                  <a:pt x="5692" y="3926"/>
                </a:lnTo>
                <a:cubicBezTo>
                  <a:pt x="5737" y="3721"/>
                  <a:pt x="5754" y="3506"/>
                  <a:pt x="5746" y="3292"/>
                </a:cubicBezTo>
                <a:lnTo>
                  <a:pt x="6861" y="2623"/>
                </a:lnTo>
                <a:lnTo>
                  <a:pt x="6638" y="1999"/>
                </a:lnTo>
                <a:lnTo>
                  <a:pt x="5380" y="2177"/>
                </a:lnTo>
                <a:cubicBezTo>
                  <a:pt x="5264" y="1999"/>
                  <a:pt x="5130" y="1838"/>
                  <a:pt x="4969" y="1695"/>
                </a:cubicBezTo>
                <a:lnTo>
                  <a:pt x="5282" y="438"/>
                </a:lnTo>
                <a:lnTo>
                  <a:pt x="4684" y="152"/>
                </a:lnTo>
                <a:lnTo>
                  <a:pt x="3926" y="1169"/>
                </a:lnTo>
                <a:cubicBezTo>
                  <a:pt x="3720" y="1116"/>
                  <a:pt x="3506" y="1098"/>
                  <a:pt x="3292" y="1116"/>
                </a:cubicBezTo>
                <a:lnTo>
                  <a:pt x="2623" y="0"/>
                </a:lnTo>
                <a:lnTo>
                  <a:pt x="1999" y="223"/>
                </a:lnTo>
                <a:lnTo>
                  <a:pt x="2177" y="1472"/>
                </a:lnTo>
                <a:cubicBezTo>
                  <a:pt x="1999" y="1588"/>
                  <a:pt x="1838" y="1731"/>
                  <a:pt x="1695" y="1892"/>
                </a:cubicBezTo>
                <a:lnTo>
                  <a:pt x="438" y="1571"/>
                </a:lnTo>
                <a:lnTo>
                  <a:pt x="152" y="2168"/>
                </a:lnTo>
                <a:lnTo>
                  <a:pt x="1169" y="2935"/>
                </a:lnTo>
                <a:cubicBezTo>
                  <a:pt x="1124" y="3141"/>
                  <a:pt x="1107" y="3346"/>
                  <a:pt x="1116" y="3560"/>
                </a:cubicBezTo>
                <a:lnTo>
                  <a:pt x="0" y="4229"/>
                </a:lnTo>
                <a:close/>
              </a:path>
            </a:pathLst>
          </a:custGeom>
          <a:noFill/>
          <a:ln cap="rnd" cmpd="sng" w="10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3" name="Google Shape;463;p22"/>
          <p:cNvGrpSpPr/>
          <p:nvPr/>
        </p:nvGrpSpPr>
        <p:grpSpPr>
          <a:xfrm flipH="1">
            <a:off x="160157" y="3552021"/>
            <a:ext cx="402677" cy="340272"/>
            <a:chOff x="5915814" y="759984"/>
            <a:chExt cx="589917" cy="498493"/>
          </a:xfrm>
        </p:grpSpPr>
        <p:sp>
          <p:nvSpPr>
            <p:cNvPr id="464" name="Google Shape;464;p22"/>
            <p:cNvSpPr/>
            <p:nvPr/>
          </p:nvSpPr>
          <p:spPr>
            <a:xfrm>
              <a:off x="5945003" y="759984"/>
              <a:ext cx="560728" cy="469335"/>
            </a:xfrm>
            <a:custGeom>
              <a:rect b="b" l="l" r="r" t="t"/>
              <a:pathLst>
                <a:path extrusionOk="0" h="15211" w="18173">
                  <a:moveTo>
                    <a:pt x="9082" y="0"/>
                  </a:moveTo>
                  <a:cubicBezTo>
                    <a:pt x="4068" y="0"/>
                    <a:pt x="0" y="2810"/>
                    <a:pt x="0" y="6280"/>
                  </a:cubicBezTo>
                  <a:cubicBezTo>
                    <a:pt x="0" y="9644"/>
                    <a:pt x="3818" y="12391"/>
                    <a:pt x="8618" y="12561"/>
                  </a:cubicBezTo>
                  <a:lnTo>
                    <a:pt x="6584" y="15210"/>
                  </a:lnTo>
                  <a:lnTo>
                    <a:pt x="11080" y="12409"/>
                  </a:lnTo>
                  <a:cubicBezTo>
                    <a:pt x="12088" y="12257"/>
                    <a:pt x="13043" y="11981"/>
                    <a:pt x="13890" y="11615"/>
                  </a:cubicBezTo>
                  <a:cubicBezTo>
                    <a:pt x="16460" y="10509"/>
                    <a:pt x="18172" y="8529"/>
                    <a:pt x="18172" y="6280"/>
                  </a:cubicBezTo>
                  <a:cubicBezTo>
                    <a:pt x="18172" y="2810"/>
                    <a:pt x="14104" y="0"/>
                    <a:pt x="90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2"/>
            <p:cNvSpPr/>
            <p:nvPr/>
          </p:nvSpPr>
          <p:spPr>
            <a:xfrm>
              <a:off x="5915814" y="789142"/>
              <a:ext cx="560728" cy="469335"/>
            </a:xfrm>
            <a:custGeom>
              <a:rect b="b" l="l" r="r" t="t"/>
              <a:pathLst>
                <a:path extrusionOk="0" fill="none" h="15211" w="18173">
                  <a:moveTo>
                    <a:pt x="9082" y="1"/>
                  </a:moveTo>
                  <a:cubicBezTo>
                    <a:pt x="4069" y="1"/>
                    <a:pt x="1" y="2811"/>
                    <a:pt x="1" y="6281"/>
                  </a:cubicBezTo>
                  <a:cubicBezTo>
                    <a:pt x="1" y="9644"/>
                    <a:pt x="3819" y="12383"/>
                    <a:pt x="8618" y="12553"/>
                  </a:cubicBezTo>
                  <a:lnTo>
                    <a:pt x="6584" y="15211"/>
                  </a:lnTo>
                  <a:lnTo>
                    <a:pt x="11081" y="12410"/>
                  </a:lnTo>
                  <a:cubicBezTo>
                    <a:pt x="12089" y="12249"/>
                    <a:pt x="13043" y="11982"/>
                    <a:pt x="13891" y="11616"/>
                  </a:cubicBezTo>
                  <a:cubicBezTo>
                    <a:pt x="16460" y="10501"/>
                    <a:pt x="18173" y="8529"/>
                    <a:pt x="18173" y="6281"/>
                  </a:cubicBezTo>
                  <a:cubicBezTo>
                    <a:pt x="18173" y="2811"/>
                    <a:pt x="14105" y="1"/>
                    <a:pt x="9082" y="1"/>
                  </a:cubicBezTo>
                  <a:close/>
                </a:path>
              </a:pathLst>
            </a:custGeom>
            <a:noFill/>
            <a:ln cap="rnd" cmpd="sng" w="176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2"/>
            <p:cNvSpPr/>
            <p:nvPr/>
          </p:nvSpPr>
          <p:spPr>
            <a:xfrm>
              <a:off x="6068300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95" y="0"/>
                    <a:pt x="1" y="286"/>
                    <a:pt x="1" y="643"/>
                  </a:cubicBezTo>
                  <a:cubicBezTo>
                    <a:pt x="1" y="991"/>
                    <a:pt x="295" y="1285"/>
                    <a:pt x="643" y="1285"/>
                  </a:cubicBezTo>
                  <a:cubicBezTo>
                    <a:pt x="1000" y="1285"/>
                    <a:pt x="1286" y="991"/>
                    <a:pt x="1286" y="643"/>
                  </a:cubicBezTo>
                  <a:cubicBezTo>
                    <a:pt x="1286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2"/>
            <p:cNvSpPr/>
            <p:nvPr/>
          </p:nvSpPr>
          <p:spPr>
            <a:xfrm>
              <a:off x="6183636" y="967793"/>
              <a:ext cx="39402" cy="39680"/>
            </a:xfrm>
            <a:custGeom>
              <a:rect b="b" l="l" r="r" t="t"/>
              <a:pathLst>
                <a:path extrusionOk="0" h="1286" w="1277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991" y="1285"/>
                    <a:pt x="1277" y="991"/>
                    <a:pt x="1277" y="643"/>
                  </a:cubicBezTo>
                  <a:cubicBezTo>
                    <a:pt x="1277" y="286"/>
                    <a:pt x="991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2"/>
            <p:cNvSpPr/>
            <p:nvPr/>
          </p:nvSpPr>
          <p:spPr>
            <a:xfrm>
              <a:off x="6298694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1000" y="1285"/>
                    <a:pt x="1285" y="991"/>
                    <a:pt x="1285" y="643"/>
                  </a:cubicBezTo>
                  <a:cubicBezTo>
                    <a:pt x="1285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9" name="Google Shape;469;p22"/>
          <p:cNvGrpSpPr/>
          <p:nvPr/>
        </p:nvGrpSpPr>
        <p:grpSpPr>
          <a:xfrm flipH="1" rot="-5400000">
            <a:off x="8401669" y="526820"/>
            <a:ext cx="668906" cy="145913"/>
            <a:chOff x="2804304" y="4395845"/>
            <a:chExt cx="668906" cy="145913"/>
          </a:xfrm>
        </p:grpSpPr>
        <p:sp>
          <p:nvSpPr>
            <p:cNvPr id="470" name="Google Shape;470;p22"/>
            <p:cNvSpPr/>
            <p:nvPr/>
          </p:nvSpPr>
          <p:spPr>
            <a:xfrm>
              <a:off x="2854937" y="4422257"/>
              <a:ext cx="562116" cy="89788"/>
            </a:xfrm>
            <a:custGeom>
              <a:rect b="b" l="l" r="r" t="t"/>
              <a:pathLst>
                <a:path extrusionOk="0" fill="none" h="2910" w="18218">
                  <a:moveTo>
                    <a:pt x="1" y="1"/>
                  </a:moveTo>
                  <a:lnTo>
                    <a:pt x="6923" y="1"/>
                  </a:lnTo>
                  <a:lnTo>
                    <a:pt x="6923" y="2909"/>
                  </a:lnTo>
                  <a:lnTo>
                    <a:pt x="18217" y="290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2"/>
            <p:cNvSpPr/>
            <p:nvPr/>
          </p:nvSpPr>
          <p:spPr>
            <a:xfrm>
              <a:off x="2804304" y="4395845"/>
              <a:ext cx="50664" cy="50664"/>
            </a:xfrm>
            <a:custGeom>
              <a:rect b="b" l="l" r="r" t="t"/>
              <a:pathLst>
                <a:path extrusionOk="0" fill="none" h="1642" w="1642">
                  <a:moveTo>
                    <a:pt x="1642" y="821"/>
                  </a:moveTo>
                  <a:cubicBezTo>
                    <a:pt x="1642" y="1276"/>
                    <a:pt x="1276" y="1642"/>
                    <a:pt x="821" y="1642"/>
                  </a:cubicBezTo>
                  <a:cubicBezTo>
                    <a:pt x="366" y="1642"/>
                    <a:pt x="0" y="1276"/>
                    <a:pt x="0" y="821"/>
                  </a:cubicBezTo>
                  <a:cubicBezTo>
                    <a:pt x="0" y="366"/>
                    <a:pt x="366" y="0"/>
                    <a:pt x="821" y="0"/>
                  </a:cubicBezTo>
                  <a:cubicBezTo>
                    <a:pt x="1276" y="0"/>
                    <a:pt x="1642" y="366"/>
                    <a:pt x="1642" y="821"/>
                  </a:cubicBezTo>
                  <a:close/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2"/>
            <p:cNvSpPr/>
            <p:nvPr/>
          </p:nvSpPr>
          <p:spPr>
            <a:xfrm>
              <a:off x="3422237" y="4490817"/>
              <a:ext cx="50972" cy="50942"/>
            </a:xfrm>
            <a:custGeom>
              <a:rect b="b" l="l" r="r" t="t"/>
              <a:pathLst>
                <a:path extrusionOk="0" h="1651" w="1652">
                  <a:moveTo>
                    <a:pt x="831" y="0"/>
                  </a:moveTo>
                  <a:cubicBezTo>
                    <a:pt x="376" y="0"/>
                    <a:pt x="1" y="375"/>
                    <a:pt x="1" y="821"/>
                  </a:cubicBezTo>
                  <a:cubicBezTo>
                    <a:pt x="1" y="1276"/>
                    <a:pt x="376" y="1651"/>
                    <a:pt x="831" y="1651"/>
                  </a:cubicBezTo>
                  <a:cubicBezTo>
                    <a:pt x="1277" y="1651"/>
                    <a:pt x="1651" y="1276"/>
                    <a:pt x="1651" y="821"/>
                  </a:cubicBezTo>
                  <a:cubicBezTo>
                    <a:pt x="1651" y="375"/>
                    <a:pt x="1277" y="0"/>
                    <a:pt x="8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3" name="Google Shape;473;p22"/>
          <p:cNvGrpSpPr/>
          <p:nvPr/>
        </p:nvGrpSpPr>
        <p:grpSpPr>
          <a:xfrm>
            <a:off x="329445" y="4289745"/>
            <a:ext cx="7325" cy="270117"/>
            <a:chOff x="2544720" y="2736864"/>
            <a:chExt cx="31" cy="174269"/>
          </a:xfrm>
        </p:grpSpPr>
        <p:sp>
          <p:nvSpPr>
            <p:cNvPr id="474" name="Google Shape;474;p22"/>
            <p:cNvSpPr/>
            <p:nvPr/>
          </p:nvSpPr>
          <p:spPr>
            <a:xfrm>
              <a:off x="2544720" y="2736864"/>
              <a:ext cx="31" cy="3055"/>
            </a:xfrm>
            <a:custGeom>
              <a:rect b="b" l="l" r="r" t="t"/>
              <a:pathLst>
                <a:path extrusionOk="0" fill="none" h="99" w="1">
                  <a:moveTo>
                    <a:pt x="1" y="1"/>
                  </a:moveTo>
                  <a:lnTo>
                    <a:pt x="1" y="9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2"/>
            <p:cNvSpPr/>
            <p:nvPr/>
          </p:nvSpPr>
          <p:spPr>
            <a:xfrm>
              <a:off x="2544720" y="2778148"/>
              <a:ext cx="31" cy="110955"/>
            </a:xfrm>
            <a:custGeom>
              <a:rect b="b" l="l" r="r" t="t"/>
              <a:pathLst>
                <a:path extrusionOk="0" fill="none" h="3596" w="1">
                  <a:moveTo>
                    <a:pt x="1" y="1"/>
                  </a:moveTo>
                  <a:lnTo>
                    <a:pt x="1" y="3596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2"/>
            <p:cNvSpPr/>
            <p:nvPr/>
          </p:nvSpPr>
          <p:spPr>
            <a:xfrm>
              <a:off x="2544720" y="2908356"/>
              <a:ext cx="31" cy="2777"/>
            </a:xfrm>
            <a:custGeom>
              <a:rect b="b" l="l" r="r" t="t"/>
              <a:pathLst>
                <a:path extrusionOk="0" fill="none" h="90" w="1">
                  <a:moveTo>
                    <a:pt x="1" y="0"/>
                  </a:moveTo>
                  <a:lnTo>
                    <a:pt x="1" y="9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7" name="Google Shape;477;p22"/>
          <p:cNvGrpSpPr/>
          <p:nvPr/>
        </p:nvGrpSpPr>
        <p:grpSpPr>
          <a:xfrm flipH="1">
            <a:off x="286335" y="4660594"/>
            <a:ext cx="95805" cy="95805"/>
            <a:chOff x="3741963" y="3746119"/>
            <a:chExt cx="95805" cy="95805"/>
          </a:xfrm>
        </p:grpSpPr>
        <p:sp>
          <p:nvSpPr>
            <p:cNvPr id="478" name="Google Shape;478;p22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2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2" name="Google Shape;482;p23"/>
          <p:cNvSpPr txBox="1"/>
          <p:nvPr>
            <p:ph idx="1" type="body"/>
          </p:nvPr>
        </p:nvSpPr>
        <p:spPr>
          <a:xfrm>
            <a:off x="720000" y="1215750"/>
            <a:ext cx="7704000" cy="12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483" name="Google Shape;483;p23"/>
          <p:cNvSpPr/>
          <p:nvPr/>
        </p:nvSpPr>
        <p:spPr>
          <a:xfrm>
            <a:off x="236357" y="1639239"/>
            <a:ext cx="211727" cy="211696"/>
          </a:xfrm>
          <a:custGeom>
            <a:rect b="b" l="l" r="r" t="t"/>
            <a:pathLst>
              <a:path extrusionOk="0" h="6861" w="6862">
                <a:moveTo>
                  <a:pt x="3433" y="2434"/>
                </a:moveTo>
                <a:cubicBezTo>
                  <a:pt x="3842" y="2434"/>
                  <a:pt x="4224" y="2687"/>
                  <a:pt x="4372" y="3096"/>
                </a:cubicBezTo>
                <a:cubicBezTo>
                  <a:pt x="4559" y="3614"/>
                  <a:pt x="4283" y="4185"/>
                  <a:pt x="3766" y="4372"/>
                </a:cubicBezTo>
                <a:cubicBezTo>
                  <a:pt x="3657" y="4409"/>
                  <a:pt x="3546" y="4427"/>
                  <a:pt x="3437" y="4427"/>
                </a:cubicBezTo>
                <a:cubicBezTo>
                  <a:pt x="3026" y="4427"/>
                  <a:pt x="2640" y="4174"/>
                  <a:pt x="2499" y="3765"/>
                </a:cubicBezTo>
                <a:cubicBezTo>
                  <a:pt x="2311" y="3248"/>
                  <a:pt x="2579" y="2677"/>
                  <a:pt x="3105" y="2490"/>
                </a:cubicBezTo>
                <a:cubicBezTo>
                  <a:pt x="3214" y="2452"/>
                  <a:pt x="3324" y="2434"/>
                  <a:pt x="3433" y="2434"/>
                </a:cubicBezTo>
                <a:close/>
                <a:moveTo>
                  <a:pt x="2624" y="1"/>
                </a:moveTo>
                <a:lnTo>
                  <a:pt x="2008" y="224"/>
                </a:lnTo>
                <a:lnTo>
                  <a:pt x="2186" y="1482"/>
                </a:lnTo>
                <a:cubicBezTo>
                  <a:pt x="1999" y="1598"/>
                  <a:pt x="1839" y="1731"/>
                  <a:pt x="1705" y="1892"/>
                </a:cubicBezTo>
                <a:lnTo>
                  <a:pt x="438" y="1571"/>
                </a:lnTo>
                <a:lnTo>
                  <a:pt x="152" y="2168"/>
                </a:lnTo>
                <a:lnTo>
                  <a:pt x="1169" y="2936"/>
                </a:lnTo>
                <a:cubicBezTo>
                  <a:pt x="1125" y="3141"/>
                  <a:pt x="1107" y="3355"/>
                  <a:pt x="1125" y="3569"/>
                </a:cubicBezTo>
                <a:lnTo>
                  <a:pt x="1" y="4238"/>
                </a:lnTo>
                <a:lnTo>
                  <a:pt x="224" y="4854"/>
                </a:lnTo>
                <a:lnTo>
                  <a:pt x="1482" y="4675"/>
                </a:lnTo>
                <a:cubicBezTo>
                  <a:pt x="1598" y="4863"/>
                  <a:pt x="1740" y="5023"/>
                  <a:pt x="1892" y="5166"/>
                </a:cubicBezTo>
                <a:lnTo>
                  <a:pt x="1580" y="6424"/>
                </a:lnTo>
                <a:lnTo>
                  <a:pt x="2178" y="6709"/>
                </a:lnTo>
                <a:lnTo>
                  <a:pt x="2936" y="5692"/>
                </a:lnTo>
                <a:cubicBezTo>
                  <a:pt x="3107" y="5729"/>
                  <a:pt x="3284" y="5748"/>
                  <a:pt x="3462" y="5748"/>
                </a:cubicBezTo>
                <a:cubicBezTo>
                  <a:pt x="3498" y="5748"/>
                  <a:pt x="3534" y="5747"/>
                  <a:pt x="3569" y="5746"/>
                </a:cubicBezTo>
                <a:lnTo>
                  <a:pt x="4238" y="6861"/>
                </a:lnTo>
                <a:lnTo>
                  <a:pt x="4863" y="6638"/>
                </a:lnTo>
                <a:lnTo>
                  <a:pt x="4684" y="5380"/>
                </a:lnTo>
                <a:cubicBezTo>
                  <a:pt x="4863" y="5264"/>
                  <a:pt x="5023" y="5130"/>
                  <a:pt x="5166" y="4970"/>
                </a:cubicBezTo>
                <a:lnTo>
                  <a:pt x="6424" y="5282"/>
                </a:lnTo>
                <a:lnTo>
                  <a:pt x="6709" y="4684"/>
                </a:lnTo>
                <a:lnTo>
                  <a:pt x="5692" y="3926"/>
                </a:lnTo>
                <a:cubicBezTo>
                  <a:pt x="5737" y="3721"/>
                  <a:pt x="5755" y="3507"/>
                  <a:pt x="5746" y="3293"/>
                </a:cubicBezTo>
                <a:lnTo>
                  <a:pt x="6861" y="2623"/>
                </a:lnTo>
                <a:lnTo>
                  <a:pt x="6638" y="1999"/>
                </a:lnTo>
                <a:lnTo>
                  <a:pt x="5380" y="2177"/>
                </a:lnTo>
                <a:cubicBezTo>
                  <a:pt x="5264" y="1999"/>
                  <a:pt x="5130" y="1838"/>
                  <a:pt x="4970" y="1696"/>
                </a:cubicBezTo>
                <a:lnTo>
                  <a:pt x="5291" y="438"/>
                </a:lnTo>
                <a:lnTo>
                  <a:pt x="4693" y="152"/>
                </a:lnTo>
                <a:lnTo>
                  <a:pt x="3926" y="1169"/>
                </a:lnTo>
                <a:cubicBezTo>
                  <a:pt x="3755" y="1132"/>
                  <a:pt x="3584" y="1114"/>
                  <a:pt x="3408" y="1114"/>
                </a:cubicBezTo>
                <a:cubicBezTo>
                  <a:pt x="3373" y="1114"/>
                  <a:pt x="3337" y="1114"/>
                  <a:pt x="3302" y="1116"/>
                </a:cubicBezTo>
                <a:lnTo>
                  <a:pt x="262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3"/>
          <p:cNvSpPr/>
          <p:nvPr/>
        </p:nvSpPr>
        <p:spPr>
          <a:xfrm>
            <a:off x="244904" y="1622454"/>
            <a:ext cx="211696" cy="211418"/>
          </a:xfrm>
          <a:custGeom>
            <a:rect b="b" l="l" r="r" t="t"/>
            <a:pathLst>
              <a:path extrusionOk="0" fill="none" h="6852" w="6861">
                <a:moveTo>
                  <a:pt x="2489" y="3765"/>
                </a:moveTo>
                <a:cubicBezTo>
                  <a:pt x="2311" y="3239"/>
                  <a:pt x="2579" y="2677"/>
                  <a:pt x="3096" y="2489"/>
                </a:cubicBezTo>
                <a:cubicBezTo>
                  <a:pt x="3613" y="2302"/>
                  <a:pt x="4184" y="2579"/>
                  <a:pt x="4372" y="3096"/>
                </a:cubicBezTo>
                <a:cubicBezTo>
                  <a:pt x="4550" y="3613"/>
                  <a:pt x="4282" y="4184"/>
                  <a:pt x="3765" y="4363"/>
                </a:cubicBezTo>
                <a:cubicBezTo>
                  <a:pt x="3248" y="4550"/>
                  <a:pt x="2677" y="4283"/>
                  <a:pt x="2489" y="3765"/>
                </a:cubicBezTo>
                <a:close/>
                <a:moveTo>
                  <a:pt x="223" y="4853"/>
                </a:moveTo>
                <a:lnTo>
                  <a:pt x="1481" y="4675"/>
                </a:lnTo>
                <a:cubicBezTo>
                  <a:pt x="1597" y="4862"/>
                  <a:pt x="1731" y="5023"/>
                  <a:pt x="1892" y="5157"/>
                </a:cubicBezTo>
                <a:lnTo>
                  <a:pt x="1579" y="6424"/>
                </a:lnTo>
                <a:lnTo>
                  <a:pt x="2168" y="6709"/>
                </a:lnTo>
                <a:lnTo>
                  <a:pt x="2935" y="5692"/>
                </a:lnTo>
                <a:cubicBezTo>
                  <a:pt x="3141" y="5737"/>
                  <a:pt x="3355" y="5755"/>
                  <a:pt x="3569" y="5737"/>
                </a:cubicBezTo>
                <a:lnTo>
                  <a:pt x="4238" y="6852"/>
                </a:lnTo>
                <a:lnTo>
                  <a:pt x="4853" y="6638"/>
                </a:lnTo>
                <a:lnTo>
                  <a:pt x="4675" y="5380"/>
                </a:lnTo>
                <a:cubicBezTo>
                  <a:pt x="4862" y="5264"/>
                  <a:pt x="5023" y="5121"/>
                  <a:pt x="5166" y="4969"/>
                </a:cubicBezTo>
                <a:lnTo>
                  <a:pt x="6424" y="5282"/>
                </a:lnTo>
                <a:lnTo>
                  <a:pt x="6709" y="4684"/>
                </a:lnTo>
                <a:lnTo>
                  <a:pt x="5692" y="3926"/>
                </a:lnTo>
                <a:cubicBezTo>
                  <a:pt x="5737" y="3721"/>
                  <a:pt x="5754" y="3506"/>
                  <a:pt x="5746" y="3292"/>
                </a:cubicBezTo>
                <a:lnTo>
                  <a:pt x="6861" y="2623"/>
                </a:lnTo>
                <a:lnTo>
                  <a:pt x="6638" y="1999"/>
                </a:lnTo>
                <a:lnTo>
                  <a:pt x="5380" y="2177"/>
                </a:lnTo>
                <a:cubicBezTo>
                  <a:pt x="5264" y="1999"/>
                  <a:pt x="5130" y="1838"/>
                  <a:pt x="4969" y="1695"/>
                </a:cubicBezTo>
                <a:lnTo>
                  <a:pt x="5282" y="438"/>
                </a:lnTo>
                <a:lnTo>
                  <a:pt x="4684" y="152"/>
                </a:lnTo>
                <a:lnTo>
                  <a:pt x="3926" y="1169"/>
                </a:lnTo>
                <a:cubicBezTo>
                  <a:pt x="3720" y="1116"/>
                  <a:pt x="3506" y="1098"/>
                  <a:pt x="3292" y="1116"/>
                </a:cubicBezTo>
                <a:lnTo>
                  <a:pt x="2623" y="0"/>
                </a:lnTo>
                <a:lnTo>
                  <a:pt x="1999" y="223"/>
                </a:lnTo>
                <a:lnTo>
                  <a:pt x="2177" y="1472"/>
                </a:lnTo>
                <a:cubicBezTo>
                  <a:pt x="1999" y="1588"/>
                  <a:pt x="1838" y="1731"/>
                  <a:pt x="1695" y="1892"/>
                </a:cubicBezTo>
                <a:lnTo>
                  <a:pt x="438" y="1571"/>
                </a:lnTo>
                <a:lnTo>
                  <a:pt x="152" y="2168"/>
                </a:lnTo>
                <a:lnTo>
                  <a:pt x="1169" y="2935"/>
                </a:lnTo>
                <a:cubicBezTo>
                  <a:pt x="1124" y="3141"/>
                  <a:pt x="1107" y="3346"/>
                  <a:pt x="1116" y="3560"/>
                </a:cubicBezTo>
                <a:lnTo>
                  <a:pt x="0" y="4229"/>
                </a:lnTo>
                <a:close/>
              </a:path>
            </a:pathLst>
          </a:custGeom>
          <a:noFill/>
          <a:ln cap="rnd" cmpd="sng" w="10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5" name="Google Shape;485;p23"/>
          <p:cNvGrpSpPr/>
          <p:nvPr/>
        </p:nvGrpSpPr>
        <p:grpSpPr>
          <a:xfrm>
            <a:off x="8583168" y="3552021"/>
            <a:ext cx="402677" cy="340272"/>
            <a:chOff x="5915814" y="759984"/>
            <a:chExt cx="589917" cy="498493"/>
          </a:xfrm>
        </p:grpSpPr>
        <p:sp>
          <p:nvSpPr>
            <p:cNvPr id="486" name="Google Shape;486;p23"/>
            <p:cNvSpPr/>
            <p:nvPr/>
          </p:nvSpPr>
          <p:spPr>
            <a:xfrm>
              <a:off x="5945003" y="759984"/>
              <a:ext cx="560728" cy="469335"/>
            </a:xfrm>
            <a:custGeom>
              <a:rect b="b" l="l" r="r" t="t"/>
              <a:pathLst>
                <a:path extrusionOk="0" h="15211" w="18173">
                  <a:moveTo>
                    <a:pt x="9082" y="0"/>
                  </a:moveTo>
                  <a:cubicBezTo>
                    <a:pt x="4068" y="0"/>
                    <a:pt x="0" y="2810"/>
                    <a:pt x="0" y="6280"/>
                  </a:cubicBezTo>
                  <a:cubicBezTo>
                    <a:pt x="0" y="9644"/>
                    <a:pt x="3818" y="12391"/>
                    <a:pt x="8618" y="12561"/>
                  </a:cubicBezTo>
                  <a:lnTo>
                    <a:pt x="6584" y="15210"/>
                  </a:lnTo>
                  <a:lnTo>
                    <a:pt x="11080" y="12409"/>
                  </a:lnTo>
                  <a:cubicBezTo>
                    <a:pt x="12088" y="12257"/>
                    <a:pt x="13043" y="11981"/>
                    <a:pt x="13890" y="11615"/>
                  </a:cubicBezTo>
                  <a:cubicBezTo>
                    <a:pt x="16460" y="10509"/>
                    <a:pt x="18172" y="8529"/>
                    <a:pt x="18172" y="6280"/>
                  </a:cubicBezTo>
                  <a:cubicBezTo>
                    <a:pt x="18172" y="2810"/>
                    <a:pt x="14104" y="0"/>
                    <a:pt x="90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3"/>
            <p:cNvSpPr/>
            <p:nvPr/>
          </p:nvSpPr>
          <p:spPr>
            <a:xfrm>
              <a:off x="5915814" y="789142"/>
              <a:ext cx="560728" cy="469335"/>
            </a:xfrm>
            <a:custGeom>
              <a:rect b="b" l="l" r="r" t="t"/>
              <a:pathLst>
                <a:path extrusionOk="0" fill="none" h="15211" w="18173">
                  <a:moveTo>
                    <a:pt x="9082" y="1"/>
                  </a:moveTo>
                  <a:cubicBezTo>
                    <a:pt x="4069" y="1"/>
                    <a:pt x="1" y="2811"/>
                    <a:pt x="1" y="6281"/>
                  </a:cubicBezTo>
                  <a:cubicBezTo>
                    <a:pt x="1" y="9644"/>
                    <a:pt x="3819" y="12383"/>
                    <a:pt x="8618" y="12553"/>
                  </a:cubicBezTo>
                  <a:lnTo>
                    <a:pt x="6584" y="15211"/>
                  </a:lnTo>
                  <a:lnTo>
                    <a:pt x="11081" y="12410"/>
                  </a:lnTo>
                  <a:cubicBezTo>
                    <a:pt x="12089" y="12249"/>
                    <a:pt x="13043" y="11982"/>
                    <a:pt x="13891" y="11616"/>
                  </a:cubicBezTo>
                  <a:cubicBezTo>
                    <a:pt x="16460" y="10501"/>
                    <a:pt x="18173" y="8529"/>
                    <a:pt x="18173" y="6281"/>
                  </a:cubicBezTo>
                  <a:cubicBezTo>
                    <a:pt x="18173" y="2811"/>
                    <a:pt x="14105" y="1"/>
                    <a:pt x="9082" y="1"/>
                  </a:cubicBezTo>
                  <a:close/>
                </a:path>
              </a:pathLst>
            </a:custGeom>
            <a:noFill/>
            <a:ln cap="rnd" cmpd="sng" w="176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3"/>
            <p:cNvSpPr/>
            <p:nvPr/>
          </p:nvSpPr>
          <p:spPr>
            <a:xfrm>
              <a:off x="6068300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95" y="0"/>
                    <a:pt x="1" y="286"/>
                    <a:pt x="1" y="643"/>
                  </a:cubicBezTo>
                  <a:cubicBezTo>
                    <a:pt x="1" y="991"/>
                    <a:pt x="295" y="1285"/>
                    <a:pt x="643" y="1285"/>
                  </a:cubicBezTo>
                  <a:cubicBezTo>
                    <a:pt x="1000" y="1285"/>
                    <a:pt x="1286" y="991"/>
                    <a:pt x="1286" y="643"/>
                  </a:cubicBezTo>
                  <a:cubicBezTo>
                    <a:pt x="1286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3"/>
            <p:cNvSpPr/>
            <p:nvPr/>
          </p:nvSpPr>
          <p:spPr>
            <a:xfrm>
              <a:off x="6183636" y="967793"/>
              <a:ext cx="39402" cy="39680"/>
            </a:xfrm>
            <a:custGeom>
              <a:rect b="b" l="l" r="r" t="t"/>
              <a:pathLst>
                <a:path extrusionOk="0" h="1286" w="1277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991" y="1285"/>
                    <a:pt x="1277" y="991"/>
                    <a:pt x="1277" y="643"/>
                  </a:cubicBezTo>
                  <a:cubicBezTo>
                    <a:pt x="1277" y="286"/>
                    <a:pt x="991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3"/>
            <p:cNvSpPr/>
            <p:nvPr/>
          </p:nvSpPr>
          <p:spPr>
            <a:xfrm>
              <a:off x="6298694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1000" y="1285"/>
                    <a:pt x="1285" y="991"/>
                    <a:pt x="1285" y="643"/>
                  </a:cubicBezTo>
                  <a:cubicBezTo>
                    <a:pt x="1285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1" name="Google Shape;491;p23"/>
          <p:cNvGrpSpPr/>
          <p:nvPr/>
        </p:nvGrpSpPr>
        <p:grpSpPr>
          <a:xfrm rot="5400000">
            <a:off x="75429" y="526820"/>
            <a:ext cx="668906" cy="145913"/>
            <a:chOff x="2804304" y="4395845"/>
            <a:chExt cx="668906" cy="145913"/>
          </a:xfrm>
        </p:grpSpPr>
        <p:sp>
          <p:nvSpPr>
            <p:cNvPr id="492" name="Google Shape;492;p23"/>
            <p:cNvSpPr/>
            <p:nvPr/>
          </p:nvSpPr>
          <p:spPr>
            <a:xfrm>
              <a:off x="2854937" y="4422257"/>
              <a:ext cx="562116" cy="89788"/>
            </a:xfrm>
            <a:custGeom>
              <a:rect b="b" l="l" r="r" t="t"/>
              <a:pathLst>
                <a:path extrusionOk="0" fill="none" h="2910" w="18218">
                  <a:moveTo>
                    <a:pt x="1" y="1"/>
                  </a:moveTo>
                  <a:lnTo>
                    <a:pt x="6923" y="1"/>
                  </a:lnTo>
                  <a:lnTo>
                    <a:pt x="6923" y="2909"/>
                  </a:lnTo>
                  <a:lnTo>
                    <a:pt x="18217" y="290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3"/>
            <p:cNvSpPr/>
            <p:nvPr/>
          </p:nvSpPr>
          <p:spPr>
            <a:xfrm>
              <a:off x="2804304" y="4395845"/>
              <a:ext cx="50664" cy="50664"/>
            </a:xfrm>
            <a:custGeom>
              <a:rect b="b" l="l" r="r" t="t"/>
              <a:pathLst>
                <a:path extrusionOk="0" fill="none" h="1642" w="1642">
                  <a:moveTo>
                    <a:pt x="1642" y="821"/>
                  </a:moveTo>
                  <a:cubicBezTo>
                    <a:pt x="1642" y="1276"/>
                    <a:pt x="1276" y="1642"/>
                    <a:pt x="821" y="1642"/>
                  </a:cubicBezTo>
                  <a:cubicBezTo>
                    <a:pt x="366" y="1642"/>
                    <a:pt x="0" y="1276"/>
                    <a:pt x="0" y="821"/>
                  </a:cubicBezTo>
                  <a:cubicBezTo>
                    <a:pt x="0" y="366"/>
                    <a:pt x="366" y="0"/>
                    <a:pt x="821" y="0"/>
                  </a:cubicBezTo>
                  <a:cubicBezTo>
                    <a:pt x="1276" y="0"/>
                    <a:pt x="1642" y="366"/>
                    <a:pt x="1642" y="821"/>
                  </a:cubicBezTo>
                  <a:close/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3"/>
            <p:cNvSpPr/>
            <p:nvPr/>
          </p:nvSpPr>
          <p:spPr>
            <a:xfrm>
              <a:off x="3422237" y="4490817"/>
              <a:ext cx="50972" cy="50942"/>
            </a:xfrm>
            <a:custGeom>
              <a:rect b="b" l="l" r="r" t="t"/>
              <a:pathLst>
                <a:path extrusionOk="0" h="1651" w="1652">
                  <a:moveTo>
                    <a:pt x="831" y="0"/>
                  </a:moveTo>
                  <a:cubicBezTo>
                    <a:pt x="376" y="0"/>
                    <a:pt x="1" y="375"/>
                    <a:pt x="1" y="821"/>
                  </a:cubicBezTo>
                  <a:cubicBezTo>
                    <a:pt x="1" y="1276"/>
                    <a:pt x="376" y="1651"/>
                    <a:pt x="831" y="1651"/>
                  </a:cubicBezTo>
                  <a:cubicBezTo>
                    <a:pt x="1277" y="1651"/>
                    <a:pt x="1651" y="1276"/>
                    <a:pt x="1651" y="821"/>
                  </a:cubicBezTo>
                  <a:cubicBezTo>
                    <a:pt x="1651" y="375"/>
                    <a:pt x="1277" y="0"/>
                    <a:pt x="8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5" name="Google Shape;495;p23"/>
          <p:cNvGrpSpPr/>
          <p:nvPr/>
        </p:nvGrpSpPr>
        <p:grpSpPr>
          <a:xfrm flipH="1">
            <a:off x="8809233" y="4289745"/>
            <a:ext cx="7325" cy="270117"/>
            <a:chOff x="2544720" y="2736864"/>
            <a:chExt cx="31" cy="174269"/>
          </a:xfrm>
        </p:grpSpPr>
        <p:sp>
          <p:nvSpPr>
            <p:cNvPr id="496" name="Google Shape;496;p23"/>
            <p:cNvSpPr/>
            <p:nvPr/>
          </p:nvSpPr>
          <p:spPr>
            <a:xfrm>
              <a:off x="2544720" y="2736864"/>
              <a:ext cx="31" cy="3055"/>
            </a:xfrm>
            <a:custGeom>
              <a:rect b="b" l="l" r="r" t="t"/>
              <a:pathLst>
                <a:path extrusionOk="0" fill="none" h="99" w="1">
                  <a:moveTo>
                    <a:pt x="1" y="1"/>
                  </a:moveTo>
                  <a:lnTo>
                    <a:pt x="1" y="9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3"/>
            <p:cNvSpPr/>
            <p:nvPr/>
          </p:nvSpPr>
          <p:spPr>
            <a:xfrm>
              <a:off x="2544720" y="2778148"/>
              <a:ext cx="31" cy="110955"/>
            </a:xfrm>
            <a:custGeom>
              <a:rect b="b" l="l" r="r" t="t"/>
              <a:pathLst>
                <a:path extrusionOk="0" fill="none" h="3596" w="1">
                  <a:moveTo>
                    <a:pt x="1" y="1"/>
                  </a:moveTo>
                  <a:lnTo>
                    <a:pt x="1" y="3596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3"/>
            <p:cNvSpPr/>
            <p:nvPr/>
          </p:nvSpPr>
          <p:spPr>
            <a:xfrm>
              <a:off x="2544720" y="2908356"/>
              <a:ext cx="31" cy="2777"/>
            </a:xfrm>
            <a:custGeom>
              <a:rect b="b" l="l" r="r" t="t"/>
              <a:pathLst>
                <a:path extrusionOk="0" fill="none" h="90" w="1">
                  <a:moveTo>
                    <a:pt x="1" y="0"/>
                  </a:moveTo>
                  <a:lnTo>
                    <a:pt x="1" y="9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9" name="Google Shape;499;p23"/>
          <p:cNvGrpSpPr/>
          <p:nvPr/>
        </p:nvGrpSpPr>
        <p:grpSpPr>
          <a:xfrm>
            <a:off x="8763863" y="4660594"/>
            <a:ext cx="95805" cy="95805"/>
            <a:chOff x="3741963" y="3746119"/>
            <a:chExt cx="95805" cy="95805"/>
          </a:xfrm>
        </p:grpSpPr>
        <p:sp>
          <p:nvSpPr>
            <p:cNvPr id="500" name="Google Shape;500;p23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04" name="Google Shape;504;p24"/>
          <p:cNvSpPr txBox="1"/>
          <p:nvPr>
            <p:ph idx="1" type="subTitle"/>
          </p:nvPr>
        </p:nvSpPr>
        <p:spPr>
          <a:xfrm>
            <a:off x="4945249" y="2828425"/>
            <a:ext cx="2806200" cy="1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p24"/>
          <p:cNvSpPr txBox="1"/>
          <p:nvPr>
            <p:ph idx="2" type="subTitle"/>
          </p:nvPr>
        </p:nvSpPr>
        <p:spPr>
          <a:xfrm>
            <a:off x="1392550" y="2828425"/>
            <a:ext cx="2806200" cy="1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24"/>
          <p:cNvSpPr txBox="1"/>
          <p:nvPr>
            <p:ph idx="3" type="subTitle"/>
          </p:nvPr>
        </p:nvSpPr>
        <p:spPr>
          <a:xfrm>
            <a:off x="1392550" y="2416825"/>
            <a:ext cx="28062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07" name="Google Shape;507;p24"/>
          <p:cNvSpPr txBox="1"/>
          <p:nvPr>
            <p:ph idx="4" type="subTitle"/>
          </p:nvPr>
        </p:nvSpPr>
        <p:spPr>
          <a:xfrm>
            <a:off x="4945251" y="2416825"/>
            <a:ext cx="28062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08" name="Google Shape;508;p24"/>
          <p:cNvSpPr/>
          <p:nvPr/>
        </p:nvSpPr>
        <p:spPr>
          <a:xfrm flipH="1" rot="5400000">
            <a:off x="8195476" y="1113317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7" y="1"/>
                </a:moveTo>
                <a:lnTo>
                  <a:pt x="0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4"/>
          <p:cNvSpPr/>
          <p:nvPr/>
        </p:nvSpPr>
        <p:spPr>
          <a:xfrm flipH="1" rot="5400000">
            <a:off x="8263172" y="797608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8" y="0"/>
                </a:moveTo>
                <a:lnTo>
                  <a:pt x="0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4"/>
          <p:cNvSpPr/>
          <p:nvPr/>
        </p:nvSpPr>
        <p:spPr>
          <a:xfrm flipH="1" rot="5400000">
            <a:off x="8707453" y="436204"/>
            <a:ext cx="101883" cy="31"/>
          </a:xfrm>
          <a:custGeom>
            <a:rect b="b" l="l" r="r" t="t"/>
            <a:pathLst>
              <a:path extrusionOk="0" fill="none" h="1" w="3302">
                <a:moveTo>
                  <a:pt x="1" y="1"/>
                </a:moveTo>
                <a:lnTo>
                  <a:pt x="3302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4"/>
          <p:cNvSpPr/>
          <p:nvPr/>
        </p:nvSpPr>
        <p:spPr>
          <a:xfrm>
            <a:off x="8322854" y="234710"/>
            <a:ext cx="107931" cy="107931"/>
          </a:xfrm>
          <a:custGeom>
            <a:rect b="b" l="l" r="r" t="t"/>
            <a:pathLst>
              <a:path extrusionOk="0" fill="none" h="3498" w="3498">
                <a:moveTo>
                  <a:pt x="3497" y="1749"/>
                </a:moveTo>
                <a:cubicBezTo>
                  <a:pt x="3497" y="2713"/>
                  <a:pt x="2712" y="3498"/>
                  <a:pt x="1749" y="3498"/>
                </a:cubicBezTo>
                <a:cubicBezTo>
                  <a:pt x="785" y="3498"/>
                  <a:pt x="0" y="2713"/>
                  <a:pt x="0" y="1749"/>
                </a:cubicBezTo>
                <a:cubicBezTo>
                  <a:pt x="0" y="786"/>
                  <a:pt x="785" y="1"/>
                  <a:pt x="1749" y="1"/>
                </a:cubicBezTo>
                <a:cubicBezTo>
                  <a:pt x="2712" y="1"/>
                  <a:pt x="3497" y="786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2" name="Google Shape;512;p24"/>
          <p:cNvGrpSpPr/>
          <p:nvPr/>
        </p:nvGrpSpPr>
        <p:grpSpPr>
          <a:xfrm rot="5400000">
            <a:off x="-45421" y="4344119"/>
            <a:ext cx="809573" cy="176491"/>
            <a:chOff x="1639404" y="3352607"/>
            <a:chExt cx="809573" cy="176491"/>
          </a:xfrm>
        </p:grpSpPr>
        <p:sp>
          <p:nvSpPr>
            <p:cNvPr id="513" name="Google Shape;513;p24"/>
            <p:cNvSpPr/>
            <p:nvPr/>
          </p:nvSpPr>
          <p:spPr>
            <a:xfrm>
              <a:off x="1700774" y="3384541"/>
              <a:ext cx="680198" cy="108764"/>
            </a:xfrm>
            <a:custGeom>
              <a:rect b="b" l="l" r="r" t="t"/>
              <a:pathLst>
                <a:path extrusionOk="0" fill="none" h="3525" w="22045">
                  <a:moveTo>
                    <a:pt x="1" y="1"/>
                  </a:moveTo>
                  <a:lnTo>
                    <a:pt x="8378" y="1"/>
                  </a:lnTo>
                  <a:lnTo>
                    <a:pt x="8378" y="3525"/>
                  </a:lnTo>
                  <a:lnTo>
                    <a:pt x="22045" y="3525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4"/>
            <p:cNvSpPr/>
            <p:nvPr/>
          </p:nvSpPr>
          <p:spPr>
            <a:xfrm>
              <a:off x="1639404" y="3352607"/>
              <a:ext cx="61401" cy="61432"/>
            </a:xfrm>
            <a:custGeom>
              <a:rect b="b" l="l" r="r" t="t"/>
              <a:pathLst>
                <a:path extrusionOk="0" h="1991" w="1990">
                  <a:moveTo>
                    <a:pt x="991" y="1"/>
                  </a:moveTo>
                  <a:cubicBezTo>
                    <a:pt x="446" y="1"/>
                    <a:pt x="0" y="447"/>
                    <a:pt x="0" y="991"/>
                  </a:cubicBezTo>
                  <a:cubicBezTo>
                    <a:pt x="0" y="1544"/>
                    <a:pt x="446" y="1990"/>
                    <a:pt x="991" y="1990"/>
                  </a:cubicBezTo>
                  <a:cubicBezTo>
                    <a:pt x="1544" y="1990"/>
                    <a:pt x="1990" y="1544"/>
                    <a:pt x="1990" y="991"/>
                  </a:cubicBezTo>
                  <a:cubicBezTo>
                    <a:pt x="1990" y="447"/>
                    <a:pt x="1544" y="1"/>
                    <a:pt x="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4"/>
            <p:cNvSpPr/>
            <p:nvPr/>
          </p:nvSpPr>
          <p:spPr>
            <a:xfrm>
              <a:off x="2387545" y="3467665"/>
              <a:ext cx="61432" cy="61432"/>
            </a:xfrm>
            <a:custGeom>
              <a:rect b="b" l="l" r="r" t="t"/>
              <a:pathLst>
                <a:path extrusionOk="0" h="1991" w="1991">
                  <a:moveTo>
                    <a:pt x="1000" y="1"/>
                  </a:moveTo>
                  <a:cubicBezTo>
                    <a:pt x="447" y="1"/>
                    <a:pt x="1" y="447"/>
                    <a:pt x="1" y="1000"/>
                  </a:cubicBezTo>
                  <a:cubicBezTo>
                    <a:pt x="1" y="1544"/>
                    <a:pt x="447" y="1990"/>
                    <a:pt x="1000" y="1990"/>
                  </a:cubicBezTo>
                  <a:cubicBezTo>
                    <a:pt x="1544" y="1990"/>
                    <a:pt x="1990" y="1544"/>
                    <a:pt x="1990" y="1000"/>
                  </a:cubicBezTo>
                  <a:cubicBezTo>
                    <a:pt x="1990" y="447"/>
                    <a:pt x="1544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6" name="Google Shape;516;p24"/>
          <p:cNvGrpSpPr/>
          <p:nvPr/>
        </p:nvGrpSpPr>
        <p:grpSpPr>
          <a:xfrm>
            <a:off x="617413" y="4708494"/>
            <a:ext cx="95805" cy="95805"/>
            <a:chOff x="3741963" y="3746119"/>
            <a:chExt cx="95805" cy="95805"/>
          </a:xfrm>
        </p:grpSpPr>
        <p:sp>
          <p:nvSpPr>
            <p:cNvPr id="517" name="Google Shape;517;p24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4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9" name="Google Shape;519;p24"/>
          <p:cNvGrpSpPr/>
          <p:nvPr/>
        </p:nvGrpSpPr>
        <p:grpSpPr>
          <a:xfrm>
            <a:off x="8582001" y="1934113"/>
            <a:ext cx="414290" cy="343262"/>
            <a:chOff x="8618938" y="1926261"/>
            <a:chExt cx="414290" cy="343262"/>
          </a:xfrm>
        </p:grpSpPr>
        <p:sp>
          <p:nvSpPr>
            <p:cNvPr id="520" name="Google Shape;520;p24"/>
            <p:cNvSpPr/>
            <p:nvPr/>
          </p:nvSpPr>
          <p:spPr>
            <a:xfrm>
              <a:off x="8618938" y="1950482"/>
              <a:ext cx="402195" cy="319041"/>
            </a:xfrm>
            <a:custGeom>
              <a:rect b="b" l="l" r="r" t="t"/>
              <a:pathLst>
                <a:path extrusionOk="0" h="10340" w="13035">
                  <a:moveTo>
                    <a:pt x="11277" y="0"/>
                  </a:moveTo>
                  <a:lnTo>
                    <a:pt x="5148" y="7164"/>
                  </a:lnTo>
                  <a:lnTo>
                    <a:pt x="1749" y="3167"/>
                  </a:lnTo>
                  <a:lnTo>
                    <a:pt x="1" y="4354"/>
                  </a:lnTo>
                  <a:lnTo>
                    <a:pt x="5166" y="10339"/>
                  </a:lnTo>
                  <a:lnTo>
                    <a:pt x="13034" y="1178"/>
                  </a:lnTo>
                  <a:lnTo>
                    <a:pt x="112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4"/>
            <p:cNvSpPr/>
            <p:nvPr/>
          </p:nvSpPr>
          <p:spPr>
            <a:xfrm>
              <a:off x="8631064" y="1926261"/>
              <a:ext cx="402164" cy="319041"/>
            </a:xfrm>
            <a:custGeom>
              <a:rect b="b" l="l" r="r" t="t"/>
              <a:pathLst>
                <a:path extrusionOk="0" fill="none" h="10340" w="13034">
                  <a:moveTo>
                    <a:pt x="13034" y="1178"/>
                  </a:moveTo>
                  <a:lnTo>
                    <a:pt x="11276" y="0"/>
                  </a:lnTo>
                  <a:lnTo>
                    <a:pt x="5148" y="7164"/>
                  </a:lnTo>
                  <a:lnTo>
                    <a:pt x="1749" y="3167"/>
                  </a:lnTo>
                  <a:lnTo>
                    <a:pt x="0" y="4353"/>
                  </a:lnTo>
                  <a:lnTo>
                    <a:pt x="5166" y="10339"/>
                  </a:lnTo>
                  <a:close/>
                </a:path>
              </a:pathLst>
            </a:custGeom>
            <a:noFill/>
            <a:ln cap="flat" cmpd="sng" w="580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2" name="Google Shape;522;p24"/>
          <p:cNvGrpSpPr/>
          <p:nvPr/>
        </p:nvGrpSpPr>
        <p:grpSpPr>
          <a:xfrm>
            <a:off x="194603" y="3511424"/>
            <a:ext cx="329531" cy="336381"/>
            <a:chOff x="472253" y="126924"/>
            <a:chExt cx="329531" cy="336381"/>
          </a:xfrm>
        </p:grpSpPr>
        <p:sp>
          <p:nvSpPr>
            <p:cNvPr id="523" name="Google Shape;523;p24"/>
            <p:cNvSpPr/>
            <p:nvPr/>
          </p:nvSpPr>
          <p:spPr>
            <a:xfrm>
              <a:off x="566114" y="148122"/>
              <a:ext cx="164642" cy="164920"/>
            </a:xfrm>
            <a:custGeom>
              <a:rect b="b" l="l" r="r" t="t"/>
              <a:pathLst>
                <a:path extrusionOk="0" h="5345" w="5336">
                  <a:moveTo>
                    <a:pt x="2668" y="0"/>
                  </a:moveTo>
                  <a:cubicBezTo>
                    <a:pt x="1196" y="0"/>
                    <a:pt x="1" y="1196"/>
                    <a:pt x="1" y="2677"/>
                  </a:cubicBezTo>
                  <a:cubicBezTo>
                    <a:pt x="1" y="4149"/>
                    <a:pt x="1196" y="5344"/>
                    <a:pt x="2668" y="5344"/>
                  </a:cubicBezTo>
                  <a:cubicBezTo>
                    <a:pt x="4140" y="5344"/>
                    <a:pt x="5336" y="4149"/>
                    <a:pt x="5336" y="2677"/>
                  </a:cubicBezTo>
                  <a:cubicBezTo>
                    <a:pt x="5336" y="1196"/>
                    <a:pt x="4140" y="0"/>
                    <a:pt x="26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4"/>
            <p:cNvSpPr/>
            <p:nvPr/>
          </p:nvSpPr>
          <p:spPr>
            <a:xfrm>
              <a:off x="495117" y="321249"/>
              <a:ext cx="306668" cy="142056"/>
            </a:xfrm>
            <a:custGeom>
              <a:rect b="b" l="l" r="r" t="t"/>
              <a:pathLst>
                <a:path extrusionOk="0" h="4604" w="9939">
                  <a:moveTo>
                    <a:pt x="4603" y="1"/>
                  </a:moveTo>
                  <a:cubicBezTo>
                    <a:pt x="2061" y="1"/>
                    <a:pt x="0" y="2061"/>
                    <a:pt x="0" y="4604"/>
                  </a:cubicBezTo>
                  <a:lnTo>
                    <a:pt x="9938" y="4604"/>
                  </a:lnTo>
                  <a:cubicBezTo>
                    <a:pt x="9938" y="2061"/>
                    <a:pt x="7877" y="1"/>
                    <a:pt x="53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4"/>
            <p:cNvSpPr/>
            <p:nvPr/>
          </p:nvSpPr>
          <p:spPr>
            <a:xfrm>
              <a:off x="543281" y="126924"/>
              <a:ext cx="164642" cy="164920"/>
            </a:xfrm>
            <a:custGeom>
              <a:rect b="b" l="l" r="r" t="t"/>
              <a:pathLst>
                <a:path extrusionOk="0" fill="none" h="5345" w="5336">
                  <a:moveTo>
                    <a:pt x="2668" y="5344"/>
                  </a:moveTo>
                  <a:cubicBezTo>
                    <a:pt x="4140" y="5344"/>
                    <a:pt x="5335" y="4149"/>
                    <a:pt x="5335" y="2668"/>
                  </a:cubicBezTo>
                  <a:cubicBezTo>
                    <a:pt x="5335" y="1196"/>
                    <a:pt x="4140" y="0"/>
                    <a:pt x="2668" y="0"/>
                  </a:cubicBezTo>
                  <a:cubicBezTo>
                    <a:pt x="1196" y="0"/>
                    <a:pt x="0" y="1196"/>
                    <a:pt x="0" y="2668"/>
                  </a:cubicBezTo>
                  <a:cubicBezTo>
                    <a:pt x="0" y="4149"/>
                    <a:pt x="1196" y="5344"/>
                    <a:pt x="2668" y="5344"/>
                  </a:cubicBezTo>
                  <a:close/>
                </a:path>
              </a:pathLst>
            </a:custGeom>
            <a:noFill/>
            <a:ln cap="flat" cmpd="sng" w="580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4"/>
            <p:cNvSpPr/>
            <p:nvPr/>
          </p:nvSpPr>
          <p:spPr>
            <a:xfrm>
              <a:off x="472253" y="299774"/>
              <a:ext cx="306668" cy="142334"/>
            </a:xfrm>
            <a:custGeom>
              <a:rect b="b" l="l" r="r" t="t"/>
              <a:pathLst>
                <a:path extrusionOk="0" fill="none" h="4613" w="9939">
                  <a:moveTo>
                    <a:pt x="5336" y="1"/>
                  </a:moveTo>
                  <a:lnTo>
                    <a:pt x="4604" y="1"/>
                  </a:lnTo>
                  <a:cubicBezTo>
                    <a:pt x="2062" y="1"/>
                    <a:pt x="1" y="2070"/>
                    <a:pt x="1" y="4613"/>
                  </a:cubicBezTo>
                  <a:lnTo>
                    <a:pt x="9939" y="4613"/>
                  </a:lnTo>
                  <a:cubicBezTo>
                    <a:pt x="9939" y="2070"/>
                    <a:pt x="7878" y="1"/>
                    <a:pt x="5336" y="1"/>
                  </a:cubicBezTo>
                  <a:close/>
                </a:path>
              </a:pathLst>
            </a:custGeom>
            <a:noFill/>
            <a:ln cap="flat" cmpd="sng" w="580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7" name="Google Shape;527;p24"/>
          <p:cNvSpPr/>
          <p:nvPr/>
        </p:nvSpPr>
        <p:spPr>
          <a:xfrm>
            <a:off x="8888379" y="2320310"/>
            <a:ext cx="107931" cy="107931"/>
          </a:xfrm>
          <a:custGeom>
            <a:rect b="b" l="l" r="r" t="t"/>
            <a:pathLst>
              <a:path extrusionOk="0" fill="none" h="3498" w="3498">
                <a:moveTo>
                  <a:pt x="3497" y="1749"/>
                </a:moveTo>
                <a:cubicBezTo>
                  <a:pt x="3497" y="2713"/>
                  <a:pt x="2712" y="3498"/>
                  <a:pt x="1749" y="3498"/>
                </a:cubicBezTo>
                <a:cubicBezTo>
                  <a:pt x="785" y="3498"/>
                  <a:pt x="0" y="2713"/>
                  <a:pt x="0" y="1749"/>
                </a:cubicBezTo>
                <a:cubicBezTo>
                  <a:pt x="0" y="786"/>
                  <a:pt x="785" y="1"/>
                  <a:pt x="1749" y="1"/>
                </a:cubicBezTo>
                <a:cubicBezTo>
                  <a:pt x="2712" y="1"/>
                  <a:pt x="3497" y="786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0" name="Google Shape;530;p25"/>
          <p:cNvSpPr txBox="1"/>
          <p:nvPr>
            <p:ph idx="1" type="subTitle"/>
          </p:nvPr>
        </p:nvSpPr>
        <p:spPr>
          <a:xfrm>
            <a:off x="4840836" y="1820025"/>
            <a:ext cx="3363600" cy="20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1" name="Google Shape;531;p25"/>
          <p:cNvSpPr txBox="1"/>
          <p:nvPr>
            <p:ph idx="2" type="subTitle"/>
          </p:nvPr>
        </p:nvSpPr>
        <p:spPr>
          <a:xfrm>
            <a:off x="939563" y="1820025"/>
            <a:ext cx="3363600" cy="20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p25"/>
          <p:cNvSpPr/>
          <p:nvPr/>
        </p:nvSpPr>
        <p:spPr>
          <a:xfrm flipH="1" rot="5400000">
            <a:off x="8195476" y="1113317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7" y="1"/>
                </a:moveTo>
                <a:lnTo>
                  <a:pt x="0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5"/>
          <p:cNvSpPr/>
          <p:nvPr/>
        </p:nvSpPr>
        <p:spPr>
          <a:xfrm flipH="1" rot="5400000">
            <a:off x="8263172" y="797608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8" y="0"/>
                </a:moveTo>
                <a:lnTo>
                  <a:pt x="0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5"/>
          <p:cNvSpPr/>
          <p:nvPr/>
        </p:nvSpPr>
        <p:spPr>
          <a:xfrm flipH="1" rot="5400000">
            <a:off x="8707453" y="436204"/>
            <a:ext cx="101883" cy="31"/>
          </a:xfrm>
          <a:custGeom>
            <a:rect b="b" l="l" r="r" t="t"/>
            <a:pathLst>
              <a:path extrusionOk="0" fill="none" h="1" w="3302">
                <a:moveTo>
                  <a:pt x="1" y="1"/>
                </a:moveTo>
                <a:lnTo>
                  <a:pt x="3302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5"/>
          <p:cNvSpPr/>
          <p:nvPr/>
        </p:nvSpPr>
        <p:spPr>
          <a:xfrm>
            <a:off x="8322854" y="234710"/>
            <a:ext cx="107931" cy="107931"/>
          </a:xfrm>
          <a:custGeom>
            <a:rect b="b" l="l" r="r" t="t"/>
            <a:pathLst>
              <a:path extrusionOk="0" fill="none" h="3498" w="3498">
                <a:moveTo>
                  <a:pt x="3497" y="1749"/>
                </a:moveTo>
                <a:cubicBezTo>
                  <a:pt x="3497" y="2713"/>
                  <a:pt x="2712" y="3498"/>
                  <a:pt x="1749" y="3498"/>
                </a:cubicBezTo>
                <a:cubicBezTo>
                  <a:pt x="785" y="3498"/>
                  <a:pt x="0" y="2713"/>
                  <a:pt x="0" y="1749"/>
                </a:cubicBezTo>
                <a:cubicBezTo>
                  <a:pt x="0" y="786"/>
                  <a:pt x="785" y="1"/>
                  <a:pt x="1749" y="1"/>
                </a:cubicBezTo>
                <a:cubicBezTo>
                  <a:pt x="2712" y="1"/>
                  <a:pt x="3497" y="786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6" name="Google Shape;536;p25"/>
          <p:cNvGrpSpPr/>
          <p:nvPr/>
        </p:nvGrpSpPr>
        <p:grpSpPr>
          <a:xfrm rot="5400000">
            <a:off x="-45421" y="4344119"/>
            <a:ext cx="809573" cy="176491"/>
            <a:chOff x="1639404" y="3352607"/>
            <a:chExt cx="809573" cy="176491"/>
          </a:xfrm>
        </p:grpSpPr>
        <p:sp>
          <p:nvSpPr>
            <p:cNvPr id="537" name="Google Shape;537;p25"/>
            <p:cNvSpPr/>
            <p:nvPr/>
          </p:nvSpPr>
          <p:spPr>
            <a:xfrm>
              <a:off x="1700774" y="3384541"/>
              <a:ext cx="680198" cy="108764"/>
            </a:xfrm>
            <a:custGeom>
              <a:rect b="b" l="l" r="r" t="t"/>
              <a:pathLst>
                <a:path extrusionOk="0" fill="none" h="3525" w="22045">
                  <a:moveTo>
                    <a:pt x="1" y="1"/>
                  </a:moveTo>
                  <a:lnTo>
                    <a:pt x="8378" y="1"/>
                  </a:lnTo>
                  <a:lnTo>
                    <a:pt x="8378" y="3525"/>
                  </a:lnTo>
                  <a:lnTo>
                    <a:pt x="22045" y="3525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5"/>
            <p:cNvSpPr/>
            <p:nvPr/>
          </p:nvSpPr>
          <p:spPr>
            <a:xfrm>
              <a:off x="1639404" y="3352607"/>
              <a:ext cx="61401" cy="61432"/>
            </a:xfrm>
            <a:custGeom>
              <a:rect b="b" l="l" r="r" t="t"/>
              <a:pathLst>
                <a:path extrusionOk="0" h="1991" w="1990">
                  <a:moveTo>
                    <a:pt x="991" y="1"/>
                  </a:moveTo>
                  <a:cubicBezTo>
                    <a:pt x="446" y="1"/>
                    <a:pt x="0" y="447"/>
                    <a:pt x="0" y="991"/>
                  </a:cubicBezTo>
                  <a:cubicBezTo>
                    <a:pt x="0" y="1544"/>
                    <a:pt x="446" y="1990"/>
                    <a:pt x="991" y="1990"/>
                  </a:cubicBezTo>
                  <a:cubicBezTo>
                    <a:pt x="1544" y="1990"/>
                    <a:pt x="1990" y="1544"/>
                    <a:pt x="1990" y="991"/>
                  </a:cubicBezTo>
                  <a:cubicBezTo>
                    <a:pt x="1990" y="447"/>
                    <a:pt x="1544" y="1"/>
                    <a:pt x="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5"/>
            <p:cNvSpPr/>
            <p:nvPr/>
          </p:nvSpPr>
          <p:spPr>
            <a:xfrm>
              <a:off x="2387545" y="3467665"/>
              <a:ext cx="61432" cy="61432"/>
            </a:xfrm>
            <a:custGeom>
              <a:rect b="b" l="l" r="r" t="t"/>
              <a:pathLst>
                <a:path extrusionOk="0" h="1991" w="1991">
                  <a:moveTo>
                    <a:pt x="1000" y="1"/>
                  </a:moveTo>
                  <a:cubicBezTo>
                    <a:pt x="447" y="1"/>
                    <a:pt x="1" y="447"/>
                    <a:pt x="1" y="1000"/>
                  </a:cubicBezTo>
                  <a:cubicBezTo>
                    <a:pt x="1" y="1544"/>
                    <a:pt x="447" y="1990"/>
                    <a:pt x="1000" y="1990"/>
                  </a:cubicBezTo>
                  <a:cubicBezTo>
                    <a:pt x="1544" y="1990"/>
                    <a:pt x="1990" y="1544"/>
                    <a:pt x="1990" y="1000"/>
                  </a:cubicBezTo>
                  <a:cubicBezTo>
                    <a:pt x="1990" y="447"/>
                    <a:pt x="1544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0" name="Google Shape;540;p25"/>
          <p:cNvGrpSpPr/>
          <p:nvPr/>
        </p:nvGrpSpPr>
        <p:grpSpPr>
          <a:xfrm>
            <a:off x="617413" y="4708494"/>
            <a:ext cx="95805" cy="95805"/>
            <a:chOff x="3741963" y="3746119"/>
            <a:chExt cx="95805" cy="95805"/>
          </a:xfrm>
        </p:grpSpPr>
        <p:sp>
          <p:nvSpPr>
            <p:cNvPr id="541" name="Google Shape;541;p25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5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3" name="Google Shape;543;p25"/>
          <p:cNvSpPr/>
          <p:nvPr/>
        </p:nvSpPr>
        <p:spPr>
          <a:xfrm>
            <a:off x="229513" y="3268457"/>
            <a:ext cx="402195" cy="319041"/>
          </a:xfrm>
          <a:custGeom>
            <a:rect b="b" l="l" r="r" t="t"/>
            <a:pathLst>
              <a:path extrusionOk="0" h="10340" w="13035">
                <a:moveTo>
                  <a:pt x="11277" y="0"/>
                </a:moveTo>
                <a:lnTo>
                  <a:pt x="5148" y="7164"/>
                </a:lnTo>
                <a:lnTo>
                  <a:pt x="1749" y="3167"/>
                </a:lnTo>
                <a:lnTo>
                  <a:pt x="1" y="4354"/>
                </a:lnTo>
                <a:lnTo>
                  <a:pt x="5166" y="10339"/>
                </a:lnTo>
                <a:lnTo>
                  <a:pt x="13034" y="1178"/>
                </a:lnTo>
                <a:lnTo>
                  <a:pt x="112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5"/>
          <p:cNvSpPr/>
          <p:nvPr/>
        </p:nvSpPr>
        <p:spPr>
          <a:xfrm>
            <a:off x="241639" y="3244236"/>
            <a:ext cx="402164" cy="319041"/>
          </a:xfrm>
          <a:custGeom>
            <a:rect b="b" l="l" r="r" t="t"/>
            <a:pathLst>
              <a:path extrusionOk="0" fill="none" h="10340" w="13034">
                <a:moveTo>
                  <a:pt x="13034" y="1178"/>
                </a:moveTo>
                <a:lnTo>
                  <a:pt x="11276" y="0"/>
                </a:lnTo>
                <a:lnTo>
                  <a:pt x="5148" y="7164"/>
                </a:lnTo>
                <a:lnTo>
                  <a:pt x="1749" y="3167"/>
                </a:lnTo>
                <a:lnTo>
                  <a:pt x="0" y="4353"/>
                </a:lnTo>
                <a:lnTo>
                  <a:pt x="5166" y="10339"/>
                </a:ln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5"/>
          <p:cNvSpPr/>
          <p:nvPr/>
        </p:nvSpPr>
        <p:spPr>
          <a:xfrm>
            <a:off x="8670264" y="2018609"/>
            <a:ext cx="164642" cy="164920"/>
          </a:xfrm>
          <a:custGeom>
            <a:rect b="b" l="l" r="r" t="t"/>
            <a:pathLst>
              <a:path extrusionOk="0" h="5345" w="5336">
                <a:moveTo>
                  <a:pt x="2668" y="0"/>
                </a:moveTo>
                <a:cubicBezTo>
                  <a:pt x="1196" y="0"/>
                  <a:pt x="1" y="1196"/>
                  <a:pt x="1" y="2677"/>
                </a:cubicBezTo>
                <a:cubicBezTo>
                  <a:pt x="1" y="4149"/>
                  <a:pt x="1196" y="5344"/>
                  <a:pt x="2668" y="5344"/>
                </a:cubicBezTo>
                <a:cubicBezTo>
                  <a:pt x="4140" y="5344"/>
                  <a:pt x="5336" y="4149"/>
                  <a:pt x="5336" y="2677"/>
                </a:cubicBezTo>
                <a:cubicBezTo>
                  <a:pt x="5336" y="1196"/>
                  <a:pt x="4140" y="0"/>
                  <a:pt x="266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5"/>
          <p:cNvSpPr/>
          <p:nvPr/>
        </p:nvSpPr>
        <p:spPr>
          <a:xfrm>
            <a:off x="8599267" y="2191736"/>
            <a:ext cx="306668" cy="142056"/>
          </a:xfrm>
          <a:custGeom>
            <a:rect b="b" l="l" r="r" t="t"/>
            <a:pathLst>
              <a:path extrusionOk="0" h="4604" w="9939">
                <a:moveTo>
                  <a:pt x="4603" y="1"/>
                </a:moveTo>
                <a:cubicBezTo>
                  <a:pt x="2061" y="1"/>
                  <a:pt x="0" y="2061"/>
                  <a:pt x="0" y="4604"/>
                </a:cubicBezTo>
                <a:lnTo>
                  <a:pt x="9938" y="4604"/>
                </a:lnTo>
                <a:cubicBezTo>
                  <a:pt x="9938" y="2061"/>
                  <a:pt x="7877" y="1"/>
                  <a:pt x="53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5"/>
          <p:cNvSpPr/>
          <p:nvPr/>
        </p:nvSpPr>
        <p:spPr>
          <a:xfrm>
            <a:off x="8647431" y="1997412"/>
            <a:ext cx="164642" cy="164920"/>
          </a:xfrm>
          <a:custGeom>
            <a:rect b="b" l="l" r="r" t="t"/>
            <a:pathLst>
              <a:path extrusionOk="0" fill="none" h="5345" w="5336">
                <a:moveTo>
                  <a:pt x="2668" y="5344"/>
                </a:moveTo>
                <a:cubicBezTo>
                  <a:pt x="4140" y="5344"/>
                  <a:pt x="5335" y="4149"/>
                  <a:pt x="5335" y="2668"/>
                </a:cubicBezTo>
                <a:cubicBezTo>
                  <a:pt x="5335" y="1196"/>
                  <a:pt x="4140" y="0"/>
                  <a:pt x="2668" y="0"/>
                </a:cubicBezTo>
                <a:cubicBezTo>
                  <a:pt x="1196" y="0"/>
                  <a:pt x="0" y="1196"/>
                  <a:pt x="0" y="2668"/>
                </a:cubicBezTo>
                <a:cubicBezTo>
                  <a:pt x="0" y="4149"/>
                  <a:pt x="1196" y="5344"/>
                  <a:pt x="2668" y="5344"/>
                </a:cubicBez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5"/>
          <p:cNvSpPr/>
          <p:nvPr/>
        </p:nvSpPr>
        <p:spPr>
          <a:xfrm>
            <a:off x="8576403" y="2170261"/>
            <a:ext cx="306668" cy="142334"/>
          </a:xfrm>
          <a:custGeom>
            <a:rect b="b" l="l" r="r" t="t"/>
            <a:pathLst>
              <a:path extrusionOk="0" fill="none" h="4613" w="9939">
                <a:moveTo>
                  <a:pt x="5336" y="1"/>
                </a:moveTo>
                <a:lnTo>
                  <a:pt x="4604" y="1"/>
                </a:lnTo>
                <a:cubicBezTo>
                  <a:pt x="2062" y="1"/>
                  <a:pt x="1" y="2070"/>
                  <a:pt x="1" y="4613"/>
                </a:cubicBezTo>
                <a:lnTo>
                  <a:pt x="9939" y="4613"/>
                </a:lnTo>
                <a:cubicBezTo>
                  <a:pt x="9939" y="2070"/>
                  <a:pt x="7878" y="1"/>
                  <a:pt x="5336" y="1"/>
                </a:cubicBez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1" name="Google Shape;551;p26"/>
          <p:cNvSpPr txBox="1"/>
          <p:nvPr>
            <p:ph idx="1" type="subTitle"/>
          </p:nvPr>
        </p:nvSpPr>
        <p:spPr>
          <a:xfrm>
            <a:off x="937625" y="2828424"/>
            <a:ext cx="21753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2" name="Google Shape;552;p26"/>
          <p:cNvSpPr txBox="1"/>
          <p:nvPr>
            <p:ph idx="2" type="subTitle"/>
          </p:nvPr>
        </p:nvSpPr>
        <p:spPr>
          <a:xfrm>
            <a:off x="3484347" y="2828424"/>
            <a:ext cx="21753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3" name="Google Shape;553;p26"/>
          <p:cNvSpPr txBox="1"/>
          <p:nvPr>
            <p:ph idx="3" type="subTitle"/>
          </p:nvPr>
        </p:nvSpPr>
        <p:spPr>
          <a:xfrm>
            <a:off x="6031075" y="2828424"/>
            <a:ext cx="21753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4" name="Google Shape;554;p26"/>
          <p:cNvSpPr txBox="1"/>
          <p:nvPr>
            <p:ph idx="4" type="subTitle"/>
          </p:nvPr>
        </p:nvSpPr>
        <p:spPr>
          <a:xfrm>
            <a:off x="937625" y="2416821"/>
            <a:ext cx="21753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5" name="Google Shape;555;p26"/>
          <p:cNvSpPr txBox="1"/>
          <p:nvPr>
            <p:ph idx="5" type="subTitle"/>
          </p:nvPr>
        </p:nvSpPr>
        <p:spPr>
          <a:xfrm>
            <a:off x="3484350" y="2416821"/>
            <a:ext cx="21753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6" name="Google Shape;556;p26"/>
          <p:cNvSpPr txBox="1"/>
          <p:nvPr>
            <p:ph idx="6" type="subTitle"/>
          </p:nvPr>
        </p:nvSpPr>
        <p:spPr>
          <a:xfrm>
            <a:off x="6031075" y="2416821"/>
            <a:ext cx="21753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557" name="Google Shape;557;p26"/>
          <p:cNvGrpSpPr/>
          <p:nvPr/>
        </p:nvGrpSpPr>
        <p:grpSpPr>
          <a:xfrm>
            <a:off x="8626562" y="3622573"/>
            <a:ext cx="220243" cy="228481"/>
            <a:chOff x="8660450" y="193573"/>
            <a:chExt cx="220243" cy="228481"/>
          </a:xfrm>
        </p:grpSpPr>
        <p:sp>
          <p:nvSpPr>
            <p:cNvPr id="558" name="Google Shape;558;p26"/>
            <p:cNvSpPr/>
            <p:nvPr/>
          </p:nvSpPr>
          <p:spPr>
            <a:xfrm>
              <a:off x="8660450" y="210358"/>
              <a:ext cx="211727" cy="211696"/>
            </a:xfrm>
            <a:custGeom>
              <a:rect b="b" l="l" r="r" t="t"/>
              <a:pathLst>
                <a:path extrusionOk="0" h="6861" w="6862">
                  <a:moveTo>
                    <a:pt x="3433" y="2434"/>
                  </a:moveTo>
                  <a:cubicBezTo>
                    <a:pt x="3842" y="2434"/>
                    <a:pt x="4224" y="2687"/>
                    <a:pt x="4372" y="3096"/>
                  </a:cubicBezTo>
                  <a:cubicBezTo>
                    <a:pt x="4559" y="3614"/>
                    <a:pt x="4283" y="4185"/>
                    <a:pt x="3766" y="4372"/>
                  </a:cubicBezTo>
                  <a:cubicBezTo>
                    <a:pt x="3657" y="4409"/>
                    <a:pt x="3546" y="4427"/>
                    <a:pt x="3437" y="4427"/>
                  </a:cubicBezTo>
                  <a:cubicBezTo>
                    <a:pt x="3026" y="4427"/>
                    <a:pt x="2640" y="4174"/>
                    <a:pt x="2499" y="3765"/>
                  </a:cubicBezTo>
                  <a:cubicBezTo>
                    <a:pt x="2311" y="3248"/>
                    <a:pt x="2579" y="2677"/>
                    <a:pt x="3105" y="2490"/>
                  </a:cubicBezTo>
                  <a:cubicBezTo>
                    <a:pt x="3214" y="2452"/>
                    <a:pt x="3324" y="2434"/>
                    <a:pt x="3433" y="2434"/>
                  </a:cubicBezTo>
                  <a:close/>
                  <a:moveTo>
                    <a:pt x="2624" y="1"/>
                  </a:moveTo>
                  <a:lnTo>
                    <a:pt x="2008" y="224"/>
                  </a:lnTo>
                  <a:lnTo>
                    <a:pt x="2186" y="1482"/>
                  </a:lnTo>
                  <a:cubicBezTo>
                    <a:pt x="1999" y="1598"/>
                    <a:pt x="1839" y="1731"/>
                    <a:pt x="1705" y="1892"/>
                  </a:cubicBezTo>
                  <a:lnTo>
                    <a:pt x="438" y="1571"/>
                  </a:lnTo>
                  <a:lnTo>
                    <a:pt x="152" y="2168"/>
                  </a:lnTo>
                  <a:lnTo>
                    <a:pt x="1169" y="2936"/>
                  </a:lnTo>
                  <a:cubicBezTo>
                    <a:pt x="1125" y="3141"/>
                    <a:pt x="1107" y="3355"/>
                    <a:pt x="1125" y="3569"/>
                  </a:cubicBezTo>
                  <a:lnTo>
                    <a:pt x="1" y="4238"/>
                  </a:lnTo>
                  <a:lnTo>
                    <a:pt x="224" y="4854"/>
                  </a:lnTo>
                  <a:lnTo>
                    <a:pt x="1482" y="4675"/>
                  </a:lnTo>
                  <a:cubicBezTo>
                    <a:pt x="1598" y="4863"/>
                    <a:pt x="1740" y="5023"/>
                    <a:pt x="1892" y="5166"/>
                  </a:cubicBezTo>
                  <a:lnTo>
                    <a:pt x="1580" y="6424"/>
                  </a:lnTo>
                  <a:lnTo>
                    <a:pt x="2178" y="6709"/>
                  </a:lnTo>
                  <a:lnTo>
                    <a:pt x="2936" y="5692"/>
                  </a:lnTo>
                  <a:cubicBezTo>
                    <a:pt x="3107" y="5729"/>
                    <a:pt x="3284" y="5748"/>
                    <a:pt x="3462" y="5748"/>
                  </a:cubicBezTo>
                  <a:cubicBezTo>
                    <a:pt x="3498" y="5748"/>
                    <a:pt x="3534" y="5747"/>
                    <a:pt x="3569" y="5746"/>
                  </a:cubicBezTo>
                  <a:lnTo>
                    <a:pt x="4238" y="6861"/>
                  </a:lnTo>
                  <a:lnTo>
                    <a:pt x="4863" y="6638"/>
                  </a:lnTo>
                  <a:lnTo>
                    <a:pt x="4684" y="5380"/>
                  </a:lnTo>
                  <a:cubicBezTo>
                    <a:pt x="4863" y="5264"/>
                    <a:pt x="5023" y="5130"/>
                    <a:pt x="5166" y="4970"/>
                  </a:cubicBezTo>
                  <a:lnTo>
                    <a:pt x="6424" y="5282"/>
                  </a:lnTo>
                  <a:lnTo>
                    <a:pt x="6709" y="4684"/>
                  </a:lnTo>
                  <a:lnTo>
                    <a:pt x="5692" y="3926"/>
                  </a:lnTo>
                  <a:cubicBezTo>
                    <a:pt x="5737" y="3721"/>
                    <a:pt x="5755" y="3507"/>
                    <a:pt x="5746" y="3293"/>
                  </a:cubicBezTo>
                  <a:lnTo>
                    <a:pt x="6861" y="2623"/>
                  </a:lnTo>
                  <a:lnTo>
                    <a:pt x="6638" y="1999"/>
                  </a:lnTo>
                  <a:lnTo>
                    <a:pt x="5380" y="2177"/>
                  </a:lnTo>
                  <a:cubicBezTo>
                    <a:pt x="5264" y="1999"/>
                    <a:pt x="5130" y="1838"/>
                    <a:pt x="4970" y="1696"/>
                  </a:cubicBezTo>
                  <a:lnTo>
                    <a:pt x="5291" y="438"/>
                  </a:lnTo>
                  <a:lnTo>
                    <a:pt x="4693" y="152"/>
                  </a:lnTo>
                  <a:lnTo>
                    <a:pt x="3926" y="1169"/>
                  </a:lnTo>
                  <a:cubicBezTo>
                    <a:pt x="3755" y="1132"/>
                    <a:pt x="3584" y="1114"/>
                    <a:pt x="3408" y="1114"/>
                  </a:cubicBezTo>
                  <a:cubicBezTo>
                    <a:pt x="3373" y="1114"/>
                    <a:pt x="3337" y="1114"/>
                    <a:pt x="3302" y="1116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6"/>
            <p:cNvSpPr/>
            <p:nvPr/>
          </p:nvSpPr>
          <p:spPr>
            <a:xfrm>
              <a:off x="8668997" y="193573"/>
              <a:ext cx="211696" cy="211418"/>
            </a:xfrm>
            <a:custGeom>
              <a:rect b="b" l="l" r="r" t="t"/>
              <a:pathLst>
                <a:path extrusionOk="0" fill="none" h="6852" w="6861">
                  <a:moveTo>
                    <a:pt x="2489" y="3765"/>
                  </a:moveTo>
                  <a:cubicBezTo>
                    <a:pt x="2311" y="3239"/>
                    <a:pt x="2579" y="2677"/>
                    <a:pt x="3096" y="2489"/>
                  </a:cubicBezTo>
                  <a:cubicBezTo>
                    <a:pt x="3613" y="2302"/>
                    <a:pt x="4184" y="2579"/>
                    <a:pt x="4372" y="3096"/>
                  </a:cubicBezTo>
                  <a:cubicBezTo>
                    <a:pt x="4550" y="3613"/>
                    <a:pt x="4282" y="4184"/>
                    <a:pt x="3765" y="4363"/>
                  </a:cubicBezTo>
                  <a:cubicBezTo>
                    <a:pt x="3248" y="4550"/>
                    <a:pt x="2677" y="4283"/>
                    <a:pt x="2489" y="3765"/>
                  </a:cubicBezTo>
                  <a:close/>
                  <a:moveTo>
                    <a:pt x="223" y="4853"/>
                  </a:moveTo>
                  <a:lnTo>
                    <a:pt x="1481" y="4675"/>
                  </a:lnTo>
                  <a:cubicBezTo>
                    <a:pt x="1597" y="4862"/>
                    <a:pt x="1731" y="5023"/>
                    <a:pt x="1892" y="5157"/>
                  </a:cubicBezTo>
                  <a:lnTo>
                    <a:pt x="1579" y="6424"/>
                  </a:lnTo>
                  <a:lnTo>
                    <a:pt x="2168" y="6709"/>
                  </a:lnTo>
                  <a:lnTo>
                    <a:pt x="2935" y="5692"/>
                  </a:lnTo>
                  <a:cubicBezTo>
                    <a:pt x="3141" y="5737"/>
                    <a:pt x="3355" y="5755"/>
                    <a:pt x="3569" y="5737"/>
                  </a:cubicBezTo>
                  <a:lnTo>
                    <a:pt x="4238" y="6852"/>
                  </a:lnTo>
                  <a:lnTo>
                    <a:pt x="4853" y="6638"/>
                  </a:lnTo>
                  <a:lnTo>
                    <a:pt x="4675" y="5380"/>
                  </a:lnTo>
                  <a:cubicBezTo>
                    <a:pt x="4862" y="5264"/>
                    <a:pt x="5023" y="5121"/>
                    <a:pt x="5166" y="4969"/>
                  </a:cubicBezTo>
                  <a:lnTo>
                    <a:pt x="6424" y="5282"/>
                  </a:lnTo>
                  <a:lnTo>
                    <a:pt x="6709" y="4684"/>
                  </a:lnTo>
                  <a:lnTo>
                    <a:pt x="5692" y="3926"/>
                  </a:lnTo>
                  <a:cubicBezTo>
                    <a:pt x="5737" y="3721"/>
                    <a:pt x="5754" y="3506"/>
                    <a:pt x="5746" y="3292"/>
                  </a:cubicBezTo>
                  <a:lnTo>
                    <a:pt x="6861" y="2623"/>
                  </a:lnTo>
                  <a:lnTo>
                    <a:pt x="6638" y="1999"/>
                  </a:lnTo>
                  <a:lnTo>
                    <a:pt x="5380" y="2177"/>
                  </a:lnTo>
                  <a:cubicBezTo>
                    <a:pt x="5264" y="1999"/>
                    <a:pt x="5130" y="1838"/>
                    <a:pt x="4969" y="1695"/>
                  </a:cubicBezTo>
                  <a:lnTo>
                    <a:pt x="5282" y="438"/>
                  </a:lnTo>
                  <a:lnTo>
                    <a:pt x="4684" y="152"/>
                  </a:lnTo>
                  <a:lnTo>
                    <a:pt x="3926" y="1169"/>
                  </a:lnTo>
                  <a:cubicBezTo>
                    <a:pt x="3720" y="1116"/>
                    <a:pt x="3506" y="1098"/>
                    <a:pt x="3292" y="1116"/>
                  </a:cubicBezTo>
                  <a:lnTo>
                    <a:pt x="2623" y="0"/>
                  </a:lnTo>
                  <a:lnTo>
                    <a:pt x="1999" y="223"/>
                  </a:lnTo>
                  <a:lnTo>
                    <a:pt x="2177" y="1472"/>
                  </a:lnTo>
                  <a:cubicBezTo>
                    <a:pt x="1999" y="1588"/>
                    <a:pt x="1838" y="1731"/>
                    <a:pt x="1695" y="1892"/>
                  </a:cubicBezTo>
                  <a:lnTo>
                    <a:pt x="438" y="1571"/>
                  </a:lnTo>
                  <a:lnTo>
                    <a:pt x="152" y="2168"/>
                  </a:lnTo>
                  <a:lnTo>
                    <a:pt x="1169" y="2935"/>
                  </a:lnTo>
                  <a:cubicBezTo>
                    <a:pt x="1124" y="3141"/>
                    <a:pt x="1107" y="3346"/>
                    <a:pt x="1116" y="3560"/>
                  </a:cubicBezTo>
                  <a:lnTo>
                    <a:pt x="0" y="4229"/>
                  </a:lnTo>
                  <a:close/>
                </a:path>
              </a:pathLst>
            </a:custGeom>
            <a:noFill/>
            <a:ln cap="rnd" cmpd="sng" w="10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0" name="Google Shape;560;p26"/>
          <p:cNvGrpSpPr/>
          <p:nvPr/>
        </p:nvGrpSpPr>
        <p:grpSpPr>
          <a:xfrm>
            <a:off x="166943" y="1483146"/>
            <a:ext cx="402677" cy="340272"/>
            <a:chOff x="5915814" y="759984"/>
            <a:chExt cx="589917" cy="498493"/>
          </a:xfrm>
        </p:grpSpPr>
        <p:sp>
          <p:nvSpPr>
            <p:cNvPr id="561" name="Google Shape;561;p26"/>
            <p:cNvSpPr/>
            <p:nvPr/>
          </p:nvSpPr>
          <p:spPr>
            <a:xfrm>
              <a:off x="5945003" y="759984"/>
              <a:ext cx="560728" cy="469335"/>
            </a:xfrm>
            <a:custGeom>
              <a:rect b="b" l="l" r="r" t="t"/>
              <a:pathLst>
                <a:path extrusionOk="0" h="15211" w="18173">
                  <a:moveTo>
                    <a:pt x="9082" y="0"/>
                  </a:moveTo>
                  <a:cubicBezTo>
                    <a:pt x="4068" y="0"/>
                    <a:pt x="0" y="2810"/>
                    <a:pt x="0" y="6280"/>
                  </a:cubicBezTo>
                  <a:cubicBezTo>
                    <a:pt x="0" y="9644"/>
                    <a:pt x="3818" y="12391"/>
                    <a:pt x="8618" y="12561"/>
                  </a:cubicBezTo>
                  <a:lnTo>
                    <a:pt x="6584" y="15210"/>
                  </a:lnTo>
                  <a:lnTo>
                    <a:pt x="11080" y="12409"/>
                  </a:lnTo>
                  <a:cubicBezTo>
                    <a:pt x="12088" y="12257"/>
                    <a:pt x="13043" y="11981"/>
                    <a:pt x="13890" y="11615"/>
                  </a:cubicBezTo>
                  <a:cubicBezTo>
                    <a:pt x="16460" y="10509"/>
                    <a:pt x="18172" y="8529"/>
                    <a:pt x="18172" y="6280"/>
                  </a:cubicBezTo>
                  <a:cubicBezTo>
                    <a:pt x="18172" y="2810"/>
                    <a:pt x="14104" y="0"/>
                    <a:pt x="90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6"/>
            <p:cNvSpPr/>
            <p:nvPr/>
          </p:nvSpPr>
          <p:spPr>
            <a:xfrm>
              <a:off x="5915814" y="789142"/>
              <a:ext cx="560728" cy="469335"/>
            </a:xfrm>
            <a:custGeom>
              <a:rect b="b" l="l" r="r" t="t"/>
              <a:pathLst>
                <a:path extrusionOk="0" fill="none" h="15211" w="18173">
                  <a:moveTo>
                    <a:pt x="9082" y="1"/>
                  </a:moveTo>
                  <a:cubicBezTo>
                    <a:pt x="4069" y="1"/>
                    <a:pt x="1" y="2811"/>
                    <a:pt x="1" y="6281"/>
                  </a:cubicBezTo>
                  <a:cubicBezTo>
                    <a:pt x="1" y="9644"/>
                    <a:pt x="3819" y="12383"/>
                    <a:pt x="8618" y="12553"/>
                  </a:cubicBezTo>
                  <a:lnTo>
                    <a:pt x="6584" y="15211"/>
                  </a:lnTo>
                  <a:lnTo>
                    <a:pt x="11081" y="12410"/>
                  </a:lnTo>
                  <a:cubicBezTo>
                    <a:pt x="12089" y="12249"/>
                    <a:pt x="13043" y="11982"/>
                    <a:pt x="13891" y="11616"/>
                  </a:cubicBezTo>
                  <a:cubicBezTo>
                    <a:pt x="16460" y="10501"/>
                    <a:pt x="18173" y="8529"/>
                    <a:pt x="18173" y="6281"/>
                  </a:cubicBezTo>
                  <a:cubicBezTo>
                    <a:pt x="18173" y="2811"/>
                    <a:pt x="14105" y="1"/>
                    <a:pt x="9082" y="1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6"/>
            <p:cNvSpPr/>
            <p:nvPr/>
          </p:nvSpPr>
          <p:spPr>
            <a:xfrm>
              <a:off x="6068300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95" y="0"/>
                    <a:pt x="1" y="286"/>
                    <a:pt x="1" y="643"/>
                  </a:cubicBezTo>
                  <a:cubicBezTo>
                    <a:pt x="1" y="991"/>
                    <a:pt x="295" y="1285"/>
                    <a:pt x="643" y="1285"/>
                  </a:cubicBezTo>
                  <a:cubicBezTo>
                    <a:pt x="1000" y="1285"/>
                    <a:pt x="1286" y="991"/>
                    <a:pt x="1286" y="643"/>
                  </a:cubicBezTo>
                  <a:cubicBezTo>
                    <a:pt x="1286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6"/>
            <p:cNvSpPr/>
            <p:nvPr/>
          </p:nvSpPr>
          <p:spPr>
            <a:xfrm>
              <a:off x="6183636" y="967793"/>
              <a:ext cx="39402" cy="39680"/>
            </a:xfrm>
            <a:custGeom>
              <a:rect b="b" l="l" r="r" t="t"/>
              <a:pathLst>
                <a:path extrusionOk="0" h="1286" w="1277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991" y="1285"/>
                    <a:pt x="1277" y="991"/>
                    <a:pt x="1277" y="643"/>
                  </a:cubicBezTo>
                  <a:cubicBezTo>
                    <a:pt x="1277" y="286"/>
                    <a:pt x="991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6"/>
            <p:cNvSpPr/>
            <p:nvPr/>
          </p:nvSpPr>
          <p:spPr>
            <a:xfrm>
              <a:off x="6298694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1000" y="1285"/>
                    <a:pt x="1285" y="991"/>
                    <a:pt x="1285" y="643"/>
                  </a:cubicBezTo>
                  <a:cubicBezTo>
                    <a:pt x="1285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6" name="Google Shape;566;p26"/>
          <p:cNvGrpSpPr/>
          <p:nvPr/>
        </p:nvGrpSpPr>
        <p:grpSpPr>
          <a:xfrm rot="5400000">
            <a:off x="33838" y="526820"/>
            <a:ext cx="668906" cy="145913"/>
            <a:chOff x="2804304" y="4395845"/>
            <a:chExt cx="668906" cy="145913"/>
          </a:xfrm>
        </p:grpSpPr>
        <p:sp>
          <p:nvSpPr>
            <p:cNvPr id="567" name="Google Shape;567;p26"/>
            <p:cNvSpPr/>
            <p:nvPr/>
          </p:nvSpPr>
          <p:spPr>
            <a:xfrm>
              <a:off x="2854937" y="4422257"/>
              <a:ext cx="562116" cy="89788"/>
            </a:xfrm>
            <a:custGeom>
              <a:rect b="b" l="l" r="r" t="t"/>
              <a:pathLst>
                <a:path extrusionOk="0" fill="none" h="2910" w="18218">
                  <a:moveTo>
                    <a:pt x="1" y="1"/>
                  </a:moveTo>
                  <a:lnTo>
                    <a:pt x="6923" y="1"/>
                  </a:lnTo>
                  <a:lnTo>
                    <a:pt x="6923" y="2909"/>
                  </a:lnTo>
                  <a:lnTo>
                    <a:pt x="18217" y="290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6"/>
            <p:cNvSpPr/>
            <p:nvPr/>
          </p:nvSpPr>
          <p:spPr>
            <a:xfrm>
              <a:off x="2804304" y="4395845"/>
              <a:ext cx="50664" cy="50664"/>
            </a:xfrm>
            <a:custGeom>
              <a:rect b="b" l="l" r="r" t="t"/>
              <a:pathLst>
                <a:path extrusionOk="0" fill="none" h="1642" w="1642">
                  <a:moveTo>
                    <a:pt x="1642" y="821"/>
                  </a:moveTo>
                  <a:cubicBezTo>
                    <a:pt x="1642" y="1276"/>
                    <a:pt x="1276" y="1642"/>
                    <a:pt x="821" y="1642"/>
                  </a:cubicBezTo>
                  <a:cubicBezTo>
                    <a:pt x="366" y="1642"/>
                    <a:pt x="0" y="1276"/>
                    <a:pt x="0" y="821"/>
                  </a:cubicBezTo>
                  <a:cubicBezTo>
                    <a:pt x="0" y="366"/>
                    <a:pt x="366" y="0"/>
                    <a:pt x="821" y="0"/>
                  </a:cubicBezTo>
                  <a:cubicBezTo>
                    <a:pt x="1276" y="0"/>
                    <a:pt x="1642" y="366"/>
                    <a:pt x="1642" y="821"/>
                  </a:cubicBezTo>
                  <a:close/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6"/>
            <p:cNvSpPr/>
            <p:nvPr/>
          </p:nvSpPr>
          <p:spPr>
            <a:xfrm>
              <a:off x="3422237" y="4490817"/>
              <a:ext cx="50972" cy="50942"/>
            </a:xfrm>
            <a:custGeom>
              <a:rect b="b" l="l" r="r" t="t"/>
              <a:pathLst>
                <a:path extrusionOk="0" h="1651" w="1652">
                  <a:moveTo>
                    <a:pt x="831" y="0"/>
                  </a:moveTo>
                  <a:cubicBezTo>
                    <a:pt x="376" y="0"/>
                    <a:pt x="1" y="375"/>
                    <a:pt x="1" y="821"/>
                  </a:cubicBezTo>
                  <a:cubicBezTo>
                    <a:pt x="1" y="1276"/>
                    <a:pt x="376" y="1651"/>
                    <a:pt x="831" y="1651"/>
                  </a:cubicBezTo>
                  <a:cubicBezTo>
                    <a:pt x="1277" y="1651"/>
                    <a:pt x="1651" y="1276"/>
                    <a:pt x="1651" y="821"/>
                  </a:cubicBezTo>
                  <a:cubicBezTo>
                    <a:pt x="1651" y="375"/>
                    <a:pt x="1277" y="0"/>
                    <a:pt x="8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0" name="Google Shape;570;p26"/>
          <p:cNvGrpSpPr/>
          <p:nvPr/>
        </p:nvGrpSpPr>
        <p:grpSpPr>
          <a:xfrm flipH="1">
            <a:off x="8733033" y="4365945"/>
            <a:ext cx="7325" cy="270117"/>
            <a:chOff x="2544720" y="2736864"/>
            <a:chExt cx="31" cy="174269"/>
          </a:xfrm>
        </p:grpSpPr>
        <p:sp>
          <p:nvSpPr>
            <p:cNvPr id="571" name="Google Shape;571;p26"/>
            <p:cNvSpPr/>
            <p:nvPr/>
          </p:nvSpPr>
          <p:spPr>
            <a:xfrm>
              <a:off x="2544720" y="2736864"/>
              <a:ext cx="31" cy="3055"/>
            </a:xfrm>
            <a:custGeom>
              <a:rect b="b" l="l" r="r" t="t"/>
              <a:pathLst>
                <a:path extrusionOk="0" fill="none" h="99" w="1">
                  <a:moveTo>
                    <a:pt x="1" y="1"/>
                  </a:moveTo>
                  <a:lnTo>
                    <a:pt x="1" y="9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6"/>
            <p:cNvSpPr/>
            <p:nvPr/>
          </p:nvSpPr>
          <p:spPr>
            <a:xfrm>
              <a:off x="2544720" y="2778148"/>
              <a:ext cx="31" cy="110955"/>
            </a:xfrm>
            <a:custGeom>
              <a:rect b="b" l="l" r="r" t="t"/>
              <a:pathLst>
                <a:path extrusionOk="0" fill="none" h="3596" w="1">
                  <a:moveTo>
                    <a:pt x="1" y="1"/>
                  </a:moveTo>
                  <a:lnTo>
                    <a:pt x="1" y="3596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6"/>
            <p:cNvSpPr/>
            <p:nvPr/>
          </p:nvSpPr>
          <p:spPr>
            <a:xfrm>
              <a:off x="2544720" y="2908356"/>
              <a:ext cx="31" cy="2777"/>
            </a:xfrm>
            <a:custGeom>
              <a:rect b="b" l="l" r="r" t="t"/>
              <a:pathLst>
                <a:path extrusionOk="0" fill="none" h="90" w="1">
                  <a:moveTo>
                    <a:pt x="1" y="0"/>
                  </a:moveTo>
                  <a:lnTo>
                    <a:pt x="1" y="9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4" name="Google Shape;574;p26"/>
          <p:cNvGrpSpPr/>
          <p:nvPr/>
        </p:nvGrpSpPr>
        <p:grpSpPr>
          <a:xfrm>
            <a:off x="8687663" y="4736794"/>
            <a:ext cx="95805" cy="95805"/>
            <a:chOff x="3741963" y="3746119"/>
            <a:chExt cx="95805" cy="95805"/>
          </a:xfrm>
        </p:grpSpPr>
        <p:sp>
          <p:nvSpPr>
            <p:cNvPr id="575" name="Google Shape;575;p26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6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9" name="Google Shape;579;p27"/>
          <p:cNvSpPr txBox="1"/>
          <p:nvPr>
            <p:ph idx="1" type="subTitle"/>
          </p:nvPr>
        </p:nvSpPr>
        <p:spPr>
          <a:xfrm>
            <a:off x="828825" y="2676025"/>
            <a:ext cx="2240400" cy="10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0" name="Google Shape;580;p27"/>
          <p:cNvSpPr txBox="1"/>
          <p:nvPr>
            <p:ph idx="2" type="subTitle"/>
          </p:nvPr>
        </p:nvSpPr>
        <p:spPr>
          <a:xfrm>
            <a:off x="3451795" y="2676025"/>
            <a:ext cx="2240400" cy="10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1" name="Google Shape;581;p27"/>
          <p:cNvSpPr txBox="1"/>
          <p:nvPr>
            <p:ph idx="3" type="subTitle"/>
          </p:nvPr>
        </p:nvSpPr>
        <p:spPr>
          <a:xfrm>
            <a:off x="6074772" y="2676025"/>
            <a:ext cx="2240400" cy="10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2" name="Google Shape;582;p27"/>
          <p:cNvSpPr txBox="1"/>
          <p:nvPr>
            <p:ph idx="4" type="subTitle"/>
          </p:nvPr>
        </p:nvSpPr>
        <p:spPr>
          <a:xfrm>
            <a:off x="828825" y="3568348"/>
            <a:ext cx="22404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83" name="Google Shape;583;p27"/>
          <p:cNvSpPr txBox="1"/>
          <p:nvPr>
            <p:ph idx="5" type="subTitle"/>
          </p:nvPr>
        </p:nvSpPr>
        <p:spPr>
          <a:xfrm>
            <a:off x="3451798" y="3568348"/>
            <a:ext cx="22404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84" name="Google Shape;584;p27"/>
          <p:cNvSpPr txBox="1"/>
          <p:nvPr>
            <p:ph idx="6" type="subTitle"/>
          </p:nvPr>
        </p:nvSpPr>
        <p:spPr>
          <a:xfrm>
            <a:off x="6074772" y="3568348"/>
            <a:ext cx="22404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85" name="Google Shape;585;p27"/>
          <p:cNvSpPr/>
          <p:nvPr/>
        </p:nvSpPr>
        <p:spPr>
          <a:xfrm flipH="1" rot="5400000">
            <a:off x="8195476" y="1113317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7" y="1"/>
                </a:moveTo>
                <a:lnTo>
                  <a:pt x="0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7"/>
          <p:cNvSpPr/>
          <p:nvPr/>
        </p:nvSpPr>
        <p:spPr>
          <a:xfrm flipH="1" rot="5400000">
            <a:off x="8263172" y="797608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8" y="0"/>
                </a:moveTo>
                <a:lnTo>
                  <a:pt x="0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7"/>
          <p:cNvSpPr/>
          <p:nvPr/>
        </p:nvSpPr>
        <p:spPr>
          <a:xfrm flipH="1" rot="5400000">
            <a:off x="8707453" y="436204"/>
            <a:ext cx="101883" cy="31"/>
          </a:xfrm>
          <a:custGeom>
            <a:rect b="b" l="l" r="r" t="t"/>
            <a:pathLst>
              <a:path extrusionOk="0" fill="none" h="1" w="3302">
                <a:moveTo>
                  <a:pt x="1" y="1"/>
                </a:moveTo>
                <a:lnTo>
                  <a:pt x="3302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7"/>
          <p:cNvSpPr/>
          <p:nvPr/>
        </p:nvSpPr>
        <p:spPr>
          <a:xfrm>
            <a:off x="8322854" y="234710"/>
            <a:ext cx="107931" cy="107931"/>
          </a:xfrm>
          <a:custGeom>
            <a:rect b="b" l="l" r="r" t="t"/>
            <a:pathLst>
              <a:path extrusionOk="0" fill="none" h="3498" w="3498">
                <a:moveTo>
                  <a:pt x="3497" y="1749"/>
                </a:moveTo>
                <a:cubicBezTo>
                  <a:pt x="3497" y="2713"/>
                  <a:pt x="2712" y="3498"/>
                  <a:pt x="1749" y="3498"/>
                </a:cubicBezTo>
                <a:cubicBezTo>
                  <a:pt x="785" y="3498"/>
                  <a:pt x="0" y="2713"/>
                  <a:pt x="0" y="1749"/>
                </a:cubicBezTo>
                <a:cubicBezTo>
                  <a:pt x="0" y="786"/>
                  <a:pt x="785" y="1"/>
                  <a:pt x="1749" y="1"/>
                </a:cubicBezTo>
                <a:cubicBezTo>
                  <a:pt x="2712" y="1"/>
                  <a:pt x="3497" y="786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9" name="Google Shape;589;p27"/>
          <p:cNvGrpSpPr/>
          <p:nvPr/>
        </p:nvGrpSpPr>
        <p:grpSpPr>
          <a:xfrm rot="5400000">
            <a:off x="-45421" y="4344119"/>
            <a:ext cx="809573" cy="176491"/>
            <a:chOff x="1639404" y="3352607"/>
            <a:chExt cx="809573" cy="176491"/>
          </a:xfrm>
        </p:grpSpPr>
        <p:sp>
          <p:nvSpPr>
            <p:cNvPr id="590" name="Google Shape;590;p27"/>
            <p:cNvSpPr/>
            <p:nvPr/>
          </p:nvSpPr>
          <p:spPr>
            <a:xfrm>
              <a:off x="1700774" y="3384541"/>
              <a:ext cx="680198" cy="108764"/>
            </a:xfrm>
            <a:custGeom>
              <a:rect b="b" l="l" r="r" t="t"/>
              <a:pathLst>
                <a:path extrusionOk="0" fill="none" h="3525" w="22045">
                  <a:moveTo>
                    <a:pt x="1" y="1"/>
                  </a:moveTo>
                  <a:lnTo>
                    <a:pt x="8378" y="1"/>
                  </a:lnTo>
                  <a:lnTo>
                    <a:pt x="8378" y="3525"/>
                  </a:lnTo>
                  <a:lnTo>
                    <a:pt x="22045" y="3525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7"/>
            <p:cNvSpPr/>
            <p:nvPr/>
          </p:nvSpPr>
          <p:spPr>
            <a:xfrm>
              <a:off x="1639404" y="3352607"/>
              <a:ext cx="61401" cy="61432"/>
            </a:xfrm>
            <a:custGeom>
              <a:rect b="b" l="l" r="r" t="t"/>
              <a:pathLst>
                <a:path extrusionOk="0" h="1991" w="1990">
                  <a:moveTo>
                    <a:pt x="991" y="1"/>
                  </a:moveTo>
                  <a:cubicBezTo>
                    <a:pt x="446" y="1"/>
                    <a:pt x="0" y="447"/>
                    <a:pt x="0" y="991"/>
                  </a:cubicBezTo>
                  <a:cubicBezTo>
                    <a:pt x="0" y="1544"/>
                    <a:pt x="446" y="1990"/>
                    <a:pt x="991" y="1990"/>
                  </a:cubicBezTo>
                  <a:cubicBezTo>
                    <a:pt x="1544" y="1990"/>
                    <a:pt x="1990" y="1544"/>
                    <a:pt x="1990" y="991"/>
                  </a:cubicBezTo>
                  <a:cubicBezTo>
                    <a:pt x="1990" y="447"/>
                    <a:pt x="1544" y="1"/>
                    <a:pt x="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7"/>
            <p:cNvSpPr/>
            <p:nvPr/>
          </p:nvSpPr>
          <p:spPr>
            <a:xfrm>
              <a:off x="2387545" y="3467665"/>
              <a:ext cx="61432" cy="61432"/>
            </a:xfrm>
            <a:custGeom>
              <a:rect b="b" l="l" r="r" t="t"/>
              <a:pathLst>
                <a:path extrusionOk="0" h="1991" w="1991">
                  <a:moveTo>
                    <a:pt x="1000" y="1"/>
                  </a:moveTo>
                  <a:cubicBezTo>
                    <a:pt x="447" y="1"/>
                    <a:pt x="1" y="447"/>
                    <a:pt x="1" y="1000"/>
                  </a:cubicBezTo>
                  <a:cubicBezTo>
                    <a:pt x="1" y="1544"/>
                    <a:pt x="447" y="1990"/>
                    <a:pt x="1000" y="1990"/>
                  </a:cubicBezTo>
                  <a:cubicBezTo>
                    <a:pt x="1544" y="1990"/>
                    <a:pt x="1990" y="1544"/>
                    <a:pt x="1990" y="1000"/>
                  </a:cubicBezTo>
                  <a:cubicBezTo>
                    <a:pt x="1990" y="447"/>
                    <a:pt x="1544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27"/>
          <p:cNvGrpSpPr/>
          <p:nvPr/>
        </p:nvGrpSpPr>
        <p:grpSpPr>
          <a:xfrm>
            <a:off x="617413" y="4708494"/>
            <a:ext cx="95805" cy="95805"/>
            <a:chOff x="3741963" y="3746119"/>
            <a:chExt cx="95805" cy="95805"/>
          </a:xfrm>
        </p:grpSpPr>
        <p:sp>
          <p:nvSpPr>
            <p:cNvPr id="594" name="Google Shape;594;p27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7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6" name="Google Shape;596;p27"/>
          <p:cNvSpPr/>
          <p:nvPr/>
        </p:nvSpPr>
        <p:spPr>
          <a:xfrm>
            <a:off x="229513" y="3268457"/>
            <a:ext cx="402195" cy="319041"/>
          </a:xfrm>
          <a:custGeom>
            <a:rect b="b" l="l" r="r" t="t"/>
            <a:pathLst>
              <a:path extrusionOk="0" h="10340" w="13035">
                <a:moveTo>
                  <a:pt x="11277" y="0"/>
                </a:moveTo>
                <a:lnTo>
                  <a:pt x="5148" y="7164"/>
                </a:lnTo>
                <a:lnTo>
                  <a:pt x="1749" y="3167"/>
                </a:lnTo>
                <a:lnTo>
                  <a:pt x="1" y="4354"/>
                </a:lnTo>
                <a:lnTo>
                  <a:pt x="5166" y="10339"/>
                </a:lnTo>
                <a:lnTo>
                  <a:pt x="13034" y="1178"/>
                </a:lnTo>
                <a:lnTo>
                  <a:pt x="112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7"/>
          <p:cNvSpPr/>
          <p:nvPr/>
        </p:nvSpPr>
        <p:spPr>
          <a:xfrm>
            <a:off x="241639" y="3244236"/>
            <a:ext cx="402164" cy="319041"/>
          </a:xfrm>
          <a:custGeom>
            <a:rect b="b" l="l" r="r" t="t"/>
            <a:pathLst>
              <a:path extrusionOk="0" fill="none" h="10340" w="13034">
                <a:moveTo>
                  <a:pt x="13034" y="1178"/>
                </a:moveTo>
                <a:lnTo>
                  <a:pt x="11276" y="0"/>
                </a:lnTo>
                <a:lnTo>
                  <a:pt x="5148" y="7164"/>
                </a:lnTo>
                <a:lnTo>
                  <a:pt x="1749" y="3167"/>
                </a:lnTo>
                <a:lnTo>
                  <a:pt x="0" y="4353"/>
                </a:lnTo>
                <a:lnTo>
                  <a:pt x="5166" y="10339"/>
                </a:ln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7"/>
          <p:cNvSpPr/>
          <p:nvPr/>
        </p:nvSpPr>
        <p:spPr>
          <a:xfrm>
            <a:off x="8670264" y="2018609"/>
            <a:ext cx="164642" cy="164920"/>
          </a:xfrm>
          <a:custGeom>
            <a:rect b="b" l="l" r="r" t="t"/>
            <a:pathLst>
              <a:path extrusionOk="0" h="5345" w="5336">
                <a:moveTo>
                  <a:pt x="2668" y="0"/>
                </a:moveTo>
                <a:cubicBezTo>
                  <a:pt x="1196" y="0"/>
                  <a:pt x="1" y="1196"/>
                  <a:pt x="1" y="2677"/>
                </a:cubicBezTo>
                <a:cubicBezTo>
                  <a:pt x="1" y="4149"/>
                  <a:pt x="1196" y="5344"/>
                  <a:pt x="2668" y="5344"/>
                </a:cubicBezTo>
                <a:cubicBezTo>
                  <a:pt x="4140" y="5344"/>
                  <a:pt x="5336" y="4149"/>
                  <a:pt x="5336" y="2677"/>
                </a:cubicBezTo>
                <a:cubicBezTo>
                  <a:pt x="5336" y="1196"/>
                  <a:pt x="4140" y="0"/>
                  <a:pt x="266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7"/>
          <p:cNvSpPr/>
          <p:nvPr/>
        </p:nvSpPr>
        <p:spPr>
          <a:xfrm>
            <a:off x="8599267" y="2191736"/>
            <a:ext cx="306668" cy="142056"/>
          </a:xfrm>
          <a:custGeom>
            <a:rect b="b" l="l" r="r" t="t"/>
            <a:pathLst>
              <a:path extrusionOk="0" h="4604" w="9939">
                <a:moveTo>
                  <a:pt x="4603" y="1"/>
                </a:moveTo>
                <a:cubicBezTo>
                  <a:pt x="2061" y="1"/>
                  <a:pt x="0" y="2061"/>
                  <a:pt x="0" y="4604"/>
                </a:cubicBezTo>
                <a:lnTo>
                  <a:pt x="9938" y="4604"/>
                </a:lnTo>
                <a:cubicBezTo>
                  <a:pt x="9938" y="2061"/>
                  <a:pt x="7877" y="1"/>
                  <a:pt x="533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7"/>
          <p:cNvSpPr/>
          <p:nvPr/>
        </p:nvSpPr>
        <p:spPr>
          <a:xfrm>
            <a:off x="8647431" y="1997412"/>
            <a:ext cx="164642" cy="164920"/>
          </a:xfrm>
          <a:custGeom>
            <a:rect b="b" l="l" r="r" t="t"/>
            <a:pathLst>
              <a:path extrusionOk="0" fill="none" h="5345" w="5336">
                <a:moveTo>
                  <a:pt x="2668" y="5344"/>
                </a:moveTo>
                <a:cubicBezTo>
                  <a:pt x="4140" y="5344"/>
                  <a:pt x="5335" y="4149"/>
                  <a:pt x="5335" y="2668"/>
                </a:cubicBezTo>
                <a:cubicBezTo>
                  <a:pt x="5335" y="1196"/>
                  <a:pt x="4140" y="0"/>
                  <a:pt x="2668" y="0"/>
                </a:cubicBezTo>
                <a:cubicBezTo>
                  <a:pt x="1196" y="0"/>
                  <a:pt x="0" y="1196"/>
                  <a:pt x="0" y="2668"/>
                </a:cubicBezTo>
                <a:cubicBezTo>
                  <a:pt x="0" y="4149"/>
                  <a:pt x="1196" y="5344"/>
                  <a:pt x="2668" y="5344"/>
                </a:cubicBez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7"/>
          <p:cNvSpPr/>
          <p:nvPr/>
        </p:nvSpPr>
        <p:spPr>
          <a:xfrm>
            <a:off x="8576403" y="2170261"/>
            <a:ext cx="306668" cy="142334"/>
          </a:xfrm>
          <a:custGeom>
            <a:rect b="b" l="l" r="r" t="t"/>
            <a:pathLst>
              <a:path extrusionOk="0" fill="none" h="4613" w="9939">
                <a:moveTo>
                  <a:pt x="5336" y="1"/>
                </a:moveTo>
                <a:lnTo>
                  <a:pt x="4604" y="1"/>
                </a:lnTo>
                <a:cubicBezTo>
                  <a:pt x="2062" y="1"/>
                  <a:pt x="1" y="2070"/>
                  <a:pt x="1" y="4613"/>
                </a:cubicBezTo>
                <a:lnTo>
                  <a:pt x="9939" y="4613"/>
                </a:lnTo>
                <a:cubicBezTo>
                  <a:pt x="9939" y="2070"/>
                  <a:pt x="7878" y="1"/>
                  <a:pt x="5336" y="1"/>
                </a:cubicBez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4" name="Google Shape;604;p28"/>
          <p:cNvSpPr txBox="1"/>
          <p:nvPr>
            <p:ph idx="1" type="subTitle"/>
          </p:nvPr>
        </p:nvSpPr>
        <p:spPr>
          <a:xfrm>
            <a:off x="1957911" y="2244969"/>
            <a:ext cx="19782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5" name="Google Shape;605;p28"/>
          <p:cNvSpPr txBox="1"/>
          <p:nvPr>
            <p:ph idx="2" type="subTitle"/>
          </p:nvPr>
        </p:nvSpPr>
        <p:spPr>
          <a:xfrm>
            <a:off x="5207889" y="2244969"/>
            <a:ext cx="19782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6" name="Google Shape;606;p28"/>
          <p:cNvSpPr txBox="1"/>
          <p:nvPr>
            <p:ph idx="3" type="subTitle"/>
          </p:nvPr>
        </p:nvSpPr>
        <p:spPr>
          <a:xfrm>
            <a:off x="1957911" y="4009694"/>
            <a:ext cx="19782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7" name="Google Shape;607;p28"/>
          <p:cNvSpPr txBox="1"/>
          <p:nvPr>
            <p:ph idx="4" type="subTitle"/>
          </p:nvPr>
        </p:nvSpPr>
        <p:spPr>
          <a:xfrm>
            <a:off x="5207889" y="4009694"/>
            <a:ext cx="19782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8" name="Google Shape;608;p28"/>
          <p:cNvSpPr txBox="1"/>
          <p:nvPr>
            <p:ph idx="5" type="subTitle"/>
          </p:nvPr>
        </p:nvSpPr>
        <p:spPr>
          <a:xfrm>
            <a:off x="1957911" y="1964700"/>
            <a:ext cx="19782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09" name="Google Shape;609;p28"/>
          <p:cNvSpPr txBox="1"/>
          <p:nvPr>
            <p:ph idx="6" type="subTitle"/>
          </p:nvPr>
        </p:nvSpPr>
        <p:spPr>
          <a:xfrm>
            <a:off x="1957911" y="3729425"/>
            <a:ext cx="19782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0" name="Google Shape;610;p28"/>
          <p:cNvSpPr txBox="1"/>
          <p:nvPr>
            <p:ph idx="7" type="subTitle"/>
          </p:nvPr>
        </p:nvSpPr>
        <p:spPr>
          <a:xfrm>
            <a:off x="5207886" y="1964700"/>
            <a:ext cx="19782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1" name="Google Shape;611;p28"/>
          <p:cNvSpPr txBox="1"/>
          <p:nvPr>
            <p:ph idx="8" type="subTitle"/>
          </p:nvPr>
        </p:nvSpPr>
        <p:spPr>
          <a:xfrm>
            <a:off x="5207886" y="3729425"/>
            <a:ext cx="19782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2" name="Google Shape;612;p28"/>
          <p:cNvSpPr/>
          <p:nvPr/>
        </p:nvSpPr>
        <p:spPr>
          <a:xfrm flipH="1" rot="5400000">
            <a:off x="8195476" y="1113317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7" y="1"/>
                </a:moveTo>
                <a:lnTo>
                  <a:pt x="0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8"/>
          <p:cNvSpPr/>
          <p:nvPr/>
        </p:nvSpPr>
        <p:spPr>
          <a:xfrm flipH="1" rot="5400000">
            <a:off x="8263172" y="797608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8" y="0"/>
                </a:moveTo>
                <a:lnTo>
                  <a:pt x="0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8"/>
          <p:cNvSpPr/>
          <p:nvPr/>
        </p:nvSpPr>
        <p:spPr>
          <a:xfrm flipH="1" rot="5400000">
            <a:off x="8707453" y="436204"/>
            <a:ext cx="101883" cy="31"/>
          </a:xfrm>
          <a:custGeom>
            <a:rect b="b" l="l" r="r" t="t"/>
            <a:pathLst>
              <a:path extrusionOk="0" fill="none" h="1" w="3302">
                <a:moveTo>
                  <a:pt x="1" y="1"/>
                </a:moveTo>
                <a:lnTo>
                  <a:pt x="3302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8"/>
          <p:cNvSpPr/>
          <p:nvPr/>
        </p:nvSpPr>
        <p:spPr>
          <a:xfrm>
            <a:off x="8322854" y="234710"/>
            <a:ext cx="107931" cy="107931"/>
          </a:xfrm>
          <a:custGeom>
            <a:rect b="b" l="l" r="r" t="t"/>
            <a:pathLst>
              <a:path extrusionOk="0" fill="none" h="3498" w="3498">
                <a:moveTo>
                  <a:pt x="3497" y="1749"/>
                </a:moveTo>
                <a:cubicBezTo>
                  <a:pt x="3497" y="2713"/>
                  <a:pt x="2712" y="3498"/>
                  <a:pt x="1749" y="3498"/>
                </a:cubicBezTo>
                <a:cubicBezTo>
                  <a:pt x="785" y="3498"/>
                  <a:pt x="0" y="2713"/>
                  <a:pt x="0" y="1749"/>
                </a:cubicBezTo>
                <a:cubicBezTo>
                  <a:pt x="0" y="786"/>
                  <a:pt x="785" y="1"/>
                  <a:pt x="1749" y="1"/>
                </a:cubicBezTo>
                <a:cubicBezTo>
                  <a:pt x="2712" y="1"/>
                  <a:pt x="3497" y="786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6" name="Google Shape;616;p28"/>
          <p:cNvGrpSpPr/>
          <p:nvPr/>
        </p:nvGrpSpPr>
        <p:grpSpPr>
          <a:xfrm rot="5400000">
            <a:off x="-45421" y="4344119"/>
            <a:ext cx="809573" cy="176491"/>
            <a:chOff x="1639404" y="3352607"/>
            <a:chExt cx="809573" cy="176491"/>
          </a:xfrm>
        </p:grpSpPr>
        <p:sp>
          <p:nvSpPr>
            <p:cNvPr id="617" name="Google Shape;617;p28"/>
            <p:cNvSpPr/>
            <p:nvPr/>
          </p:nvSpPr>
          <p:spPr>
            <a:xfrm>
              <a:off x="1700774" y="3384541"/>
              <a:ext cx="680198" cy="108764"/>
            </a:xfrm>
            <a:custGeom>
              <a:rect b="b" l="l" r="r" t="t"/>
              <a:pathLst>
                <a:path extrusionOk="0" fill="none" h="3525" w="22045">
                  <a:moveTo>
                    <a:pt x="1" y="1"/>
                  </a:moveTo>
                  <a:lnTo>
                    <a:pt x="8378" y="1"/>
                  </a:lnTo>
                  <a:lnTo>
                    <a:pt x="8378" y="3525"/>
                  </a:lnTo>
                  <a:lnTo>
                    <a:pt x="22045" y="3525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8"/>
            <p:cNvSpPr/>
            <p:nvPr/>
          </p:nvSpPr>
          <p:spPr>
            <a:xfrm>
              <a:off x="1639404" y="3352607"/>
              <a:ext cx="61401" cy="61432"/>
            </a:xfrm>
            <a:custGeom>
              <a:rect b="b" l="l" r="r" t="t"/>
              <a:pathLst>
                <a:path extrusionOk="0" h="1991" w="1990">
                  <a:moveTo>
                    <a:pt x="991" y="1"/>
                  </a:moveTo>
                  <a:cubicBezTo>
                    <a:pt x="446" y="1"/>
                    <a:pt x="0" y="447"/>
                    <a:pt x="0" y="991"/>
                  </a:cubicBezTo>
                  <a:cubicBezTo>
                    <a:pt x="0" y="1544"/>
                    <a:pt x="446" y="1990"/>
                    <a:pt x="991" y="1990"/>
                  </a:cubicBezTo>
                  <a:cubicBezTo>
                    <a:pt x="1544" y="1990"/>
                    <a:pt x="1990" y="1544"/>
                    <a:pt x="1990" y="991"/>
                  </a:cubicBezTo>
                  <a:cubicBezTo>
                    <a:pt x="1990" y="447"/>
                    <a:pt x="1544" y="1"/>
                    <a:pt x="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8"/>
            <p:cNvSpPr/>
            <p:nvPr/>
          </p:nvSpPr>
          <p:spPr>
            <a:xfrm>
              <a:off x="2387545" y="3467665"/>
              <a:ext cx="61432" cy="61432"/>
            </a:xfrm>
            <a:custGeom>
              <a:rect b="b" l="l" r="r" t="t"/>
              <a:pathLst>
                <a:path extrusionOk="0" h="1991" w="1991">
                  <a:moveTo>
                    <a:pt x="1000" y="1"/>
                  </a:moveTo>
                  <a:cubicBezTo>
                    <a:pt x="447" y="1"/>
                    <a:pt x="1" y="447"/>
                    <a:pt x="1" y="1000"/>
                  </a:cubicBezTo>
                  <a:cubicBezTo>
                    <a:pt x="1" y="1544"/>
                    <a:pt x="447" y="1990"/>
                    <a:pt x="1000" y="1990"/>
                  </a:cubicBezTo>
                  <a:cubicBezTo>
                    <a:pt x="1544" y="1990"/>
                    <a:pt x="1990" y="1544"/>
                    <a:pt x="1990" y="1000"/>
                  </a:cubicBezTo>
                  <a:cubicBezTo>
                    <a:pt x="1990" y="447"/>
                    <a:pt x="1544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0" name="Google Shape;620;p28"/>
          <p:cNvGrpSpPr/>
          <p:nvPr/>
        </p:nvGrpSpPr>
        <p:grpSpPr>
          <a:xfrm>
            <a:off x="617413" y="4708494"/>
            <a:ext cx="95805" cy="95805"/>
            <a:chOff x="3741963" y="3746119"/>
            <a:chExt cx="95805" cy="95805"/>
          </a:xfrm>
        </p:grpSpPr>
        <p:sp>
          <p:nvSpPr>
            <p:cNvPr id="621" name="Google Shape;621;p28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8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3" name="Google Shape;623;p28"/>
          <p:cNvSpPr/>
          <p:nvPr/>
        </p:nvSpPr>
        <p:spPr>
          <a:xfrm>
            <a:off x="229513" y="3268457"/>
            <a:ext cx="402195" cy="319041"/>
          </a:xfrm>
          <a:custGeom>
            <a:rect b="b" l="l" r="r" t="t"/>
            <a:pathLst>
              <a:path extrusionOk="0" h="10340" w="13035">
                <a:moveTo>
                  <a:pt x="11277" y="0"/>
                </a:moveTo>
                <a:lnTo>
                  <a:pt x="5148" y="7164"/>
                </a:lnTo>
                <a:lnTo>
                  <a:pt x="1749" y="3167"/>
                </a:lnTo>
                <a:lnTo>
                  <a:pt x="1" y="4354"/>
                </a:lnTo>
                <a:lnTo>
                  <a:pt x="5166" y="10339"/>
                </a:lnTo>
                <a:lnTo>
                  <a:pt x="13034" y="1178"/>
                </a:lnTo>
                <a:lnTo>
                  <a:pt x="1127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8"/>
          <p:cNvSpPr/>
          <p:nvPr/>
        </p:nvSpPr>
        <p:spPr>
          <a:xfrm>
            <a:off x="241639" y="3244236"/>
            <a:ext cx="402164" cy="319041"/>
          </a:xfrm>
          <a:custGeom>
            <a:rect b="b" l="l" r="r" t="t"/>
            <a:pathLst>
              <a:path extrusionOk="0" fill="none" h="10340" w="13034">
                <a:moveTo>
                  <a:pt x="13034" y="1178"/>
                </a:moveTo>
                <a:lnTo>
                  <a:pt x="11276" y="0"/>
                </a:lnTo>
                <a:lnTo>
                  <a:pt x="5148" y="7164"/>
                </a:lnTo>
                <a:lnTo>
                  <a:pt x="1749" y="3167"/>
                </a:lnTo>
                <a:lnTo>
                  <a:pt x="0" y="4353"/>
                </a:lnTo>
                <a:lnTo>
                  <a:pt x="5166" y="10339"/>
                </a:ln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8"/>
          <p:cNvSpPr/>
          <p:nvPr/>
        </p:nvSpPr>
        <p:spPr>
          <a:xfrm>
            <a:off x="8670264" y="2018609"/>
            <a:ext cx="164642" cy="164920"/>
          </a:xfrm>
          <a:custGeom>
            <a:rect b="b" l="l" r="r" t="t"/>
            <a:pathLst>
              <a:path extrusionOk="0" h="5345" w="5336">
                <a:moveTo>
                  <a:pt x="2668" y="0"/>
                </a:moveTo>
                <a:cubicBezTo>
                  <a:pt x="1196" y="0"/>
                  <a:pt x="1" y="1196"/>
                  <a:pt x="1" y="2677"/>
                </a:cubicBezTo>
                <a:cubicBezTo>
                  <a:pt x="1" y="4149"/>
                  <a:pt x="1196" y="5344"/>
                  <a:pt x="2668" y="5344"/>
                </a:cubicBezTo>
                <a:cubicBezTo>
                  <a:pt x="4140" y="5344"/>
                  <a:pt x="5336" y="4149"/>
                  <a:pt x="5336" y="2677"/>
                </a:cubicBezTo>
                <a:cubicBezTo>
                  <a:pt x="5336" y="1196"/>
                  <a:pt x="4140" y="0"/>
                  <a:pt x="26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8"/>
          <p:cNvSpPr/>
          <p:nvPr/>
        </p:nvSpPr>
        <p:spPr>
          <a:xfrm>
            <a:off x="8599267" y="2191736"/>
            <a:ext cx="306668" cy="142056"/>
          </a:xfrm>
          <a:custGeom>
            <a:rect b="b" l="l" r="r" t="t"/>
            <a:pathLst>
              <a:path extrusionOk="0" h="4604" w="9939">
                <a:moveTo>
                  <a:pt x="4603" y="1"/>
                </a:moveTo>
                <a:cubicBezTo>
                  <a:pt x="2061" y="1"/>
                  <a:pt x="0" y="2061"/>
                  <a:pt x="0" y="4604"/>
                </a:cubicBezTo>
                <a:lnTo>
                  <a:pt x="9938" y="4604"/>
                </a:lnTo>
                <a:cubicBezTo>
                  <a:pt x="9938" y="2061"/>
                  <a:pt x="7877" y="1"/>
                  <a:pt x="533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8"/>
          <p:cNvSpPr/>
          <p:nvPr/>
        </p:nvSpPr>
        <p:spPr>
          <a:xfrm>
            <a:off x="8647431" y="1997412"/>
            <a:ext cx="164642" cy="164920"/>
          </a:xfrm>
          <a:custGeom>
            <a:rect b="b" l="l" r="r" t="t"/>
            <a:pathLst>
              <a:path extrusionOk="0" fill="none" h="5345" w="5336">
                <a:moveTo>
                  <a:pt x="2668" y="5344"/>
                </a:moveTo>
                <a:cubicBezTo>
                  <a:pt x="4140" y="5344"/>
                  <a:pt x="5335" y="4149"/>
                  <a:pt x="5335" y="2668"/>
                </a:cubicBezTo>
                <a:cubicBezTo>
                  <a:pt x="5335" y="1196"/>
                  <a:pt x="4140" y="0"/>
                  <a:pt x="2668" y="0"/>
                </a:cubicBezTo>
                <a:cubicBezTo>
                  <a:pt x="1196" y="0"/>
                  <a:pt x="0" y="1196"/>
                  <a:pt x="0" y="2668"/>
                </a:cubicBezTo>
                <a:cubicBezTo>
                  <a:pt x="0" y="4149"/>
                  <a:pt x="1196" y="5344"/>
                  <a:pt x="2668" y="5344"/>
                </a:cubicBez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8"/>
          <p:cNvSpPr/>
          <p:nvPr/>
        </p:nvSpPr>
        <p:spPr>
          <a:xfrm>
            <a:off x="8576403" y="2170261"/>
            <a:ext cx="306668" cy="142334"/>
          </a:xfrm>
          <a:custGeom>
            <a:rect b="b" l="l" r="r" t="t"/>
            <a:pathLst>
              <a:path extrusionOk="0" fill="none" h="4613" w="9939">
                <a:moveTo>
                  <a:pt x="5336" y="1"/>
                </a:moveTo>
                <a:lnTo>
                  <a:pt x="4604" y="1"/>
                </a:lnTo>
                <a:cubicBezTo>
                  <a:pt x="2062" y="1"/>
                  <a:pt x="1" y="2070"/>
                  <a:pt x="1" y="4613"/>
                </a:cubicBezTo>
                <a:lnTo>
                  <a:pt x="9939" y="4613"/>
                </a:lnTo>
                <a:cubicBezTo>
                  <a:pt x="9939" y="2070"/>
                  <a:pt x="7878" y="1"/>
                  <a:pt x="5336" y="1"/>
                </a:cubicBez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31" name="Google Shape;631;p29"/>
          <p:cNvSpPr txBox="1"/>
          <p:nvPr>
            <p:ph idx="1" type="subTitle"/>
          </p:nvPr>
        </p:nvSpPr>
        <p:spPr>
          <a:xfrm>
            <a:off x="945413" y="2168775"/>
            <a:ext cx="2079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2" name="Google Shape;632;p29"/>
          <p:cNvSpPr txBox="1"/>
          <p:nvPr>
            <p:ph idx="2" type="subTitle"/>
          </p:nvPr>
        </p:nvSpPr>
        <p:spPr>
          <a:xfrm>
            <a:off x="3532051" y="2168775"/>
            <a:ext cx="2079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3" name="Google Shape;633;p29"/>
          <p:cNvSpPr txBox="1"/>
          <p:nvPr>
            <p:ph idx="3" type="subTitle"/>
          </p:nvPr>
        </p:nvSpPr>
        <p:spPr>
          <a:xfrm>
            <a:off x="945413" y="4009700"/>
            <a:ext cx="2079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4" name="Google Shape;634;p29"/>
          <p:cNvSpPr txBox="1"/>
          <p:nvPr>
            <p:ph idx="4" type="subTitle"/>
          </p:nvPr>
        </p:nvSpPr>
        <p:spPr>
          <a:xfrm>
            <a:off x="3532051" y="4009700"/>
            <a:ext cx="2079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5" name="Google Shape;635;p29"/>
          <p:cNvSpPr txBox="1"/>
          <p:nvPr>
            <p:ph idx="5" type="subTitle"/>
          </p:nvPr>
        </p:nvSpPr>
        <p:spPr>
          <a:xfrm>
            <a:off x="6118690" y="2168775"/>
            <a:ext cx="2079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6" name="Google Shape;636;p29"/>
          <p:cNvSpPr txBox="1"/>
          <p:nvPr>
            <p:ph idx="6" type="subTitle"/>
          </p:nvPr>
        </p:nvSpPr>
        <p:spPr>
          <a:xfrm>
            <a:off x="6118690" y="4009700"/>
            <a:ext cx="2079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7" name="Google Shape;637;p29"/>
          <p:cNvSpPr txBox="1"/>
          <p:nvPr>
            <p:ph idx="7" type="subTitle"/>
          </p:nvPr>
        </p:nvSpPr>
        <p:spPr>
          <a:xfrm>
            <a:off x="949497" y="1888500"/>
            <a:ext cx="20718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38" name="Google Shape;638;p29"/>
          <p:cNvSpPr txBox="1"/>
          <p:nvPr>
            <p:ph idx="8" type="subTitle"/>
          </p:nvPr>
        </p:nvSpPr>
        <p:spPr>
          <a:xfrm>
            <a:off x="3536136" y="1888500"/>
            <a:ext cx="20718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39" name="Google Shape;639;p29"/>
          <p:cNvSpPr txBox="1"/>
          <p:nvPr>
            <p:ph idx="9" type="subTitle"/>
          </p:nvPr>
        </p:nvSpPr>
        <p:spPr>
          <a:xfrm>
            <a:off x="6122775" y="1888500"/>
            <a:ext cx="20718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0" name="Google Shape;640;p29"/>
          <p:cNvSpPr txBox="1"/>
          <p:nvPr>
            <p:ph idx="13" type="subTitle"/>
          </p:nvPr>
        </p:nvSpPr>
        <p:spPr>
          <a:xfrm>
            <a:off x="949497" y="3729425"/>
            <a:ext cx="20718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1" name="Google Shape;641;p29"/>
          <p:cNvSpPr txBox="1"/>
          <p:nvPr>
            <p:ph idx="14" type="subTitle"/>
          </p:nvPr>
        </p:nvSpPr>
        <p:spPr>
          <a:xfrm>
            <a:off x="3536136" y="3729425"/>
            <a:ext cx="20718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2" name="Google Shape;642;p29"/>
          <p:cNvSpPr txBox="1"/>
          <p:nvPr>
            <p:ph idx="15" type="subTitle"/>
          </p:nvPr>
        </p:nvSpPr>
        <p:spPr>
          <a:xfrm>
            <a:off x="6122774" y="3729425"/>
            <a:ext cx="20718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3" name="Google Shape;643;p29"/>
          <p:cNvSpPr/>
          <p:nvPr/>
        </p:nvSpPr>
        <p:spPr>
          <a:xfrm flipH="1">
            <a:off x="8697919" y="1639239"/>
            <a:ext cx="211727" cy="211696"/>
          </a:xfrm>
          <a:custGeom>
            <a:rect b="b" l="l" r="r" t="t"/>
            <a:pathLst>
              <a:path extrusionOk="0" h="6861" w="6862">
                <a:moveTo>
                  <a:pt x="3433" y="2434"/>
                </a:moveTo>
                <a:cubicBezTo>
                  <a:pt x="3842" y="2434"/>
                  <a:pt x="4224" y="2687"/>
                  <a:pt x="4372" y="3096"/>
                </a:cubicBezTo>
                <a:cubicBezTo>
                  <a:pt x="4559" y="3614"/>
                  <a:pt x="4283" y="4185"/>
                  <a:pt x="3766" y="4372"/>
                </a:cubicBezTo>
                <a:cubicBezTo>
                  <a:pt x="3657" y="4409"/>
                  <a:pt x="3546" y="4427"/>
                  <a:pt x="3437" y="4427"/>
                </a:cubicBezTo>
                <a:cubicBezTo>
                  <a:pt x="3026" y="4427"/>
                  <a:pt x="2640" y="4174"/>
                  <a:pt x="2499" y="3765"/>
                </a:cubicBezTo>
                <a:cubicBezTo>
                  <a:pt x="2311" y="3248"/>
                  <a:pt x="2579" y="2677"/>
                  <a:pt x="3105" y="2490"/>
                </a:cubicBezTo>
                <a:cubicBezTo>
                  <a:pt x="3214" y="2452"/>
                  <a:pt x="3324" y="2434"/>
                  <a:pt x="3433" y="2434"/>
                </a:cubicBezTo>
                <a:close/>
                <a:moveTo>
                  <a:pt x="2624" y="1"/>
                </a:moveTo>
                <a:lnTo>
                  <a:pt x="2008" y="224"/>
                </a:lnTo>
                <a:lnTo>
                  <a:pt x="2186" y="1482"/>
                </a:lnTo>
                <a:cubicBezTo>
                  <a:pt x="1999" y="1598"/>
                  <a:pt x="1839" y="1731"/>
                  <a:pt x="1705" y="1892"/>
                </a:cubicBezTo>
                <a:lnTo>
                  <a:pt x="438" y="1571"/>
                </a:lnTo>
                <a:lnTo>
                  <a:pt x="152" y="2168"/>
                </a:lnTo>
                <a:lnTo>
                  <a:pt x="1169" y="2936"/>
                </a:lnTo>
                <a:cubicBezTo>
                  <a:pt x="1125" y="3141"/>
                  <a:pt x="1107" y="3355"/>
                  <a:pt x="1125" y="3569"/>
                </a:cubicBezTo>
                <a:lnTo>
                  <a:pt x="1" y="4238"/>
                </a:lnTo>
                <a:lnTo>
                  <a:pt x="224" y="4854"/>
                </a:lnTo>
                <a:lnTo>
                  <a:pt x="1482" y="4675"/>
                </a:lnTo>
                <a:cubicBezTo>
                  <a:pt x="1598" y="4863"/>
                  <a:pt x="1740" y="5023"/>
                  <a:pt x="1892" y="5166"/>
                </a:cubicBezTo>
                <a:lnTo>
                  <a:pt x="1580" y="6424"/>
                </a:lnTo>
                <a:lnTo>
                  <a:pt x="2178" y="6709"/>
                </a:lnTo>
                <a:lnTo>
                  <a:pt x="2936" y="5692"/>
                </a:lnTo>
                <a:cubicBezTo>
                  <a:pt x="3107" y="5729"/>
                  <a:pt x="3284" y="5748"/>
                  <a:pt x="3462" y="5748"/>
                </a:cubicBezTo>
                <a:cubicBezTo>
                  <a:pt x="3498" y="5748"/>
                  <a:pt x="3534" y="5747"/>
                  <a:pt x="3569" y="5746"/>
                </a:cubicBezTo>
                <a:lnTo>
                  <a:pt x="4238" y="6861"/>
                </a:lnTo>
                <a:lnTo>
                  <a:pt x="4863" y="6638"/>
                </a:lnTo>
                <a:lnTo>
                  <a:pt x="4684" y="5380"/>
                </a:lnTo>
                <a:cubicBezTo>
                  <a:pt x="4863" y="5264"/>
                  <a:pt x="5023" y="5130"/>
                  <a:pt x="5166" y="4970"/>
                </a:cubicBezTo>
                <a:lnTo>
                  <a:pt x="6424" y="5282"/>
                </a:lnTo>
                <a:lnTo>
                  <a:pt x="6709" y="4684"/>
                </a:lnTo>
                <a:lnTo>
                  <a:pt x="5692" y="3926"/>
                </a:lnTo>
                <a:cubicBezTo>
                  <a:pt x="5737" y="3721"/>
                  <a:pt x="5755" y="3507"/>
                  <a:pt x="5746" y="3293"/>
                </a:cubicBezTo>
                <a:lnTo>
                  <a:pt x="6861" y="2623"/>
                </a:lnTo>
                <a:lnTo>
                  <a:pt x="6638" y="1999"/>
                </a:lnTo>
                <a:lnTo>
                  <a:pt x="5380" y="2177"/>
                </a:lnTo>
                <a:cubicBezTo>
                  <a:pt x="5264" y="1999"/>
                  <a:pt x="5130" y="1838"/>
                  <a:pt x="4970" y="1696"/>
                </a:cubicBezTo>
                <a:lnTo>
                  <a:pt x="5291" y="438"/>
                </a:lnTo>
                <a:lnTo>
                  <a:pt x="4693" y="152"/>
                </a:lnTo>
                <a:lnTo>
                  <a:pt x="3926" y="1169"/>
                </a:lnTo>
                <a:cubicBezTo>
                  <a:pt x="3755" y="1132"/>
                  <a:pt x="3584" y="1114"/>
                  <a:pt x="3408" y="1114"/>
                </a:cubicBezTo>
                <a:cubicBezTo>
                  <a:pt x="3373" y="1114"/>
                  <a:pt x="3337" y="1114"/>
                  <a:pt x="3302" y="1116"/>
                </a:cubicBezTo>
                <a:lnTo>
                  <a:pt x="262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9"/>
          <p:cNvSpPr/>
          <p:nvPr/>
        </p:nvSpPr>
        <p:spPr>
          <a:xfrm flipH="1">
            <a:off x="8689403" y="1622454"/>
            <a:ext cx="211696" cy="211418"/>
          </a:xfrm>
          <a:custGeom>
            <a:rect b="b" l="l" r="r" t="t"/>
            <a:pathLst>
              <a:path extrusionOk="0" fill="none" h="6852" w="6861">
                <a:moveTo>
                  <a:pt x="2489" y="3765"/>
                </a:moveTo>
                <a:cubicBezTo>
                  <a:pt x="2311" y="3239"/>
                  <a:pt x="2579" y="2677"/>
                  <a:pt x="3096" y="2489"/>
                </a:cubicBezTo>
                <a:cubicBezTo>
                  <a:pt x="3613" y="2302"/>
                  <a:pt x="4184" y="2579"/>
                  <a:pt x="4372" y="3096"/>
                </a:cubicBezTo>
                <a:cubicBezTo>
                  <a:pt x="4550" y="3613"/>
                  <a:pt x="4282" y="4184"/>
                  <a:pt x="3765" y="4363"/>
                </a:cubicBezTo>
                <a:cubicBezTo>
                  <a:pt x="3248" y="4550"/>
                  <a:pt x="2677" y="4283"/>
                  <a:pt x="2489" y="3765"/>
                </a:cubicBezTo>
                <a:close/>
                <a:moveTo>
                  <a:pt x="223" y="4853"/>
                </a:moveTo>
                <a:lnTo>
                  <a:pt x="1481" y="4675"/>
                </a:lnTo>
                <a:cubicBezTo>
                  <a:pt x="1597" y="4862"/>
                  <a:pt x="1731" y="5023"/>
                  <a:pt x="1892" y="5157"/>
                </a:cubicBezTo>
                <a:lnTo>
                  <a:pt x="1579" y="6424"/>
                </a:lnTo>
                <a:lnTo>
                  <a:pt x="2168" y="6709"/>
                </a:lnTo>
                <a:lnTo>
                  <a:pt x="2935" y="5692"/>
                </a:lnTo>
                <a:cubicBezTo>
                  <a:pt x="3141" y="5737"/>
                  <a:pt x="3355" y="5755"/>
                  <a:pt x="3569" y="5737"/>
                </a:cubicBezTo>
                <a:lnTo>
                  <a:pt x="4238" y="6852"/>
                </a:lnTo>
                <a:lnTo>
                  <a:pt x="4853" y="6638"/>
                </a:lnTo>
                <a:lnTo>
                  <a:pt x="4675" y="5380"/>
                </a:lnTo>
                <a:cubicBezTo>
                  <a:pt x="4862" y="5264"/>
                  <a:pt x="5023" y="5121"/>
                  <a:pt x="5166" y="4969"/>
                </a:cubicBezTo>
                <a:lnTo>
                  <a:pt x="6424" y="5282"/>
                </a:lnTo>
                <a:lnTo>
                  <a:pt x="6709" y="4684"/>
                </a:lnTo>
                <a:lnTo>
                  <a:pt x="5692" y="3926"/>
                </a:lnTo>
                <a:cubicBezTo>
                  <a:pt x="5737" y="3721"/>
                  <a:pt x="5754" y="3506"/>
                  <a:pt x="5746" y="3292"/>
                </a:cubicBezTo>
                <a:lnTo>
                  <a:pt x="6861" y="2623"/>
                </a:lnTo>
                <a:lnTo>
                  <a:pt x="6638" y="1999"/>
                </a:lnTo>
                <a:lnTo>
                  <a:pt x="5380" y="2177"/>
                </a:lnTo>
                <a:cubicBezTo>
                  <a:pt x="5264" y="1999"/>
                  <a:pt x="5130" y="1838"/>
                  <a:pt x="4969" y="1695"/>
                </a:cubicBezTo>
                <a:lnTo>
                  <a:pt x="5282" y="438"/>
                </a:lnTo>
                <a:lnTo>
                  <a:pt x="4684" y="152"/>
                </a:lnTo>
                <a:lnTo>
                  <a:pt x="3926" y="1169"/>
                </a:lnTo>
                <a:cubicBezTo>
                  <a:pt x="3720" y="1116"/>
                  <a:pt x="3506" y="1098"/>
                  <a:pt x="3292" y="1116"/>
                </a:cubicBezTo>
                <a:lnTo>
                  <a:pt x="2623" y="0"/>
                </a:lnTo>
                <a:lnTo>
                  <a:pt x="1999" y="223"/>
                </a:lnTo>
                <a:lnTo>
                  <a:pt x="2177" y="1472"/>
                </a:lnTo>
                <a:cubicBezTo>
                  <a:pt x="1999" y="1588"/>
                  <a:pt x="1838" y="1731"/>
                  <a:pt x="1695" y="1892"/>
                </a:cubicBezTo>
                <a:lnTo>
                  <a:pt x="438" y="1571"/>
                </a:lnTo>
                <a:lnTo>
                  <a:pt x="152" y="2168"/>
                </a:lnTo>
                <a:lnTo>
                  <a:pt x="1169" y="2935"/>
                </a:lnTo>
                <a:cubicBezTo>
                  <a:pt x="1124" y="3141"/>
                  <a:pt x="1107" y="3346"/>
                  <a:pt x="1116" y="3560"/>
                </a:cubicBezTo>
                <a:lnTo>
                  <a:pt x="0" y="4229"/>
                </a:lnTo>
                <a:close/>
              </a:path>
            </a:pathLst>
          </a:custGeom>
          <a:noFill/>
          <a:ln cap="rnd" cmpd="sng" w="10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5" name="Google Shape;645;p29"/>
          <p:cNvGrpSpPr/>
          <p:nvPr/>
        </p:nvGrpSpPr>
        <p:grpSpPr>
          <a:xfrm flipH="1">
            <a:off x="160157" y="3552021"/>
            <a:ext cx="402677" cy="340272"/>
            <a:chOff x="5915814" y="759984"/>
            <a:chExt cx="589917" cy="498493"/>
          </a:xfrm>
        </p:grpSpPr>
        <p:sp>
          <p:nvSpPr>
            <p:cNvPr id="646" name="Google Shape;646;p29"/>
            <p:cNvSpPr/>
            <p:nvPr/>
          </p:nvSpPr>
          <p:spPr>
            <a:xfrm>
              <a:off x="5945003" y="759984"/>
              <a:ext cx="560728" cy="469335"/>
            </a:xfrm>
            <a:custGeom>
              <a:rect b="b" l="l" r="r" t="t"/>
              <a:pathLst>
                <a:path extrusionOk="0" h="15211" w="18173">
                  <a:moveTo>
                    <a:pt x="9082" y="0"/>
                  </a:moveTo>
                  <a:cubicBezTo>
                    <a:pt x="4068" y="0"/>
                    <a:pt x="0" y="2810"/>
                    <a:pt x="0" y="6280"/>
                  </a:cubicBezTo>
                  <a:cubicBezTo>
                    <a:pt x="0" y="9644"/>
                    <a:pt x="3818" y="12391"/>
                    <a:pt x="8618" y="12561"/>
                  </a:cubicBezTo>
                  <a:lnTo>
                    <a:pt x="6584" y="15210"/>
                  </a:lnTo>
                  <a:lnTo>
                    <a:pt x="11080" y="12409"/>
                  </a:lnTo>
                  <a:cubicBezTo>
                    <a:pt x="12088" y="12257"/>
                    <a:pt x="13043" y="11981"/>
                    <a:pt x="13890" y="11615"/>
                  </a:cubicBezTo>
                  <a:cubicBezTo>
                    <a:pt x="16460" y="10509"/>
                    <a:pt x="18172" y="8529"/>
                    <a:pt x="18172" y="6280"/>
                  </a:cubicBezTo>
                  <a:cubicBezTo>
                    <a:pt x="18172" y="2810"/>
                    <a:pt x="14104" y="0"/>
                    <a:pt x="90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9"/>
            <p:cNvSpPr/>
            <p:nvPr/>
          </p:nvSpPr>
          <p:spPr>
            <a:xfrm>
              <a:off x="5915814" y="789142"/>
              <a:ext cx="560728" cy="469335"/>
            </a:xfrm>
            <a:custGeom>
              <a:rect b="b" l="l" r="r" t="t"/>
              <a:pathLst>
                <a:path extrusionOk="0" fill="none" h="15211" w="18173">
                  <a:moveTo>
                    <a:pt x="9082" y="1"/>
                  </a:moveTo>
                  <a:cubicBezTo>
                    <a:pt x="4069" y="1"/>
                    <a:pt x="1" y="2811"/>
                    <a:pt x="1" y="6281"/>
                  </a:cubicBezTo>
                  <a:cubicBezTo>
                    <a:pt x="1" y="9644"/>
                    <a:pt x="3819" y="12383"/>
                    <a:pt x="8618" y="12553"/>
                  </a:cubicBezTo>
                  <a:lnTo>
                    <a:pt x="6584" y="15211"/>
                  </a:lnTo>
                  <a:lnTo>
                    <a:pt x="11081" y="12410"/>
                  </a:lnTo>
                  <a:cubicBezTo>
                    <a:pt x="12089" y="12249"/>
                    <a:pt x="13043" y="11982"/>
                    <a:pt x="13891" y="11616"/>
                  </a:cubicBezTo>
                  <a:cubicBezTo>
                    <a:pt x="16460" y="10501"/>
                    <a:pt x="18173" y="8529"/>
                    <a:pt x="18173" y="6281"/>
                  </a:cubicBezTo>
                  <a:cubicBezTo>
                    <a:pt x="18173" y="2811"/>
                    <a:pt x="14105" y="1"/>
                    <a:pt x="9082" y="1"/>
                  </a:cubicBezTo>
                  <a:close/>
                </a:path>
              </a:pathLst>
            </a:custGeom>
            <a:noFill/>
            <a:ln cap="rnd" cmpd="sng" w="176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9"/>
            <p:cNvSpPr/>
            <p:nvPr/>
          </p:nvSpPr>
          <p:spPr>
            <a:xfrm>
              <a:off x="6068300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95" y="0"/>
                    <a:pt x="1" y="286"/>
                    <a:pt x="1" y="643"/>
                  </a:cubicBezTo>
                  <a:cubicBezTo>
                    <a:pt x="1" y="991"/>
                    <a:pt x="295" y="1285"/>
                    <a:pt x="643" y="1285"/>
                  </a:cubicBezTo>
                  <a:cubicBezTo>
                    <a:pt x="1000" y="1285"/>
                    <a:pt x="1286" y="991"/>
                    <a:pt x="1286" y="643"/>
                  </a:cubicBezTo>
                  <a:cubicBezTo>
                    <a:pt x="1286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9"/>
            <p:cNvSpPr/>
            <p:nvPr/>
          </p:nvSpPr>
          <p:spPr>
            <a:xfrm>
              <a:off x="6183636" y="967793"/>
              <a:ext cx="39402" cy="39680"/>
            </a:xfrm>
            <a:custGeom>
              <a:rect b="b" l="l" r="r" t="t"/>
              <a:pathLst>
                <a:path extrusionOk="0" h="1286" w="1277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991" y="1285"/>
                    <a:pt x="1277" y="991"/>
                    <a:pt x="1277" y="643"/>
                  </a:cubicBezTo>
                  <a:cubicBezTo>
                    <a:pt x="1277" y="286"/>
                    <a:pt x="991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9"/>
            <p:cNvSpPr/>
            <p:nvPr/>
          </p:nvSpPr>
          <p:spPr>
            <a:xfrm>
              <a:off x="6298694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1000" y="1285"/>
                    <a:pt x="1285" y="991"/>
                    <a:pt x="1285" y="643"/>
                  </a:cubicBezTo>
                  <a:cubicBezTo>
                    <a:pt x="1285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1" name="Google Shape;651;p29"/>
          <p:cNvGrpSpPr/>
          <p:nvPr/>
        </p:nvGrpSpPr>
        <p:grpSpPr>
          <a:xfrm flipH="1" rot="-5400000">
            <a:off x="8401669" y="526820"/>
            <a:ext cx="668906" cy="145913"/>
            <a:chOff x="2804304" y="4395845"/>
            <a:chExt cx="668906" cy="145913"/>
          </a:xfrm>
        </p:grpSpPr>
        <p:sp>
          <p:nvSpPr>
            <p:cNvPr id="652" name="Google Shape;652;p29"/>
            <p:cNvSpPr/>
            <p:nvPr/>
          </p:nvSpPr>
          <p:spPr>
            <a:xfrm>
              <a:off x="2854937" y="4422257"/>
              <a:ext cx="562116" cy="89788"/>
            </a:xfrm>
            <a:custGeom>
              <a:rect b="b" l="l" r="r" t="t"/>
              <a:pathLst>
                <a:path extrusionOk="0" fill="none" h="2910" w="18218">
                  <a:moveTo>
                    <a:pt x="1" y="1"/>
                  </a:moveTo>
                  <a:lnTo>
                    <a:pt x="6923" y="1"/>
                  </a:lnTo>
                  <a:lnTo>
                    <a:pt x="6923" y="2909"/>
                  </a:lnTo>
                  <a:lnTo>
                    <a:pt x="18217" y="290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9"/>
            <p:cNvSpPr/>
            <p:nvPr/>
          </p:nvSpPr>
          <p:spPr>
            <a:xfrm>
              <a:off x="2804304" y="4395845"/>
              <a:ext cx="50664" cy="50664"/>
            </a:xfrm>
            <a:custGeom>
              <a:rect b="b" l="l" r="r" t="t"/>
              <a:pathLst>
                <a:path extrusionOk="0" fill="none" h="1642" w="1642">
                  <a:moveTo>
                    <a:pt x="1642" y="821"/>
                  </a:moveTo>
                  <a:cubicBezTo>
                    <a:pt x="1642" y="1276"/>
                    <a:pt x="1276" y="1642"/>
                    <a:pt x="821" y="1642"/>
                  </a:cubicBezTo>
                  <a:cubicBezTo>
                    <a:pt x="366" y="1642"/>
                    <a:pt x="0" y="1276"/>
                    <a:pt x="0" y="821"/>
                  </a:cubicBezTo>
                  <a:cubicBezTo>
                    <a:pt x="0" y="366"/>
                    <a:pt x="366" y="0"/>
                    <a:pt x="821" y="0"/>
                  </a:cubicBezTo>
                  <a:cubicBezTo>
                    <a:pt x="1276" y="0"/>
                    <a:pt x="1642" y="366"/>
                    <a:pt x="1642" y="821"/>
                  </a:cubicBezTo>
                  <a:close/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9"/>
            <p:cNvSpPr/>
            <p:nvPr/>
          </p:nvSpPr>
          <p:spPr>
            <a:xfrm>
              <a:off x="3422237" y="4490817"/>
              <a:ext cx="50972" cy="50942"/>
            </a:xfrm>
            <a:custGeom>
              <a:rect b="b" l="l" r="r" t="t"/>
              <a:pathLst>
                <a:path extrusionOk="0" h="1651" w="1652">
                  <a:moveTo>
                    <a:pt x="831" y="0"/>
                  </a:moveTo>
                  <a:cubicBezTo>
                    <a:pt x="376" y="0"/>
                    <a:pt x="1" y="375"/>
                    <a:pt x="1" y="821"/>
                  </a:cubicBezTo>
                  <a:cubicBezTo>
                    <a:pt x="1" y="1276"/>
                    <a:pt x="376" y="1651"/>
                    <a:pt x="831" y="1651"/>
                  </a:cubicBezTo>
                  <a:cubicBezTo>
                    <a:pt x="1277" y="1651"/>
                    <a:pt x="1651" y="1276"/>
                    <a:pt x="1651" y="821"/>
                  </a:cubicBezTo>
                  <a:cubicBezTo>
                    <a:pt x="1651" y="375"/>
                    <a:pt x="1277" y="0"/>
                    <a:pt x="83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5" name="Google Shape;655;p29"/>
          <p:cNvGrpSpPr/>
          <p:nvPr/>
        </p:nvGrpSpPr>
        <p:grpSpPr>
          <a:xfrm>
            <a:off x="329445" y="4289745"/>
            <a:ext cx="7325" cy="270117"/>
            <a:chOff x="2544720" y="2736864"/>
            <a:chExt cx="31" cy="174269"/>
          </a:xfrm>
        </p:grpSpPr>
        <p:sp>
          <p:nvSpPr>
            <p:cNvPr id="656" name="Google Shape;656;p29"/>
            <p:cNvSpPr/>
            <p:nvPr/>
          </p:nvSpPr>
          <p:spPr>
            <a:xfrm>
              <a:off x="2544720" y="2736864"/>
              <a:ext cx="31" cy="3055"/>
            </a:xfrm>
            <a:custGeom>
              <a:rect b="b" l="l" r="r" t="t"/>
              <a:pathLst>
                <a:path extrusionOk="0" fill="none" h="99" w="1">
                  <a:moveTo>
                    <a:pt x="1" y="1"/>
                  </a:moveTo>
                  <a:lnTo>
                    <a:pt x="1" y="99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9"/>
            <p:cNvSpPr/>
            <p:nvPr/>
          </p:nvSpPr>
          <p:spPr>
            <a:xfrm>
              <a:off x="2544720" y="2778148"/>
              <a:ext cx="31" cy="110955"/>
            </a:xfrm>
            <a:custGeom>
              <a:rect b="b" l="l" r="r" t="t"/>
              <a:pathLst>
                <a:path extrusionOk="0" fill="none" h="3596" w="1">
                  <a:moveTo>
                    <a:pt x="1" y="1"/>
                  </a:moveTo>
                  <a:lnTo>
                    <a:pt x="1" y="3596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9"/>
            <p:cNvSpPr/>
            <p:nvPr/>
          </p:nvSpPr>
          <p:spPr>
            <a:xfrm>
              <a:off x="2544720" y="2908356"/>
              <a:ext cx="31" cy="2777"/>
            </a:xfrm>
            <a:custGeom>
              <a:rect b="b" l="l" r="r" t="t"/>
              <a:pathLst>
                <a:path extrusionOk="0" fill="none" h="90" w="1">
                  <a:moveTo>
                    <a:pt x="1" y="0"/>
                  </a:moveTo>
                  <a:lnTo>
                    <a:pt x="1" y="9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9" name="Google Shape;659;p29"/>
          <p:cNvGrpSpPr/>
          <p:nvPr/>
        </p:nvGrpSpPr>
        <p:grpSpPr>
          <a:xfrm flipH="1">
            <a:off x="286335" y="4660594"/>
            <a:ext cx="95805" cy="95805"/>
            <a:chOff x="3741963" y="3746119"/>
            <a:chExt cx="95805" cy="95805"/>
          </a:xfrm>
        </p:grpSpPr>
        <p:sp>
          <p:nvSpPr>
            <p:cNvPr id="660" name="Google Shape;660;p29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9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0"/>
          <p:cNvSpPr txBox="1"/>
          <p:nvPr>
            <p:ph hasCustomPrompt="1" type="title"/>
          </p:nvPr>
        </p:nvSpPr>
        <p:spPr>
          <a:xfrm>
            <a:off x="1322825" y="707332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4" name="Google Shape;664;p30"/>
          <p:cNvSpPr txBox="1"/>
          <p:nvPr>
            <p:ph idx="1" type="subTitle"/>
          </p:nvPr>
        </p:nvSpPr>
        <p:spPr>
          <a:xfrm>
            <a:off x="1322825" y="1320051"/>
            <a:ext cx="46968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5" name="Google Shape;665;p30"/>
          <p:cNvSpPr txBox="1"/>
          <p:nvPr>
            <p:ph hasCustomPrompt="1" idx="2" type="title"/>
          </p:nvPr>
        </p:nvSpPr>
        <p:spPr>
          <a:xfrm>
            <a:off x="2223600" y="2059587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6" name="Google Shape;666;p30"/>
          <p:cNvSpPr txBox="1"/>
          <p:nvPr>
            <p:ph idx="3" type="subTitle"/>
          </p:nvPr>
        </p:nvSpPr>
        <p:spPr>
          <a:xfrm>
            <a:off x="2223600" y="2672308"/>
            <a:ext cx="46968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7" name="Google Shape;667;p30"/>
          <p:cNvSpPr txBox="1"/>
          <p:nvPr>
            <p:ph hasCustomPrompt="1" idx="4" type="title"/>
          </p:nvPr>
        </p:nvSpPr>
        <p:spPr>
          <a:xfrm>
            <a:off x="3124375" y="3411843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8" name="Google Shape;668;p30"/>
          <p:cNvSpPr txBox="1"/>
          <p:nvPr>
            <p:ph idx="5" type="subTitle"/>
          </p:nvPr>
        </p:nvSpPr>
        <p:spPr>
          <a:xfrm>
            <a:off x="3124375" y="4024564"/>
            <a:ext cx="46968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669" name="Google Shape;669;p30"/>
          <p:cNvGrpSpPr/>
          <p:nvPr/>
        </p:nvGrpSpPr>
        <p:grpSpPr>
          <a:xfrm>
            <a:off x="8152769" y="4354759"/>
            <a:ext cx="589917" cy="498493"/>
            <a:chOff x="5915814" y="759984"/>
            <a:chExt cx="589917" cy="498493"/>
          </a:xfrm>
        </p:grpSpPr>
        <p:sp>
          <p:nvSpPr>
            <p:cNvPr id="670" name="Google Shape;670;p30"/>
            <p:cNvSpPr/>
            <p:nvPr/>
          </p:nvSpPr>
          <p:spPr>
            <a:xfrm>
              <a:off x="5945003" y="759984"/>
              <a:ext cx="560728" cy="469335"/>
            </a:xfrm>
            <a:custGeom>
              <a:rect b="b" l="l" r="r" t="t"/>
              <a:pathLst>
                <a:path extrusionOk="0" h="15211" w="18173">
                  <a:moveTo>
                    <a:pt x="9082" y="0"/>
                  </a:moveTo>
                  <a:cubicBezTo>
                    <a:pt x="4068" y="0"/>
                    <a:pt x="0" y="2810"/>
                    <a:pt x="0" y="6280"/>
                  </a:cubicBezTo>
                  <a:cubicBezTo>
                    <a:pt x="0" y="9644"/>
                    <a:pt x="3818" y="12391"/>
                    <a:pt x="8618" y="12561"/>
                  </a:cubicBezTo>
                  <a:lnTo>
                    <a:pt x="6584" y="15210"/>
                  </a:lnTo>
                  <a:lnTo>
                    <a:pt x="11080" y="12409"/>
                  </a:lnTo>
                  <a:cubicBezTo>
                    <a:pt x="12088" y="12257"/>
                    <a:pt x="13043" y="11981"/>
                    <a:pt x="13890" y="11615"/>
                  </a:cubicBezTo>
                  <a:cubicBezTo>
                    <a:pt x="16460" y="10509"/>
                    <a:pt x="18172" y="8529"/>
                    <a:pt x="18172" y="6280"/>
                  </a:cubicBezTo>
                  <a:cubicBezTo>
                    <a:pt x="18172" y="2810"/>
                    <a:pt x="14104" y="0"/>
                    <a:pt x="90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0"/>
            <p:cNvSpPr/>
            <p:nvPr/>
          </p:nvSpPr>
          <p:spPr>
            <a:xfrm>
              <a:off x="5915814" y="789142"/>
              <a:ext cx="560728" cy="469335"/>
            </a:xfrm>
            <a:custGeom>
              <a:rect b="b" l="l" r="r" t="t"/>
              <a:pathLst>
                <a:path extrusionOk="0" fill="none" h="15211" w="18173">
                  <a:moveTo>
                    <a:pt x="9082" y="1"/>
                  </a:moveTo>
                  <a:cubicBezTo>
                    <a:pt x="4069" y="1"/>
                    <a:pt x="1" y="2811"/>
                    <a:pt x="1" y="6281"/>
                  </a:cubicBezTo>
                  <a:cubicBezTo>
                    <a:pt x="1" y="9644"/>
                    <a:pt x="3819" y="12383"/>
                    <a:pt x="8618" y="12553"/>
                  </a:cubicBezTo>
                  <a:lnTo>
                    <a:pt x="6584" y="15211"/>
                  </a:lnTo>
                  <a:lnTo>
                    <a:pt x="11081" y="12410"/>
                  </a:lnTo>
                  <a:cubicBezTo>
                    <a:pt x="12089" y="12249"/>
                    <a:pt x="13043" y="11982"/>
                    <a:pt x="13891" y="11616"/>
                  </a:cubicBezTo>
                  <a:cubicBezTo>
                    <a:pt x="16460" y="10501"/>
                    <a:pt x="18173" y="8529"/>
                    <a:pt x="18173" y="6281"/>
                  </a:cubicBezTo>
                  <a:cubicBezTo>
                    <a:pt x="18173" y="2811"/>
                    <a:pt x="14105" y="1"/>
                    <a:pt x="9082" y="1"/>
                  </a:cubicBezTo>
                  <a:close/>
                </a:path>
              </a:pathLst>
            </a:custGeom>
            <a:noFill/>
            <a:ln cap="rnd" cmpd="sng" w="176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0"/>
            <p:cNvSpPr/>
            <p:nvPr/>
          </p:nvSpPr>
          <p:spPr>
            <a:xfrm>
              <a:off x="6068300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95" y="0"/>
                    <a:pt x="1" y="286"/>
                    <a:pt x="1" y="643"/>
                  </a:cubicBezTo>
                  <a:cubicBezTo>
                    <a:pt x="1" y="991"/>
                    <a:pt x="295" y="1285"/>
                    <a:pt x="643" y="1285"/>
                  </a:cubicBezTo>
                  <a:cubicBezTo>
                    <a:pt x="1000" y="1285"/>
                    <a:pt x="1286" y="991"/>
                    <a:pt x="1286" y="643"/>
                  </a:cubicBezTo>
                  <a:cubicBezTo>
                    <a:pt x="1286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0"/>
            <p:cNvSpPr/>
            <p:nvPr/>
          </p:nvSpPr>
          <p:spPr>
            <a:xfrm>
              <a:off x="6183636" y="967793"/>
              <a:ext cx="39402" cy="39680"/>
            </a:xfrm>
            <a:custGeom>
              <a:rect b="b" l="l" r="r" t="t"/>
              <a:pathLst>
                <a:path extrusionOk="0" h="1286" w="1277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991" y="1285"/>
                    <a:pt x="1277" y="991"/>
                    <a:pt x="1277" y="643"/>
                  </a:cubicBezTo>
                  <a:cubicBezTo>
                    <a:pt x="1277" y="286"/>
                    <a:pt x="991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0"/>
            <p:cNvSpPr/>
            <p:nvPr/>
          </p:nvSpPr>
          <p:spPr>
            <a:xfrm>
              <a:off x="6298694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1000" y="1285"/>
                    <a:pt x="1285" y="991"/>
                    <a:pt x="1285" y="643"/>
                  </a:cubicBezTo>
                  <a:cubicBezTo>
                    <a:pt x="1285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5" name="Google Shape;675;p30"/>
          <p:cNvSpPr/>
          <p:nvPr/>
        </p:nvSpPr>
        <p:spPr>
          <a:xfrm flipH="1">
            <a:off x="551979" y="378475"/>
            <a:ext cx="350451" cy="350143"/>
          </a:xfrm>
          <a:custGeom>
            <a:rect b="b" l="l" r="r" t="t"/>
            <a:pathLst>
              <a:path extrusionOk="0" h="11348" w="11358">
                <a:moveTo>
                  <a:pt x="5687" y="4023"/>
                </a:moveTo>
                <a:cubicBezTo>
                  <a:pt x="6363" y="4023"/>
                  <a:pt x="6998" y="4448"/>
                  <a:pt x="7236" y="5121"/>
                </a:cubicBezTo>
                <a:cubicBezTo>
                  <a:pt x="7539" y="5977"/>
                  <a:pt x="7093" y="6923"/>
                  <a:pt x="6237" y="7226"/>
                </a:cubicBezTo>
                <a:cubicBezTo>
                  <a:pt x="6053" y="7291"/>
                  <a:pt x="5866" y="7321"/>
                  <a:pt x="5682" y="7321"/>
                </a:cubicBezTo>
                <a:cubicBezTo>
                  <a:pt x="5002" y="7321"/>
                  <a:pt x="4370" y="6901"/>
                  <a:pt x="4131" y="6227"/>
                </a:cubicBezTo>
                <a:cubicBezTo>
                  <a:pt x="3819" y="5362"/>
                  <a:pt x="4274" y="4425"/>
                  <a:pt x="5131" y="4122"/>
                </a:cubicBezTo>
                <a:cubicBezTo>
                  <a:pt x="5314" y="4055"/>
                  <a:pt x="5502" y="4023"/>
                  <a:pt x="5687" y="4023"/>
                </a:cubicBezTo>
                <a:close/>
                <a:moveTo>
                  <a:pt x="4345" y="0"/>
                </a:moveTo>
                <a:lnTo>
                  <a:pt x="3320" y="366"/>
                </a:lnTo>
                <a:lnTo>
                  <a:pt x="3614" y="2444"/>
                </a:lnTo>
                <a:cubicBezTo>
                  <a:pt x="3311" y="2632"/>
                  <a:pt x="3043" y="2864"/>
                  <a:pt x="2811" y="3122"/>
                </a:cubicBezTo>
                <a:lnTo>
                  <a:pt x="724" y="2605"/>
                </a:lnTo>
                <a:lnTo>
                  <a:pt x="251" y="3586"/>
                </a:lnTo>
                <a:lnTo>
                  <a:pt x="1937" y="4853"/>
                </a:lnTo>
                <a:cubicBezTo>
                  <a:pt x="1865" y="5192"/>
                  <a:pt x="1830" y="5540"/>
                  <a:pt x="1848" y="5897"/>
                </a:cubicBezTo>
                <a:lnTo>
                  <a:pt x="1" y="7003"/>
                </a:lnTo>
                <a:lnTo>
                  <a:pt x="367" y="8038"/>
                </a:lnTo>
                <a:lnTo>
                  <a:pt x="2454" y="7743"/>
                </a:lnTo>
                <a:cubicBezTo>
                  <a:pt x="2642" y="8038"/>
                  <a:pt x="2874" y="8314"/>
                  <a:pt x="3132" y="8537"/>
                </a:cubicBezTo>
                <a:lnTo>
                  <a:pt x="2615" y="10625"/>
                </a:lnTo>
                <a:lnTo>
                  <a:pt x="3596" y="11098"/>
                </a:lnTo>
                <a:lnTo>
                  <a:pt x="4863" y="9421"/>
                </a:lnTo>
                <a:cubicBezTo>
                  <a:pt x="5134" y="9478"/>
                  <a:pt x="5411" y="9506"/>
                  <a:pt x="5694" y="9506"/>
                </a:cubicBezTo>
                <a:cubicBezTo>
                  <a:pt x="5764" y="9506"/>
                  <a:pt x="5835" y="9504"/>
                  <a:pt x="5907" y="9501"/>
                </a:cubicBezTo>
                <a:lnTo>
                  <a:pt x="7013" y="11348"/>
                </a:lnTo>
                <a:lnTo>
                  <a:pt x="8048" y="10982"/>
                </a:lnTo>
                <a:lnTo>
                  <a:pt x="7753" y="8903"/>
                </a:lnTo>
                <a:cubicBezTo>
                  <a:pt x="8048" y="8707"/>
                  <a:pt x="8324" y="8484"/>
                  <a:pt x="8547" y="8216"/>
                </a:cubicBezTo>
                <a:lnTo>
                  <a:pt x="10635" y="8743"/>
                </a:lnTo>
                <a:lnTo>
                  <a:pt x="11108" y="7752"/>
                </a:lnTo>
                <a:lnTo>
                  <a:pt x="9430" y="6494"/>
                </a:lnTo>
                <a:cubicBezTo>
                  <a:pt x="9502" y="6155"/>
                  <a:pt x="9529" y="5799"/>
                  <a:pt x="9511" y="5451"/>
                </a:cubicBezTo>
                <a:lnTo>
                  <a:pt x="11357" y="4336"/>
                </a:lnTo>
                <a:lnTo>
                  <a:pt x="10992" y="3310"/>
                </a:lnTo>
                <a:lnTo>
                  <a:pt x="8913" y="3604"/>
                </a:lnTo>
                <a:cubicBezTo>
                  <a:pt x="8717" y="3301"/>
                  <a:pt x="8494" y="3033"/>
                  <a:pt x="8226" y="2801"/>
                </a:cubicBezTo>
                <a:lnTo>
                  <a:pt x="8752" y="714"/>
                </a:lnTo>
                <a:lnTo>
                  <a:pt x="7762" y="241"/>
                </a:lnTo>
                <a:lnTo>
                  <a:pt x="6504" y="1927"/>
                </a:lnTo>
                <a:cubicBezTo>
                  <a:pt x="6224" y="1868"/>
                  <a:pt x="5930" y="1833"/>
                  <a:pt x="5635" y="1833"/>
                </a:cubicBezTo>
                <a:cubicBezTo>
                  <a:pt x="5574" y="1833"/>
                  <a:pt x="5513" y="1835"/>
                  <a:pt x="5452" y="1838"/>
                </a:cubicBezTo>
                <a:lnTo>
                  <a:pt x="43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0"/>
          <p:cNvSpPr/>
          <p:nvPr/>
        </p:nvSpPr>
        <p:spPr>
          <a:xfrm flipH="1">
            <a:off x="538218" y="350397"/>
            <a:ext cx="350173" cy="350420"/>
          </a:xfrm>
          <a:custGeom>
            <a:rect b="b" l="l" r="r" t="t"/>
            <a:pathLst>
              <a:path extrusionOk="0" fill="none" h="11357" w="11349">
                <a:moveTo>
                  <a:pt x="4122" y="6227"/>
                </a:moveTo>
                <a:cubicBezTo>
                  <a:pt x="3819" y="5371"/>
                  <a:pt x="4265" y="4425"/>
                  <a:pt x="5130" y="4122"/>
                </a:cubicBezTo>
                <a:cubicBezTo>
                  <a:pt x="5987" y="3818"/>
                  <a:pt x="6924" y="4264"/>
                  <a:pt x="7236" y="5130"/>
                </a:cubicBezTo>
                <a:cubicBezTo>
                  <a:pt x="7539" y="5986"/>
                  <a:pt x="7093" y="6923"/>
                  <a:pt x="6228" y="7235"/>
                </a:cubicBezTo>
                <a:cubicBezTo>
                  <a:pt x="5371" y="7538"/>
                  <a:pt x="4426" y="7083"/>
                  <a:pt x="4122" y="6227"/>
                </a:cubicBezTo>
                <a:close/>
                <a:moveTo>
                  <a:pt x="367" y="8047"/>
                </a:moveTo>
                <a:lnTo>
                  <a:pt x="2445" y="7743"/>
                </a:lnTo>
                <a:cubicBezTo>
                  <a:pt x="2642" y="8047"/>
                  <a:pt x="2865" y="8314"/>
                  <a:pt x="3132" y="8546"/>
                </a:cubicBezTo>
                <a:lnTo>
                  <a:pt x="2606" y="10634"/>
                </a:lnTo>
                <a:lnTo>
                  <a:pt x="3596" y="11107"/>
                </a:lnTo>
                <a:lnTo>
                  <a:pt x="4854" y="9421"/>
                </a:lnTo>
                <a:cubicBezTo>
                  <a:pt x="5193" y="9501"/>
                  <a:pt x="5550" y="9528"/>
                  <a:pt x="5907" y="9510"/>
                </a:cubicBezTo>
                <a:lnTo>
                  <a:pt x="7013" y="11356"/>
                </a:lnTo>
                <a:lnTo>
                  <a:pt x="8039" y="10991"/>
                </a:lnTo>
                <a:lnTo>
                  <a:pt x="7744" y="8903"/>
                </a:lnTo>
                <a:cubicBezTo>
                  <a:pt x="8048" y="8716"/>
                  <a:pt x="8315" y="8484"/>
                  <a:pt x="8547" y="8225"/>
                </a:cubicBezTo>
                <a:lnTo>
                  <a:pt x="10635" y="8752"/>
                </a:lnTo>
                <a:lnTo>
                  <a:pt x="11108" y="7761"/>
                </a:lnTo>
                <a:lnTo>
                  <a:pt x="9422" y="6495"/>
                </a:lnTo>
                <a:cubicBezTo>
                  <a:pt x="9502" y="6156"/>
                  <a:pt x="9529" y="5808"/>
                  <a:pt x="9511" y="5451"/>
                </a:cubicBezTo>
                <a:lnTo>
                  <a:pt x="11348" y="4345"/>
                </a:lnTo>
                <a:lnTo>
                  <a:pt x="10983" y="3310"/>
                </a:lnTo>
                <a:lnTo>
                  <a:pt x="8904" y="3613"/>
                </a:lnTo>
                <a:cubicBezTo>
                  <a:pt x="8717" y="3310"/>
                  <a:pt x="8485" y="3042"/>
                  <a:pt x="8226" y="2810"/>
                </a:cubicBezTo>
                <a:lnTo>
                  <a:pt x="8744" y="723"/>
                </a:lnTo>
                <a:lnTo>
                  <a:pt x="7762" y="250"/>
                </a:lnTo>
                <a:lnTo>
                  <a:pt x="6495" y="1936"/>
                </a:lnTo>
                <a:cubicBezTo>
                  <a:pt x="6156" y="1856"/>
                  <a:pt x="5808" y="1829"/>
                  <a:pt x="5452" y="1847"/>
                </a:cubicBezTo>
                <a:lnTo>
                  <a:pt x="4345" y="0"/>
                </a:lnTo>
                <a:lnTo>
                  <a:pt x="3311" y="366"/>
                </a:lnTo>
                <a:lnTo>
                  <a:pt x="3614" y="2444"/>
                </a:lnTo>
                <a:cubicBezTo>
                  <a:pt x="3311" y="2641"/>
                  <a:pt x="3043" y="2864"/>
                  <a:pt x="2811" y="3131"/>
                </a:cubicBezTo>
                <a:lnTo>
                  <a:pt x="724" y="2605"/>
                </a:lnTo>
                <a:lnTo>
                  <a:pt x="251" y="3595"/>
                </a:lnTo>
                <a:lnTo>
                  <a:pt x="1937" y="4853"/>
                </a:lnTo>
                <a:cubicBezTo>
                  <a:pt x="1856" y="5192"/>
                  <a:pt x="1830" y="5549"/>
                  <a:pt x="1848" y="5906"/>
                </a:cubicBezTo>
                <a:lnTo>
                  <a:pt x="1" y="7012"/>
                </a:lnTo>
                <a:close/>
              </a:path>
            </a:pathLst>
          </a:custGeom>
          <a:noFill/>
          <a:ln cap="rnd" cmpd="sng" w="176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0"/>
          <p:cNvSpPr/>
          <p:nvPr/>
        </p:nvSpPr>
        <p:spPr>
          <a:xfrm>
            <a:off x="551986" y="4472150"/>
            <a:ext cx="1377564" cy="263696"/>
          </a:xfrm>
          <a:custGeom>
            <a:rect b="b" l="l" r="r" t="t"/>
            <a:pathLst>
              <a:path extrusionOk="0" fill="none" h="8547" w="38049">
                <a:moveTo>
                  <a:pt x="38049" y="8547"/>
                </a:moveTo>
                <a:lnTo>
                  <a:pt x="38049" y="4149"/>
                </a:lnTo>
                <a:lnTo>
                  <a:pt x="0" y="4149"/>
                </a:lnTo>
                <a:lnTo>
                  <a:pt x="0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0"/>
          <p:cNvSpPr/>
          <p:nvPr/>
        </p:nvSpPr>
        <p:spPr>
          <a:xfrm rot="10800000">
            <a:off x="7896771" y="527535"/>
            <a:ext cx="858390" cy="137179"/>
          </a:xfrm>
          <a:custGeom>
            <a:rect b="b" l="l" r="r" t="t"/>
            <a:pathLst>
              <a:path extrusionOk="0" fill="none" h="2820" w="17646">
                <a:moveTo>
                  <a:pt x="0" y="0"/>
                </a:moveTo>
                <a:lnTo>
                  <a:pt x="6700" y="0"/>
                </a:lnTo>
                <a:lnTo>
                  <a:pt x="6700" y="2819"/>
                </a:lnTo>
                <a:lnTo>
                  <a:pt x="17646" y="2819"/>
                </a:lnTo>
              </a:path>
            </a:pathLst>
          </a:custGeom>
          <a:noFill/>
          <a:ln cap="rnd" cmpd="sng" w="937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0"/>
          <p:cNvSpPr/>
          <p:nvPr/>
        </p:nvSpPr>
        <p:spPr>
          <a:xfrm>
            <a:off x="7819521" y="487159"/>
            <a:ext cx="77297" cy="77297"/>
          </a:xfrm>
          <a:custGeom>
            <a:rect b="b" l="l" r="r" t="t"/>
            <a:pathLst>
              <a:path extrusionOk="0" fill="none" h="1589" w="1589">
                <a:moveTo>
                  <a:pt x="1588" y="794"/>
                </a:moveTo>
                <a:cubicBezTo>
                  <a:pt x="1588" y="1232"/>
                  <a:pt x="1231" y="1588"/>
                  <a:pt x="794" y="1588"/>
                </a:cubicBezTo>
                <a:cubicBezTo>
                  <a:pt x="357" y="1588"/>
                  <a:pt x="0" y="1232"/>
                  <a:pt x="0" y="794"/>
                </a:cubicBezTo>
                <a:cubicBezTo>
                  <a:pt x="0" y="357"/>
                  <a:pt x="357" y="0"/>
                  <a:pt x="794" y="0"/>
                </a:cubicBezTo>
                <a:cubicBezTo>
                  <a:pt x="1231" y="0"/>
                  <a:pt x="1588" y="357"/>
                  <a:pt x="1588" y="794"/>
                </a:cubicBezTo>
                <a:close/>
              </a:path>
            </a:pathLst>
          </a:custGeom>
          <a:noFill/>
          <a:ln cap="rnd" cmpd="sng" w="937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0"/>
          <p:cNvSpPr/>
          <p:nvPr/>
        </p:nvSpPr>
        <p:spPr>
          <a:xfrm>
            <a:off x="8763398" y="632122"/>
            <a:ext cx="77297" cy="77686"/>
          </a:xfrm>
          <a:custGeom>
            <a:rect b="b" l="l" r="r" t="t"/>
            <a:pathLst>
              <a:path extrusionOk="0" h="1597" w="1589">
                <a:moveTo>
                  <a:pt x="794" y="0"/>
                </a:moveTo>
                <a:cubicBezTo>
                  <a:pt x="357" y="0"/>
                  <a:pt x="0" y="357"/>
                  <a:pt x="0" y="803"/>
                </a:cubicBezTo>
                <a:cubicBezTo>
                  <a:pt x="0" y="1240"/>
                  <a:pt x="357" y="1597"/>
                  <a:pt x="794" y="1597"/>
                </a:cubicBezTo>
                <a:cubicBezTo>
                  <a:pt x="1231" y="1597"/>
                  <a:pt x="1588" y="1240"/>
                  <a:pt x="1588" y="803"/>
                </a:cubicBezTo>
                <a:cubicBezTo>
                  <a:pt x="1588" y="357"/>
                  <a:pt x="1231" y="0"/>
                  <a:pt x="7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0"/>
          <p:cNvSpPr/>
          <p:nvPr/>
        </p:nvSpPr>
        <p:spPr>
          <a:xfrm flipH="1">
            <a:off x="8437880" y="2412562"/>
            <a:ext cx="194356" cy="194356"/>
          </a:xfrm>
          <a:custGeom>
            <a:rect b="b" l="l" r="r" t="t"/>
            <a:pathLst>
              <a:path extrusionOk="0" h="6299" w="6299">
                <a:moveTo>
                  <a:pt x="3988" y="1115"/>
                </a:moveTo>
                <a:lnTo>
                  <a:pt x="5184" y="2311"/>
                </a:lnTo>
                <a:lnTo>
                  <a:pt x="5184" y="3988"/>
                </a:lnTo>
                <a:lnTo>
                  <a:pt x="3988" y="5183"/>
                </a:lnTo>
                <a:lnTo>
                  <a:pt x="2302" y="5183"/>
                </a:lnTo>
                <a:lnTo>
                  <a:pt x="1116" y="3988"/>
                </a:lnTo>
                <a:lnTo>
                  <a:pt x="1116" y="2311"/>
                </a:lnTo>
                <a:lnTo>
                  <a:pt x="2302" y="1115"/>
                </a:lnTo>
                <a:close/>
                <a:moveTo>
                  <a:pt x="1838" y="0"/>
                </a:moveTo>
                <a:lnTo>
                  <a:pt x="1" y="1847"/>
                </a:lnTo>
                <a:lnTo>
                  <a:pt x="1" y="4452"/>
                </a:lnTo>
                <a:lnTo>
                  <a:pt x="1838" y="6298"/>
                </a:lnTo>
                <a:lnTo>
                  <a:pt x="4452" y="6298"/>
                </a:lnTo>
                <a:lnTo>
                  <a:pt x="6299" y="4452"/>
                </a:lnTo>
                <a:lnTo>
                  <a:pt x="6299" y="1847"/>
                </a:lnTo>
                <a:lnTo>
                  <a:pt x="445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0"/>
          <p:cNvSpPr/>
          <p:nvPr/>
        </p:nvSpPr>
        <p:spPr>
          <a:xfrm flipH="1">
            <a:off x="490820" y="2395276"/>
            <a:ext cx="229504" cy="228922"/>
          </a:xfrm>
          <a:custGeom>
            <a:rect b="b" l="l" r="r" t="t"/>
            <a:pathLst>
              <a:path extrusionOk="0" fill="none" h="3489" w="3498">
                <a:moveTo>
                  <a:pt x="3497" y="1749"/>
                </a:moveTo>
                <a:cubicBezTo>
                  <a:pt x="3497" y="2712"/>
                  <a:pt x="2712" y="3489"/>
                  <a:pt x="1749" y="3489"/>
                </a:cubicBezTo>
                <a:cubicBezTo>
                  <a:pt x="785" y="3489"/>
                  <a:pt x="0" y="2712"/>
                  <a:pt x="0" y="1749"/>
                </a:cubicBezTo>
                <a:cubicBezTo>
                  <a:pt x="0" y="777"/>
                  <a:pt x="785" y="0"/>
                  <a:pt x="1749" y="0"/>
                </a:cubicBezTo>
                <a:cubicBezTo>
                  <a:pt x="2712" y="0"/>
                  <a:pt x="3497" y="777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3" name="Google Shape;683;p30"/>
          <p:cNvGrpSpPr/>
          <p:nvPr/>
        </p:nvGrpSpPr>
        <p:grpSpPr>
          <a:xfrm flipH="1">
            <a:off x="5610901" y="4604000"/>
            <a:ext cx="2051176" cy="68035"/>
            <a:chOff x="1282198" y="3872575"/>
            <a:chExt cx="2051176" cy="68035"/>
          </a:xfrm>
        </p:grpSpPr>
        <p:sp>
          <p:nvSpPr>
            <p:cNvPr id="684" name="Google Shape;684;p30"/>
            <p:cNvSpPr/>
            <p:nvPr/>
          </p:nvSpPr>
          <p:spPr>
            <a:xfrm>
              <a:off x="2207537" y="3872575"/>
              <a:ext cx="1125837" cy="31"/>
            </a:xfrm>
            <a:custGeom>
              <a:rect b="b" l="l" r="r" t="t"/>
              <a:pathLst>
                <a:path extrusionOk="0" fill="none" h="1" w="36488">
                  <a:moveTo>
                    <a:pt x="0" y="1"/>
                  </a:moveTo>
                  <a:lnTo>
                    <a:pt x="36487" y="1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0"/>
            <p:cNvSpPr/>
            <p:nvPr/>
          </p:nvSpPr>
          <p:spPr>
            <a:xfrm>
              <a:off x="1282198" y="3940579"/>
              <a:ext cx="1125837" cy="31"/>
            </a:xfrm>
            <a:custGeom>
              <a:rect b="b" l="l" r="r" t="t"/>
              <a:pathLst>
                <a:path extrusionOk="0" fill="none" h="1" w="36488">
                  <a:moveTo>
                    <a:pt x="1" y="0"/>
                  </a:moveTo>
                  <a:lnTo>
                    <a:pt x="36488" y="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0"/>
            <p:cNvSpPr/>
            <p:nvPr/>
          </p:nvSpPr>
          <p:spPr>
            <a:xfrm>
              <a:off x="2042092" y="3872575"/>
              <a:ext cx="102161" cy="31"/>
            </a:xfrm>
            <a:custGeom>
              <a:rect b="b" l="l" r="r" t="t"/>
              <a:pathLst>
                <a:path extrusionOk="0" fill="none" h="1" w="3311">
                  <a:moveTo>
                    <a:pt x="331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7" name="Google Shape;687;p30"/>
          <p:cNvSpPr/>
          <p:nvPr/>
        </p:nvSpPr>
        <p:spPr>
          <a:xfrm flipH="1">
            <a:off x="1989521" y="527494"/>
            <a:ext cx="1054900" cy="31"/>
          </a:xfrm>
          <a:custGeom>
            <a:rect b="b" l="l" r="r" t="t"/>
            <a:pathLst>
              <a:path extrusionOk="0" fill="none" h="1" w="19948">
                <a:moveTo>
                  <a:pt x="19948" y="1"/>
                </a:moveTo>
                <a:lnTo>
                  <a:pt x="0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0"/>
          <p:cNvSpPr/>
          <p:nvPr/>
        </p:nvSpPr>
        <p:spPr>
          <a:xfrm flipH="1">
            <a:off x="1694178" y="459750"/>
            <a:ext cx="1054477" cy="31"/>
          </a:xfrm>
          <a:custGeom>
            <a:rect b="b" l="l" r="r" t="t"/>
            <a:pathLst>
              <a:path extrusionOk="0" fill="none" h="1" w="19940">
                <a:moveTo>
                  <a:pt x="19939" y="1"/>
                </a:moveTo>
                <a:lnTo>
                  <a:pt x="1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0"/>
          <p:cNvSpPr/>
          <p:nvPr/>
        </p:nvSpPr>
        <p:spPr>
          <a:xfrm flipH="1">
            <a:off x="1834807" y="527494"/>
            <a:ext cx="95770" cy="31"/>
          </a:xfrm>
          <a:custGeom>
            <a:rect b="b" l="l" r="r" t="t"/>
            <a:pathLst>
              <a:path extrusionOk="0" fill="none" h="1" w="1811">
                <a:moveTo>
                  <a:pt x="0" y="1"/>
                </a:moveTo>
                <a:lnTo>
                  <a:pt x="1811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1"/>
          <p:cNvSpPr txBox="1"/>
          <p:nvPr>
            <p:ph hasCustomPrompt="1" type="title"/>
          </p:nvPr>
        </p:nvSpPr>
        <p:spPr>
          <a:xfrm>
            <a:off x="1325650" y="2623325"/>
            <a:ext cx="13989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2" name="Google Shape;692;p31"/>
          <p:cNvSpPr txBox="1"/>
          <p:nvPr>
            <p:ph idx="1" type="subTitle"/>
          </p:nvPr>
        </p:nvSpPr>
        <p:spPr>
          <a:xfrm>
            <a:off x="938500" y="3646100"/>
            <a:ext cx="21732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3" name="Google Shape;693;p31"/>
          <p:cNvSpPr txBox="1"/>
          <p:nvPr>
            <p:ph idx="2" type="subTitle"/>
          </p:nvPr>
        </p:nvSpPr>
        <p:spPr>
          <a:xfrm>
            <a:off x="938500" y="1438100"/>
            <a:ext cx="2173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4" name="Google Shape;694;p31"/>
          <p:cNvSpPr txBox="1"/>
          <p:nvPr>
            <p:ph hasCustomPrompt="1" idx="3" type="title"/>
          </p:nvPr>
        </p:nvSpPr>
        <p:spPr>
          <a:xfrm>
            <a:off x="3873100" y="2623325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5" name="Google Shape;695;p31"/>
          <p:cNvSpPr txBox="1"/>
          <p:nvPr>
            <p:ph idx="4" type="subTitle"/>
          </p:nvPr>
        </p:nvSpPr>
        <p:spPr>
          <a:xfrm>
            <a:off x="3485400" y="3646100"/>
            <a:ext cx="21732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6" name="Google Shape;696;p31"/>
          <p:cNvSpPr txBox="1"/>
          <p:nvPr>
            <p:ph idx="5" type="subTitle"/>
          </p:nvPr>
        </p:nvSpPr>
        <p:spPr>
          <a:xfrm>
            <a:off x="3485400" y="1438100"/>
            <a:ext cx="2173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7" name="Google Shape;697;p31"/>
          <p:cNvSpPr txBox="1"/>
          <p:nvPr>
            <p:ph hasCustomPrompt="1" idx="6" type="title"/>
          </p:nvPr>
        </p:nvSpPr>
        <p:spPr>
          <a:xfrm>
            <a:off x="6417675" y="2623325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8" name="Google Shape;698;p31"/>
          <p:cNvSpPr txBox="1"/>
          <p:nvPr>
            <p:ph idx="7" type="subTitle"/>
          </p:nvPr>
        </p:nvSpPr>
        <p:spPr>
          <a:xfrm>
            <a:off x="6032300" y="3646100"/>
            <a:ext cx="21732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9" name="Google Shape;699;p31"/>
          <p:cNvSpPr txBox="1"/>
          <p:nvPr>
            <p:ph idx="8" type="subTitle"/>
          </p:nvPr>
        </p:nvSpPr>
        <p:spPr>
          <a:xfrm>
            <a:off x="6032300" y="1438100"/>
            <a:ext cx="2173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18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00" name="Google Shape;700;p31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01" name="Google Shape;701;p31"/>
          <p:cNvSpPr/>
          <p:nvPr/>
        </p:nvSpPr>
        <p:spPr>
          <a:xfrm flipH="1" rot="5400000">
            <a:off x="8195476" y="1113317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7" y="1"/>
                </a:moveTo>
                <a:lnTo>
                  <a:pt x="0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1"/>
          <p:cNvSpPr/>
          <p:nvPr/>
        </p:nvSpPr>
        <p:spPr>
          <a:xfrm flipH="1" rot="5400000">
            <a:off x="8263172" y="797608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8" y="0"/>
                </a:moveTo>
                <a:lnTo>
                  <a:pt x="0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1"/>
          <p:cNvSpPr/>
          <p:nvPr/>
        </p:nvSpPr>
        <p:spPr>
          <a:xfrm flipH="1" rot="5400000">
            <a:off x="8707453" y="436204"/>
            <a:ext cx="101883" cy="31"/>
          </a:xfrm>
          <a:custGeom>
            <a:rect b="b" l="l" r="r" t="t"/>
            <a:pathLst>
              <a:path extrusionOk="0" fill="none" h="1" w="3302">
                <a:moveTo>
                  <a:pt x="1" y="1"/>
                </a:moveTo>
                <a:lnTo>
                  <a:pt x="3302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31"/>
          <p:cNvSpPr/>
          <p:nvPr/>
        </p:nvSpPr>
        <p:spPr>
          <a:xfrm>
            <a:off x="8322854" y="234710"/>
            <a:ext cx="107931" cy="107931"/>
          </a:xfrm>
          <a:custGeom>
            <a:rect b="b" l="l" r="r" t="t"/>
            <a:pathLst>
              <a:path extrusionOk="0" fill="none" h="3498" w="3498">
                <a:moveTo>
                  <a:pt x="3497" y="1749"/>
                </a:moveTo>
                <a:cubicBezTo>
                  <a:pt x="3497" y="2713"/>
                  <a:pt x="2712" y="3498"/>
                  <a:pt x="1749" y="3498"/>
                </a:cubicBezTo>
                <a:cubicBezTo>
                  <a:pt x="785" y="3498"/>
                  <a:pt x="0" y="2713"/>
                  <a:pt x="0" y="1749"/>
                </a:cubicBezTo>
                <a:cubicBezTo>
                  <a:pt x="0" y="786"/>
                  <a:pt x="785" y="1"/>
                  <a:pt x="1749" y="1"/>
                </a:cubicBezTo>
                <a:cubicBezTo>
                  <a:pt x="2712" y="1"/>
                  <a:pt x="3497" y="786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5" name="Google Shape;705;p31"/>
          <p:cNvGrpSpPr/>
          <p:nvPr/>
        </p:nvGrpSpPr>
        <p:grpSpPr>
          <a:xfrm rot="5400000">
            <a:off x="-45421" y="4344119"/>
            <a:ext cx="809573" cy="176491"/>
            <a:chOff x="1639404" y="3352607"/>
            <a:chExt cx="809573" cy="176491"/>
          </a:xfrm>
        </p:grpSpPr>
        <p:sp>
          <p:nvSpPr>
            <p:cNvPr id="706" name="Google Shape;706;p31"/>
            <p:cNvSpPr/>
            <p:nvPr/>
          </p:nvSpPr>
          <p:spPr>
            <a:xfrm>
              <a:off x="1700774" y="3384541"/>
              <a:ext cx="680198" cy="108764"/>
            </a:xfrm>
            <a:custGeom>
              <a:rect b="b" l="l" r="r" t="t"/>
              <a:pathLst>
                <a:path extrusionOk="0" fill="none" h="3525" w="22045">
                  <a:moveTo>
                    <a:pt x="1" y="1"/>
                  </a:moveTo>
                  <a:lnTo>
                    <a:pt x="8378" y="1"/>
                  </a:lnTo>
                  <a:lnTo>
                    <a:pt x="8378" y="3525"/>
                  </a:lnTo>
                  <a:lnTo>
                    <a:pt x="22045" y="3525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1"/>
            <p:cNvSpPr/>
            <p:nvPr/>
          </p:nvSpPr>
          <p:spPr>
            <a:xfrm>
              <a:off x="1639404" y="3352607"/>
              <a:ext cx="61401" cy="61432"/>
            </a:xfrm>
            <a:custGeom>
              <a:rect b="b" l="l" r="r" t="t"/>
              <a:pathLst>
                <a:path extrusionOk="0" h="1991" w="1990">
                  <a:moveTo>
                    <a:pt x="991" y="1"/>
                  </a:moveTo>
                  <a:cubicBezTo>
                    <a:pt x="446" y="1"/>
                    <a:pt x="0" y="447"/>
                    <a:pt x="0" y="991"/>
                  </a:cubicBezTo>
                  <a:cubicBezTo>
                    <a:pt x="0" y="1544"/>
                    <a:pt x="446" y="1990"/>
                    <a:pt x="991" y="1990"/>
                  </a:cubicBezTo>
                  <a:cubicBezTo>
                    <a:pt x="1544" y="1990"/>
                    <a:pt x="1990" y="1544"/>
                    <a:pt x="1990" y="991"/>
                  </a:cubicBezTo>
                  <a:cubicBezTo>
                    <a:pt x="1990" y="447"/>
                    <a:pt x="1544" y="1"/>
                    <a:pt x="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1"/>
            <p:cNvSpPr/>
            <p:nvPr/>
          </p:nvSpPr>
          <p:spPr>
            <a:xfrm>
              <a:off x="2387545" y="3467665"/>
              <a:ext cx="61432" cy="61432"/>
            </a:xfrm>
            <a:custGeom>
              <a:rect b="b" l="l" r="r" t="t"/>
              <a:pathLst>
                <a:path extrusionOk="0" h="1991" w="1991">
                  <a:moveTo>
                    <a:pt x="1000" y="1"/>
                  </a:moveTo>
                  <a:cubicBezTo>
                    <a:pt x="447" y="1"/>
                    <a:pt x="1" y="447"/>
                    <a:pt x="1" y="1000"/>
                  </a:cubicBezTo>
                  <a:cubicBezTo>
                    <a:pt x="1" y="1544"/>
                    <a:pt x="447" y="1990"/>
                    <a:pt x="1000" y="1990"/>
                  </a:cubicBezTo>
                  <a:cubicBezTo>
                    <a:pt x="1544" y="1990"/>
                    <a:pt x="1990" y="1544"/>
                    <a:pt x="1990" y="1000"/>
                  </a:cubicBezTo>
                  <a:cubicBezTo>
                    <a:pt x="1990" y="447"/>
                    <a:pt x="1544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9" name="Google Shape;709;p31"/>
          <p:cNvGrpSpPr/>
          <p:nvPr/>
        </p:nvGrpSpPr>
        <p:grpSpPr>
          <a:xfrm>
            <a:off x="617413" y="4708494"/>
            <a:ext cx="95805" cy="95805"/>
            <a:chOff x="3741963" y="3746119"/>
            <a:chExt cx="95805" cy="95805"/>
          </a:xfrm>
        </p:grpSpPr>
        <p:sp>
          <p:nvSpPr>
            <p:cNvPr id="710" name="Google Shape;710;p31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1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2" name="Google Shape;712;p31"/>
          <p:cNvSpPr/>
          <p:nvPr/>
        </p:nvSpPr>
        <p:spPr>
          <a:xfrm>
            <a:off x="229513" y="3268457"/>
            <a:ext cx="402195" cy="319041"/>
          </a:xfrm>
          <a:custGeom>
            <a:rect b="b" l="l" r="r" t="t"/>
            <a:pathLst>
              <a:path extrusionOk="0" h="10340" w="13035">
                <a:moveTo>
                  <a:pt x="11277" y="0"/>
                </a:moveTo>
                <a:lnTo>
                  <a:pt x="5148" y="7164"/>
                </a:lnTo>
                <a:lnTo>
                  <a:pt x="1749" y="3167"/>
                </a:lnTo>
                <a:lnTo>
                  <a:pt x="1" y="4354"/>
                </a:lnTo>
                <a:lnTo>
                  <a:pt x="5166" y="10339"/>
                </a:lnTo>
                <a:lnTo>
                  <a:pt x="13034" y="1178"/>
                </a:lnTo>
                <a:lnTo>
                  <a:pt x="1127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1"/>
          <p:cNvSpPr/>
          <p:nvPr/>
        </p:nvSpPr>
        <p:spPr>
          <a:xfrm>
            <a:off x="241639" y="3244236"/>
            <a:ext cx="402164" cy="319041"/>
          </a:xfrm>
          <a:custGeom>
            <a:rect b="b" l="l" r="r" t="t"/>
            <a:pathLst>
              <a:path extrusionOk="0" fill="none" h="10340" w="13034">
                <a:moveTo>
                  <a:pt x="13034" y="1178"/>
                </a:moveTo>
                <a:lnTo>
                  <a:pt x="11276" y="0"/>
                </a:lnTo>
                <a:lnTo>
                  <a:pt x="5148" y="7164"/>
                </a:lnTo>
                <a:lnTo>
                  <a:pt x="1749" y="3167"/>
                </a:lnTo>
                <a:lnTo>
                  <a:pt x="0" y="4353"/>
                </a:lnTo>
                <a:lnTo>
                  <a:pt x="5166" y="10339"/>
                </a:ln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1"/>
          <p:cNvSpPr/>
          <p:nvPr/>
        </p:nvSpPr>
        <p:spPr>
          <a:xfrm>
            <a:off x="8670264" y="2018609"/>
            <a:ext cx="164642" cy="164920"/>
          </a:xfrm>
          <a:custGeom>
            <a:rect b="b" l="l" r="r" t="t"/>
            <a:pathLst>
              <a:path extrusionOk="0" h="5345" w="5336">
                <a:moveTo>
                  <a:pt x="2668" y="0"/>
                </a:moveTo>
                <a:cubicBezTo>
                  <a:pt x="1196" y="0"/>
                  <a:pt x="1" y="1196"/>
                  <a:pt x="1" y="2677"/>
                </a:cubicBezTo>
                <a:cubicBezTo>
                  <a:pt x="1" y="4149"/>
                  <a:pt x="1196" y="5344"/>
                  <a:pt x="2668" y="5344"/>
                </a:cubicBezTo>
                <a:cubicBezTo>
                  <a:pt x="4140" y="5344"/>
                  <a:pt x="5336" y="4149"/>
                  <a:pt x="5336" y="2677"/>
                </a:cubicBezTo>
                <a:cubicBezTo>
                  <a:pt x="5336" y="1196"/>
                  <a:pt x="4140" y="0"/>
                  <a:pt x="266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1"/>
          <p:cNvSpPr/>
          <p:nvPr/>
        </p:nvSpPr>
        <p:spPr>
          <a:xfrm>
            <a:off x="8599267" y="2191736"/>
            <a:ext cx="306668" cy="142056"/>
          </a:xfrm>
          <a:custGeom>
            <a:rect b="b" l="l" r="r" t="t"/>
            <a:pathLst>
              <a:path extrusionOk="0" h="4604" w="9939">
                <a:moveTo>
                  <a:pt x="4603" y="1"/>
                </a:moveTo>
                <a:cubicBezTo>
                  <a:pt x="2061" y="1"/>
                  <a:pt x="0" y="2061"/>
                  <a:pt x="0" y="4604"/>
                </a:cubicBezTo>
                <a:lnTo>
                  <a:pt x="9938" y="4604"/>
                </a:lnTo>
                <a:cubicBezTo>
                  <a:pt x="9938" y="2061"/>
                  <a:pt x="7877" y="1"/>
                  <a:pt x="533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1"/>
          <p:cNvSpPr/>
          <p:nvPr/>
        </p:nvSpPr>
        <p:spPr>
          <a:xfrm>
            <a:off x="8647431" y="1997412"/>
            <a:ext cx="164642" cy="164920"/>
          </a:xfrm>
          <a:custGeom>
            <a:rect b="b" l="l" r="r" t="t"/>
            <a:pathLst>
              <a:path extrusionOk="0" fill="none" h="5345" w="5336">
                <a:moveTo>
                  <a:pt x="2668" y="5344"/>
                </a:moveTo>
                <a:cubicBezTo>
                  <a:pt x="4140" y="5344"/>
                  <a:pt x="5335" y="4149"/>
                  <a:pt x="5335" y="2668"/>
                </a:cubicBezTo>
                <a:cubicBezTo>
                  <a:pt x="5335" y="1196"/>
                  <a:pt x="4140" y="0"/>
                  <a:pt x="2668" y="0"/>
                </a:cubicBezTo>
                <a:cubicBezTo>
                  <a:pt x="1196" y="0"/>
                  <a:pt x="0" y="1196"/>
                  <a:pt x="0" y="2668"/>
                </a:cubicBezTo>
                <a:cubicBezTo>
                  <a:pt x="0" y="4149"/>
                  <a:pt x="1196" y="5344"/>
                  <a:pt x="2668" y="5344"/>
                </a:cubicBez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1"/>
          <p:cNvSpPr/>
          <p:nvPr/>
        </p:nvSpPr>
        <p:spPr>
          <a:xfrm>
            <a:off x="8576403" y="2170261"/>
            <a:ext cx="306668" cy="142334"/>
          </a:xfrm>
          <a:custGeom>
            <a:rect b="b" l="l" r="r" t="t"/>
            <a:pathLst>
              <a:path extrusionOk="0" fill="none" h="4613" w="9939">
                <a:moveTo>
                  <a:pt x="5336" y="1"/>
                </a:moveTo>
                <a:lnTo>
                  <a:pt x="4604" y="1"/>
                </a:lnTo>
                <a:cubicBezTo>
                  <a:pt x="2062" y="1"/>
                  <a:pt x="1" y="2070"/>
                  <a:pt x="1" y="4613"/>
                </a:cubicBezTo>
                <a:lnTo>
                  <a:pt x="9939" y="4613"/>
                </a:lnTo>
                <a:cubicBezTo>
                  <a:pt x="9939" y="2070"/>
                  <a:pt x="7878" y="1"/>
                  <a:pt x="5336" y="1"/>
                </a:cubicBez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2"/>
          <p:cNvSpPr txBox="1"/>
          <p:nvPr>
            <p:ph type="title"/>
          </p:nvPr>
        </p:nvSpPr>
        <p:spPr>
          <a:xfrm>
            <a:off x="2347938" y="5251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20" name="Google Shape;720;p32"/>
          <p:cNvSpPr txBox="1"/>
          <p:nvPr>
            <p:ph idx="1" type="subTitle"/>
          </p:nvPr>
        </p:nvSpPr>
        <p:spPr>
          <a:xfrm>
            <a:off x="2347900" y="14604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1" name="Google Shape;721;p32"/>
          <p:cNvSpPr txBox="1"/>
          <p:nvPr/>
        </p:nvSpPr>
        <p:spPr>
          <a:xfrm>
            <a:off x="2099100" y="33071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CREDITS: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 sz="1200" u="sng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22" name="Google Shape;722;p32"/>
          <p:cNvSpPr/>
          <p:nvPr/>
        </p:nvSpPr>
        <p:spPr>
          <a:xfrm flipH="1">
            <a:off x="190728" y="226185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7" y="1"/>
                </a:moveTo>
                <a:lnTo>
                  <a:pt x="0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2"/>
          <p:cNvSpPr/>
          <p:nvPr/>
        </p:nvSpPr>
        <p:spPr>
          <a:xfrm flipH="1">
            <a:off x="-124980" y="158489"/>
            <a:ext cx="1125837" cy="31"/>
          </a:xfrm>
          <a:custGeom>
            <a:rect b="b" l="l" r="r" t="t"/>
            <a:pathLst>
              <a:path extrusionOk="0" fill="none" h="1" w="36488">
                <a:moveTo>
                  <a:pt x="36488" y="0"/>
                </a:moveTo>
                <a:lnTo>
                  <a:pt x="0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2"/>
          <p:cNvSpPr/>
          <p:nvPr/>
        </p:nvSpPr>
        <p:spPr>
          <a:xfrm flipH="1">
            <a:off x="190717" y="293885"/>
            <a:ext cx="101883" cy="31"/>
          </a:xfrm>
          <a:custGeom>
            <a:rect b="b" l="l" r="r" t="t"/>
            <a:pathLst>
              <a:path extrusionOk="0" fill="none" h="1" w="3302">
                <a:moveTo>
                  <a:pt x="1" y="1"/>
                </a:moveTo>
                <a:lnTo>
                  <a:pt x="3302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5" name="Google Shape;725;p32"/>
          <p:cNvGrpSpPr/>
          <p:nvPr/>
        </p:nvGrpSpPr>
        <p:grpSpPr>
          <a:xfrm>
            <a:off x="418264" y="4354759"/>
            <a:ext cx="589917" cy="498493"/>
            <a:chOff x="5915814" y="759984"/>
            <a:chExt cx="589917" cy="498493"/>
          </a:xfrm>
        </p:grpSpPr>
        <p:sp>
          <p:nvSpPr>
            <p:cNvPr id="726" name="Google Shape;726;p32"/>
            <p:cNvSpPr/>
            <p:nvPr/>
          </p:nvSpPr>
          <p:spPr>
            <a:xfrm>
              <a:off x="5945003" y="759984"/>
              <a:ext cx="560728" cy="469335"/>
            </a:xfrm>
            <a:custGeom>
              <a:rect b="b" l="l" r="r" t="t"/>
              <a:pathLst>
                <a:path extrusionOk="0" h="15211" w="18173">
                  <a:moveTo>
                    <a:pt x="9082" y="0"/>
                  </a:moveTo>
                  <a:cubicBezTo>
                    <a:pt x="4068" y="0"/>
                    <a:pt x="0" y="2810"/>
                    <a:pt x="0" y="6280"/>
                  </a:cubicBezTo>
                  <a:cubicBezTo>
                    <a:pt x="0" y="9644"/>
                    <a:pt x="3818" y="12391"/>
                    <a:pt x="8618" y="12561"/>
                  </a:cubicBezTo>
                  <a:lnTo>
                    <a:pt x="6584" y="15210"/>
                  </a:lnTo>
                  <a:lnTo>
                    <a:pt x="11080" y="12409"/>
                  </a:lnTo>
                  <a:cubicBezTo>
                    <a:pt x="12088" y="12257"/>
                    <a:pt x="13043" y="11981"/>
                    <a:pt x="13890" y="11615"/>
                  </a:cubicBezTo>
                  <a:cubicBezTo>
                    <a:pt x="16460" y="10509"/>
                    <a:pt x="18172" y="8529"/>
                    <a:pt x="18172" y="6280"/>
                  </a:cubicBezTo>
                  <a:cubicBezTo>
                    <a:pt x="18172" y="2810"/>
                    <a:pt x="14104" y="0"/>
                    <a:pt x="90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2"/>
            <p:cNvSpPr/>
            <p:nvPr/>
          </p:nvSpPr>
          <p:spPr>
            <a:xfrm>
              <a:off x="5915814" y="789142"/>
              <a:ext cx="560728" cy="469335"/>
            </a:xfrm>
            <a:custGeom>
              <a:rect b="b" l="l" r="r" t="t"/>
              <a:pathLst>
                <a:path extrusionOk="0" fill="none" h="15211" w="18173">
                  <a:moveTo>
                    <a:pt x="9082" y="1"/>
                  </a:moveTo>
                  <a:cubicBezTo>
                    <a:pt x="4069" y="1"/>
                    <a:pt x="1" y="2811"/>
                    <a:pt x="1" y="6281"/>
                  </a:cubicBezTo>
                  <a:cubicBezTo>
                    <a:pt x="1" y="9644"/>
                    <a:pt x="3819" y="12383"/>
                    <a:pt x="8618" y="12553"/>
                  </a:cubicBezTo>
                  <a:lnTo>
                    <a:pt x="6584" y="15211"/>
                  </a:lnTo>
                  <a:lnTo>
                    <a:pt x="11081" y="12410"/>
                  </a:lnTo>
                  <a:cubicBezTo>
                    <a:pt x="12089" y="12249"/>
                    <a:pt x="13043" y="11982"/>
                    <a:pt x="13891" y="11616"/>
                  </a:cubicBezTo>
                  <a:cubicBezTo>
                    <a:pt x="16460" y="10501"/>
                    <a:pt x="18173" y="8529"/>
                    <a:pt x="18173" y="6281"/>
                  </a:cubicBezTo>
                  <a:cubicBezTo>
                    <a:pt x="18173" y="2811"/>
                    <a:pt x="14105" y="1"/>
                    <a:pt x="9082" y="1"/>
                  </a:cubicBezTo>
                  <a:close/>
                </a:path>
              </a:pathLst>
            </a:custGeom>
            <a:noFill/>
            <a:ln cap="rnd" cmpd="sng" w="176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2"/>
            <p:cNvSpPr/>
            <p:nvPr/>
          </p:nvSpPr>
          <p:spPr>
            <a:xfrm>
              <a:off x="6068300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95" y="0"/>
                    <a:pt x="1" y="286"/>
                    <a:pt x="1" y="643"/>
                  </a:cubicBezTo>
                  <a:cubicBezTo>
                    <a:pt x="1" y="991"/>
                    <a:pt x="295" y="1285"/>
                    <a:pt x="643" y="1285"/>
                  </a:cubicBezTo>
                  <a:cubicBezTo>
                    <a:pt x="1000" y="1285"/>
                    <a:pt x="1286" y="991"/>
                    <a:pt x="1286" y="643"/>
                  </a:cubicBezTo>
                  <a:cubicBezTo>
                    <a:pt x="1286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>
              <a:off x="6183636" y="967793"/>
              <a:ext cx="39402" cy="39680"/>
            </a:xfrm>
            <a:custGeom>
              <a:rect b="b" l="l" r="r" t="t"/>
              <a:pathLst>
                <a:path extrusionOk="0" h="1286" w="1277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991" y="1285"/>
                    <a:pt x="1277" y="991"/>
                    <a:pt x="1277" y="643"/>
                  </a:cubicBezTo>
                  <a:cubicBezTo>
                    <a:pt x="1277" y="286"/>
                    <a:pt x="991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2"/>
            <p:cNvSpPr/>
            <p:nvPr/>
          </p:nvSpPr>
          <p:spPr>
            <a:xfrm>
              <a:off x="6298694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1000" y="1285"/>
                    <a:pt x="1285" y="991"/>
                    <a:pt x="1285" y="643"/>
                  </a:cubicBezTo>
                  <a:cubicBezTo>
                    <a:pt x="1285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1" name="Google Shape;731;p32"/>
          <p:cNvGrpSpPr/>
          <p:nvPr/>
        </p:nvGrpSpPr>
        <p:grpSpPr>
          <a:xfrm flipH="1">
            <a:off x="8770901" y="2838016"/>
            <a:ext cx="429440" cy="274455"/>
            <a:chOff x="6416776" y="3328941"/>
            <a:chExt cx="429440" cy="274455"/>
          </a:xfrm>
        </p:grpSpPr>
        <p:sp>
          <p:nvSpPr>
            <p:cNvPr id="732" name="Google Shape;732;p32"/>
            <p:cNvSpPr/>
            <p:nvPr/>
          </p:nvSpPr>
          <p:spPr>
            <a:xfrm>
              <a:off x="6416776" y="3328941"/>
              <a:ext cx="429440" cy="31"/>
            </a:xfrm>
            <a:custGeom>
              <a:rect b="b" l="l" r="r" t="t"/>
              <a:pathLst>
                <a:path extrusionOk="0" fill="none" h="1" w="13918">
                  <a:moveTo>
                    <a:pt x="1" y="1"/>
                  </a:moveTo>
                  <a:lnTo>
                    <a:pt x="13918" y="1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2"/>
            <p:cNvSpPr/>
            <p:nvPr/>
          </p:nvSpPr>
          <p:spPr>
            <a:xfrm>
              <a:off x="6416776" y="3397501"/>
              <a:ext cx="385688" cy="31"/>
            </a:xfrm>
            <a:custGeom>
              <a:rect b="b" l="l" r="r" t="t"/>
              <a:pathLst>
                <a:path extrusionOk="0" fill="none" h="1" w="12500">
                  <a:moveTo>
                    <a:pt x="1" y="0"/>
                  </a:moveTo>
                  <a:lnTo>
                    <a:pt x="12499" y="0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2"/>
            <p:cNvSpPr/>
            <p:nvPr/>
          </p:nvSpPr>
          <p:spPr>
            <a:xfrm>
              <a:off x="6416776" y="3466030"/>
              <a:ext cx="312746" cy="31"/>
            </a:xfrm>
            <a:custGeom>
              <a:rect b="b" l="l" r="r" t="t"/>
              <a:pathLst>
                <a:path extrusionOk="0" fill="none" h="1" w="10136">
                  <a:moveTo>
                    <a:pt x="1" y="0"/>
                  </a:moveTo>
                  <a:lnTo>
                    <a:pt x="10135" y="0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2"/>
            <p:cNvSpPr/>
            <p:nvPr/>
          </p:nvSpPr>
          <p:spPr>
            <a:xfrm>
              <a:off x="6416776" y="3534558"/>
              <a:ext cx="225488" cy="31"/>
            </a:xfrm>
            <a:custGeom>
              <a:rect b="b" l="l" r="r" t="t"/>
              <a:pathLst>
                <a:path extrusionOk="0" fill="none" h="1" w="7308">
                  <a:moveTo>
                    <a:pt x="1" y="1"/>
                  </a:moveTo>
                  <a:lnTo>
                    <a:pt x="7307" y="1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2"/>
            <p:cNvSpPr/>
            <p:nvPr/>
          </p:nvSpPr>
          <p:spPr>
            <a:xfrm>
              <a:off x="6416776" y="3603365"/>
              <a:ext cx="138230" cy="31"/>
            </a:xfrm>
            <a:custGeom>
              <a:rect b="b" l="l" r="r" t="t"/>
              <a:pathLst>
                <a:path extrusionOk="0" fill="none" h="1" w="4480">
                  <a:moveTo>
                    <a:pt x="1" y="1"/>
                  </a:moveTo>
                  <a:lnTo>
                    <a:pt x="4479" y="1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7" name="Google Shape;737;p32"/>
          <p:cNvGrpSpPr/>
          <p:nvPr/>
        </p:nvGrpSpPr>
        <p:grpSpPr>
          <a:xfrm>
            <a:off x="8784850" y="2336994"/>
            <a:ext cx="95805" cy="95805"/>
            <a:chOff x="3741963" y="3746119"/>
            <a:chExt cx="95805" cy="95805"/>
          </a:xfrm>
        </p:grpSpPr>
        <p:sp>
          <p:nvSpPr>
            <p:cNvPr id="738" name="Google Shape;738;p32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2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0" name="Google Shape;740;p32"/>
          <p:cNvSpPr/>
          <p:nvPr/>
        </p:nvSpPr>
        <p:spPr>
          <a:xfrm>
            <a:off x="7613130" y="4442576"/>
            <a:ext cx="1095532" cy="467640"/>
          </a:xfrm>
          <a:custGeom>
            <a:rect b="b" l="l" r="r" t="t"/>
            <a:pathLst>
              <a:path extrusionOk="0" fill="none" h="23062" w="54027">
                <a:moveTo>
                  <a:pt x="1" y="23061"/>
                </a:moveTo>
                <a:lnTo>
                  <a:pt x="1" y="19038"/>
                </a:lnTo>
                <a:cubicBezTo>
                  <a:pt x="1" y="15532"/>
                  <a:pt x="2847" y="12686"/>
                  <a:pt x="6344" y="12686"/>
                </a:cubicBezTo>
                <a:lnTo>
                  <a:pt x="21554" y="12686"/>
                </a:lnTo>
                <a:cubicBezTo>
                  <a:pt x="25060" y="12686"/>
                  <a:pt x="27897" y="9849"/>
                  <a:pt x="27897" y="6343"/>
                </a:cubicBezTo>
                <a:cubicBezTo>
                  <a:pt x="27897" y="2838"/>
                  <a:pt x="30743" y="1"/>
                  <a:pt x="34249" y="1"/>
                </a:cubicBezTo>
                <a:lnTo>
                  <a:pt x="54027" y="1"/>
                </a:lnTo>
                <a:lnTo>
                  <a:pt x="54027" y="330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2"/>
          <p:cNvSpPr/>
          <p:nvPr/>
        </p:nvSpPr>
        <p:spPr>
          <a:xfrm flipH="1">
            <a:off x="8404279" y="4756397"/>
            <a:ext cx="194356" cy="194386"/>
          </a:xfrm>
          <a:custGeom>
            <a:rect b="b" l="l" r="r" t="t"/>
            <a:pathLst>
              <a:path extrusionOk="0" h="6300" w="6299">
                <a:moveTo>
                  <a:pt x="3988" y="1116"/>
                </a:moveTo>
                <a:lnTo>
                  <a:pt x="5184" y="2312"/>
                </a:lnTo>
                <a:lnTo>
                  <a:pt x="5184" y="3989"/>
                </a:lnTo>
                <a:lnTo>
                  <a:pt x="3988" y="5184"/>
                </a:lnTo>
                <a:lnTo>
                  <a:pt x="2302" y="5184"/>
                </a:lnTo>
                <a:lnTo>
                  <a:pt x="1116" y="3989"/>
                </a:lnTo>
                <a:lnTo>
                  <a:pt x="1116" y="2312"/>
                </a:lnTo>
                <a:lnTo>
                  <a:pt x="2302" y="1116"/>
                </a:lnTo>
                <a:close/>
                <a:moveTo>
                  <a:pt x="1838" y="1"/>
                </a:moveTo>
                <a:lnTo>
                  <a:pt x="1" y="1848"/>
                </a:lnTo>
                <a:lnTo>
                  <a:pt x="1" y="4453"/>
                </a:lnTo>
                <a:lnTo>
                  <a:pt x="1838" y="6299"/>
                </a:lnTo>
                <a:lnTo>
                  <a:pt x="4452" y="6299"/>
                </a:lnTo>
                <a:lnTo>
                  <a:pt x="6299" y="4453"/>
                </a:lnTo>
                <a:lnTo>
                  <a:pt x="6299" y="1848"/>
                </a:lnTo>
                <a:lnTo>
                  <a:pt x="445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2"/>
          <p:cNvSpPr/>
          <p:nvPr/>
        </p:nvSpPr>
        <p:spPr>
          <a:xfrm>
            <a:off x="8302830" y="225980"/>
            <a:ext cx="494092" cy="391964"/>
          </a:xfrm>
          <a:custGeom>
            <a:rect b="b" l="l" r="r" t="t"/>
            <a:pathLst>
              <a:path extrusionOk="0" h="10340" w="13035">
                <a:moveTo>
                  <a:pt x="11277" y="0"/>
                </a:moveTo>
                <a:lnTo>
                  <a:pt x="5148" y="7164"/>
                </a:lnTo>
                <a:lnTo>
                  <a:pt x="1749" y="3167"/>
                </a:lnTo>
                <a:lnTo>
                  <a:pt x="1" y="4354"/>
                </a:lnTo>
                <a:lnTo>
                  <a:pt x="5166" y="10339"/>
                </a:lnTo>
                <a:lnTo>
                  <a:pt x="13034" y="1178"/>
                </a:lnTo>
                <a:lnTo>
                  <a:pt x="1127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2"/>
          <p:cNvSpPr/>
          <p:nvPr/>
        </p:nvSpPr>
        <p:spPr>
          <a:xfrm>
            <a:off x="8317726" y="196223"/>
            <a:ext cx="494054" cy="391964"/>
          </a:xfrm>
          <a:custGeom>
            <a:rect b="b" l="l" r="r" t="t"/>
            <a:pathLst>
              <a:path extrusionOk="0" fill="none" h="10340" w="13034">
                <a:moveTo>
                  <a:pt x="13034" y="1178"/>
                </a:moveTo>
                <a:lnTo>
                  <a:pt x="11276" y="0"/>
                </a:lnTo>
                <a:lnTo>
                  <a:pt x="5148" y="7164"/>
                </a:lnTo>
                <a:lnTo>
                  <a:pt x="1749" y="3167"/>
                </a:lnTo>
                <a:lnTo>
                  <a:pt x="0" y="4353"/>
                </a:lnTo>
                <a:lnTo>
                  <a:pt x="5166" y="10339"/>
                </a:lnTo>
                <a:close/>
              </a:path>
            </a:pathLst>
          </a:custGeom>
          <a:noFill/>
          <a:ln cap="flat" cmpd="sng" w="5800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2"/>
          <p:cNvSpPr/>
          <p:nvPr/>
        </p:nvSpPr>
        <p:spPr>
          <a:xfrm>
            <a:off x="450667" y="2236522"/>
            <a:ext cx="107931" cy="107931"/>
          </a:xfrm>
          <a:custGeom>
            <a:rect b="b" l="l" r="r" t="t"/>
            <a:pathLst>
              <a:path extrusionOk="0" fill="none" h="3498" w="3498">
                <a:moveTo>
                  <a:pt x="3497" y="1749"/>
                </a:moveTo>
                <a:cubicBezTo>
                  <a:pt x="3497" y="2713"/>
                  <a:pt x="2712" y="3498"/>
                  <a:pt x="1749" y="3498"/>
                </a:cubicBezTo>
                <a:cubicBezTo>
                  <a:pt x="785" y="3498"/>
                  <a:pt x="0" y="2713"/>
                  <a:pt x="0" y="1749"/>
                </a:cubicBezTo>
                <a:cubicBezTo>
                  <a:pt x="0" y="786"/>
                  <a:pt x="785" y="1"/>
                  <a:pt x="1749" y="1"/>
                </a:cubicBezTo>
                <a:cubicBezTo>
                  <a:pt x="2712" y="1"/>
                  <a:pt x="3497" y="786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5" name="Google Shape;745;p32"/>
          <p:cNvGrpSpPr/>
          <p:nvPr/>
        </p:nvGrpSpPr>
        <p:grpSpPr>
          <a:xfrm>
            <a:off x="1694178" y="4680200"/>
            <a:ext cx="2051176" cy="68035"/>
            <a:chOff x="1282198" y="3872575"/>
            <a:chExt cx="2051176" cy="68035"/>
          </a:xfrm>
        </p:grpSpPr>
        <p:sp>
          <p:nvSpPr>
            <p:cNvPr id="746" name="Google Shape;746;p32"/>
            <p:cNvSpPr/>
            <p:nvPr/>
          </p:nvSpPr>
          <p:spPr>
            <a:xfrm>
              <a:off x="2207537" y="3872575"/>
              <a:ext cx="1125837" cy="31"/>
            </a:xfrm>
            <a:custGeom>
              <a:rect b="b" l="l" r="r" t="t"/>
              <a:pathLst>
                <a:path extrusionOk="0" fill="none" h="1" w="36488">
                  <a:moveTo>
                    <a:pt x="0" y="1"/>
                  </a:moveTo>
                  <a:lnTo>
                    <a:pt x="36487" y="1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2"/>
            <p:cNvSpPr/>
            <p:nvPr/>
          </p:nvSpPr>
          <p:spPr>
            <a:xfrm>
              <a:off x="1282198" y="3940579"/>
              <a:ext cx="1125837" cy="31"/>
            </a:xfrm>
            <a:custGeom>
              <a:rect b="b" l="l" r="r" t="t"/>
              <a:pathLst>
                <a:path extrusionOk="0" fill="none" h="1" w="36488">
                  <a:moveTo>
                    <a:pt x="1" y="0"/>
                  </a:moveTo>
                  <a:lnTo>
                    <a:pt x="36488" y="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2"/>
            <p:cNvSpPr/>
            <p:nvPr/>
          </p:nvSpPr>
          <p:spPr>
            <a:xfrm>
              <a:off x="2042092" y="3872575"/>
              <a:ext cx="102161" cy="31"/>
            </a:xfrm>
            <a:custGeom>
              <a:rect b="b" l="l" r="r" t="t"/>
              <a:pathLst>
                <a:path extrusionOk="0" fill="none" h="1" w="3311">
                  <a:moveTo>
                    <a:pt x="331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9" name="Google Shape;749;p32"/>
          <p:cNvSpPr/>
          <p:nvPr/>
        </p:nvSpPr>
        <p:spPr>
          <a:xfrm>
            <a:off x="6311834" y="451294"/>
            <a:ext cx="1054900" cy="31"/>
          </a:xfrm>
          <a:custGeom>
            <a:rect b="b" l="l" r="r" t="t"/>
            <a:pathLst>
              <a:path extrusionOk="0" fill="none" h="1" w="19948">
                <a:moveTo>
                  <a:pt x="19948" y="1"/>
                </a:moveTo>
                <a:lnTo>
                  <a:pt x="0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2"/>
          <p:cNvSpPr/>
          <p:nvPr/>
        </p:nvSpPr>
        <p:spPr>
          <a:xfrm>
            <a:off x="6607601" y="383550"/>
            <a:ext cx="1054477" cy="31"/>
          </a:xfrm>
          <a:custGeom>
            <a:rect b="b" l="l" r="r" t="t"/>
            <a:pathLst>
              <a:path extrusionOk="0" fill="none" h="1" w="19940">
                <a:moveTo>
                  <a:pt x="19939" y="1"/>
                </a:moveTo>
                <a:lnTo>
                  <a:pt x="1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2"/>
          <p:cNvSpPr/>
          <p:nvPr/>
        </p:nvSpPr>
        <p:spPr>
          <a:xfrm>
            <a:off x="7425678" y="451294"/>
            <a:ext cx="95770" cy="31"/>
          </a:xfrm>
          <a:custGeom>
            <a:rect b="b" l="l" r="r" t="t"/>
            <a:pathLst>
              <a:path extrusionOk="0" fill="none" h="1" w="1811">
                <a:moveTo>
                  <a:pt x="0" y="1"/>
                </a:moveTo>
                <a:lnTo>
                  <a:pt x="1811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2"/>
          <p:cNvSpPr/>
          <p:nvPr/>
        </p:nvSpPr>
        <p:spPr>
          <a:xfrm flipH="1">
            <a:off x="394463" y="596651"/>
            <a:ext cx="220317" cy="220123"/>
          </a:xfrm>
          <a:custGeom>
            <a:rect b="b" l="l" r="r" t="t"/>
            <a:pathLst>
              <a:path extrusionOk="0" h="11348" w="11358">
                <a:moveTo>
                  <a:pt x="5687" y="4023"/>
                </a:moveTo>
                <a:cubicBezTo>
                  <a:pt x="6363" y="4023"/>
                  <a:pt x="6998" y="4448"/>
                  <a:pt x="7236" y="5121"/>
                </a:cubicBezTo>
                <a:cubicBezTo>
                  <a:pt x="7539" y="5977"/>
                  <a:pt x="7093" y="6923"/>
                  <a:pt x="6237" y="7226"/>
                </a:cubicBezTo>
                <a:cubicBezTo>
                  <a:pt x="6053" y="7291"/>
                  <a:pt x="5866" y="7321"/>
                  <a:pt x="5682" y="7321"/>
                </a:cubicBezTo>
                <a:cubicBezTo>
                  <a:pt x="5002" y="7321"/>
                  <a:pt x="4370" y="6901"/>
                  <a:pt x="4131" y="6227"/>
                </a:cubicBezTo>
                <a:cubicBezTo>
                  <a:pt x="3819" y="5362"/>
                  <a:pt x="4274" y="4425"/>
                  <a:pt x="5131" y="4122"/>
                </a:cubicBezTo>
                <a:cubicBezTo>
                  <a:pt x="5314" y="4055"/>
                  <a:pt x="5502" y="4023"/>
                  <a:pt x="5687" y="4023"/>
                </a:cubicBezTo>
                <a:close/>
                <a:moveTo>
                  <a:pt x="4345" y="0"/>
                </a:moveTo>
                <a:lnTo>
                  <a:pt x="3320" y="366"/>
                </a:lnTo>
                <a:lnTo>
                  <a:pt x="3614" y="2444"/>
                </a:lnTo>
                <a:cubicBezTo>
                  <a:pt x="3311" y="2632"/>
                  <a:pt x="3043" y="2864"/>
                  <a:pt x="2811" y="3122"/>
                </a:cubicBezTo>
                <a:lnTo>
                  <a:pt x="724" y="2605"/>
                </a:lnTo>
                <a:lnTo>
                  <a:pt x="251" y="3586"/>
                </a:lnTo>
                <a:lnTo>
                  <a:pt x="1937" y="4853"/>
                </a:lnTo>
                <a:cubicBezTo>
                  <a:pt x="1865" y="5192"/>
                  <a:pt x="1830" y="5540"/>
                  <a:pt x="1848" y="5897"/>
                </a:cubicBezTo>
                <a:lnTo>
                  <a:pt x="1" y="7003"/>
                </a:lnTo>
                <a:lnTo>
                  <a:pt x="367" y="8038"/>
                </a:lnTo>
                <a:lnTo>
                  <a:pt x="2454" y="7743"/>
                </a:lnTo>
                <a:cubicBezTo>
                  <a:pt x="2642" y="8038"/>
                  <a:pt x="2874" y="8314"/>
                  <a:pt x="3132" y="8537"/>
                </a:cubicBezTo>
                <a:lnTo>
                  <a:pt x="2615" y="10625"/>
                </a:lnTo>
                <a:lnTo>
                  <a:pt x="3596" y="11098"/>
                </a:lnTo>
                <a:lnTo>
                  <a:pt x="4863" y="9421"/>
                </a:lnTo>
                <a:cubicBezTo>
                  <a:pt x="5134" y="9478"/>
                  <a:pt x="5411" y="9506"/>
                  <a:pt x="5694" y="9506"/>
                </a:cubicBezTo>
                <a:cubicBezTo>
                  <a:pt x="5764" y="9506"/>
                  <a:pt x="5835" y="9504"/>
                  <a:pt x="5907" y="9501"/>
                </a:cubicBezTo>
                <a:lnTo>
                  <a:pt x="7013" y="11348"/>
                </a:lnTo>
                <a:lnTo>
                  <a:pt x="8048" y="10982"/>
                </a:lnTo>
                <a:lnTo>
                  <a:pt x="7753" y="8903"/>
                </a:lnTo>
                <a:cubicBezTo>
                  <a:pt x="8048" y="8707"/>
                  <a:pt x="8324" y="8484"/>
                  <a:pt x="8547" y="8216"/>
                </a:cubicBezTo>
                <a:lnTo>
                  <a:pt x="10635" y="8743"/>
                </a:lnTo>
                <a:lnTo>
                  <a:pt x="11108" y="7752"/>
                </a:lnTo>
                <a:lnTo>
                  <a:pt x="9430" y="6494"/>
                </a:lnTo>
                <a:cubicBezTo>
                  <a:pt x="9502" y="6155"/>
                  <a:pt x="9529" y="5799"/>
                  <a:pt x="9511" y="5451"/>
                </a:cubicBezTo>
                <a:lnTo>
                  <a:pt x="11357" y="4336"/>
                </a:lnTo>
                <a:lnTo>
                  <a:pt x="10992" y="3310"/>
                </a:lnTo>
                <a:lnTo>
                  <a:pt x="8913" y="3604"/>
                </a:lnTo>
                <a:cubicBezTo>
                  <a:pt x="8717" y="3301"/>
                  <a:pt x="8494" y="3033"/>
                  <a:pt x="8226" y="2801"/>
                </a:cubicBezTo>
                <a:lnTo>
                  <a:pt x="8752" y="714"/>
                </a:lnTo>
                <a:lnTo>
                  <a:pt x="7762" y="241"/>
                </a:lnTo>
                <a:lnTo>
                  <a:pt x="6504" y="1927"/>
                </a:lnTo>
                <a:cubicBezTo>
                  <a:pt x="6224" y="1868"/>
                  <a:pt x="5930" y="1833"/>
                  <a:pt x="5635" y="1833"/>
                </a:cubicBezTo>
                <a:cubicBezTo>
                  <a:pt x="5574" y="1833"/>
                  <a:pt x="5513" y="1835"/>
                  <a:pt x="5452" y="1838"/>
                </a:cubicBezTo>
                <a:lnTo>
                  <a:pt x="434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2"/>
          <p:cNvSpPr/>
          <p:nvPr/>
        </p:nvSpPr>
        <p:spPr>
          <a:xfrm flipH="1">
            <a:off x="385813" y="578999"/>
            <a:ext cx="220142" cy="220297"/>
          </a:xfrm>
          <a:custGeom>
            <a:rect b="b" l="l" r="r" t="t"/>
            <a:pathLst>
              <a:path extrusionOk="0" fill="none" h="11357" w="11349">
                <a:moveTo>
                  <a:pt x="4122" y="6227"/>
                </a:moveTo>
                <a:cubicBezTo>
                  <a:pt x="3819" y="5371"/>
                  <a:pt x="4265" y="4425"/>
                  <a:pt x="5130" y="4122"/>
                </a:cubicBezTo>
                <a:cubicBezTo>
                  <a:pt x="5987" y="3818"/>
                  <a:pt x="6924" y="4264"/>
                  <a:pt x="7236" y="5130"/>
                </a:cubicBezTo>
                <a:cubicBezTo>
                  <a:pt x="7539" y="5986"/>
                  <a:pt x="7093" y="6923"/>
                  <a:pt x="6228" y="7235"/>
                </a:cubicBezTo>
                <a:cubicBezTo>
                  <a:pt x="5371" y="7538"/>
                  <a:pt x="4426" y="7083"/>
                  <a:pt x="4122" y="6227"/>
                </a:cubicBezTo>
                <a:close/>
                <a:moveTo>
                  <a:pt x="367" y="8047"/>
                </a:moveTo>
                <a:lnTo>
                  <a:pt x="2445" y="7743"/>
                </a:lnTo>
                <a:cubicBezTo>
                  <a:pt x="2642" y="8047"/>
                  <a:pt x="2865" y="8314"/>
                  <a:pt x="3132" y="8546"/>
                </a:cubicBezTo>
                <a:lnTo>
                  <a:pt x="2606" y="10634"/>
                </a:lnTo>
                <a:lnTo>
                  <a:pt x="3596" y="11107"/>
                </a:lnTo>
                <a:lnTo>
                  <a:pt x="4854" y="9421"/>
                </a:lnTo>
                <a:cubicBezTo>
                  <a:pt x="5193" y="9501"/>
                  <a:pt x="5550" y="9528"/>
                  <a:pt x="5907" y="9510"/>
                </a:cubicBezTo>
                <a:lnTo>
                  <a:pt x="7013" y="11356"/>
                </a:lnTo>
                <a:lnTo>
                  <a:pt x="8039" y="10991"/>
                </a:lnTo>
                <a:lnTo>
                  <a:pt x="7744" y="8903"/>
                </a:lnTo>
                <a:cubicBezTo>
                  <a:pt x="8048" y="8716"/>
                  <a:pt x="8315" y="8484"/>
                  <a:pt x="8547" y="8225"/>
                </a:cubicBezTo>
                <a:lnTo>
                  <a:pt x="10635" y="8752"/>
                </a:lnTo>
                <a:lnTo>
                  <a:pt x="11108" y="7761"/>
                </a:lnTo>
                <a:lnTo>
                  <a:pt x="9422" y="6495"/>
                </a:lnTo>
                <a:cubicBezTo>
                  <a:pt x="9502" y="6156"/>
                  <a:pt x="9529" y="5808"/>
                  <a:pt x="9511" y="5451"/>
                </a:cubicBezTo>
                <a:lnTo>
                  <a:pt x="11348" y="4345"/>
                </a:lnTo>
                <a:lnTo>
                  <a:pt x="10983" y="3310"/>
                </a:lnTo>
                <a:lnTo>
                  <a:pt x="8904" y="3613"/>
                </a:lnTo>
                <a:cubicBezTo>
                  <a:pt x="8717" y="3310"/>
                  <a:pt x="8485" y="3042"/>
                  <a:pt x="8226" y="2810"/>
                </a:cubicBezTo>
                <a:lnTo>
                  <a:pt x="8744" y="723"/>
                </a:lnTo>
                <a:lnTo>
                  <a:pt x="7762" y="250"/>
                </a:lnTo>
                <a:lnTo>
                  <a:pt x="6495" y="1936"/>
                </a:lnTo>
                <a:cubicBezTo>
                  <a:pt x="6156" y="1856"/>
                  <a:pt x="5808" y="1829"/>
                  <a:pt x="5452" y="1847"/>
                </a:cubicBezTo>
                <a:lnTo>
                  <a:pt x="4345" y="0"/>
                </a:lnTo>
                <a:lnTo>
                  <a:pt x="3311" y="366"/>
                </a:lnTo>
                <a:lnTo>
                  <a:pt x="3614" y="2444"/>
                </a:lnTo>
                <a:cubicBezTo>
                  <a:pt x="3311" y="2641"/>
                  <a:pt x="3043" y="2864"/>
                  <a:pt x="2811" y="3131"/>
                </a:cubicBezTo>
                <a:lnTo>
                  <a:pt x="724" y="2605"/>
                </a:lnTo>
                <a:lnTo>
                  <a:pt x="251" y="3595"/>
                </a:lnTo>
                <a:lnTo>
                  <a:pt x="1937" y="4853"/>
                </a:lnTo>
                <a:cubicBezTo>
                  <a:pt x="1856" y="5192"/>
                  <a:pt x="1830" y="5549"/>
                  <a:pt x="1848" y="5906"/>
                </a:cubicBezTo>
                <a:lnTo>
                  <a:pt x="1" y="7012"/>
                </a:lnTo>
                <a:close/>
              </a:path>
            </a:pathLst>
          </a:custGeom>
          <a:noFill/>
          <a:ln cap="rnd" cmpd="sng" w="176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4" name="Google Shape;754;p32"/>
          <p:cNvGrpSpPr/>
          <p:nvPr/>
        </p:nvGrpSpPr>
        <p:grpSpPr>
          <a:xfrm rot="5400000">
            <a:off x="99841" y="1429269"/>
            <a:ext cx="809573" cy="176491"/>
            <a:chOff x="1639404" y="3352607"/>
            <a:chExt cx="809573" cy="176491"/>
          </a:xfrm>
        </p:grpSpPr>
        <p:sp>
          <p:nvSpPr>
            <p:cNvPr id="755" name="Google Shape;755;p32"/>
            <p:cNvSpPr/>
            <p:nvPr/>
          </p:nvSpPr>
          <p:spPr>
            <a:xfrm>
              <a:off x="1700774" y="3384541"/>
              <a:ext cx="680198" cy="108764"/>
            </a:xfrm>
            <a:custGeom>
              <a:rect b="b" l="l" r="r" t="t"/>
              <a:pathLst>
                <a:path extrusionOk="0" fill="none" h="3525" w="22045">
                  <a:moveTo>
                    <a:pt x="1" y="1"/>
                  </a:moveTo>
                  <a:lnTo>
                    <a:pt x="8378" y="1"/>
                  </a:lnTo>
                  <a:lnTo>
                    <a:pt x="8378" y="3525"/>
                  </a:lnTo>
                  <a:lnTo>
                    <a:pt x="22045" y="3525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2"/>
            <p:cNvSpPr/>
            <p:nvPr/>
          </p:nvSpPr>
          <p:spPr>
            <a:xfrm>
              <a:off x="1639404" y="3352607"/>
              <a:ext cx="61401" cy="61432"/>
            </a:xfrm>
            <a:custGeom>
              <a:rect b="b" l="l" r="r" t="t"/>
              <a:pathLst>
                <a:path extrusionOk="0" h="1991" w="1990">
                  <a:moveTo>
                    <a:pt x="991" y="1"/>
                  </a:moveTo>
                  <a:cubicBezTo>
                    <a:pt x="446" y="1"/>
                    <a:pt x="0" y="447"/>
                    <a:pt x="0" y="991"/>
                  </a:cubicBezTo>
                  <a:cubicBezTo>
                    <a:pt x="0" y="1544"/>
                    <a:pt x="446" y="1990"/>
                    <a:pt x="991" y="1990"/>
                  </a:cubicBezTo>
                  <a:cubicBezTo>
                    <a:pt x="1544" y="1990"/>
                    <a:pt x="1990" y="1544"/>
                    <a:pt x="1990" y="991"/>
                  </a:cubicBezTo>
                  <a:cubicBezTo>
                    <a:pt x="1990" y="447"/>
                    <a:pt x="1544" y="1"/>
                    <a:pt x="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2"/>
            <p:cNvSpPr/>
            <p:nvPr/>
          </p:nvSpPr>
          <p:spPr>
            <a:xfrm>
              <a:off x="2387545" y="3467665"/>
              <a:ext cx="61432" cy="61432"/>
            </a:xfrm>
            <a:custGeom>
              <a:rect b="b" l="l" r="r" t="t"/>
              <a:pathLst>
                <a:path extrusionOk="0" h="1991" w="1991">
                  <a:moveTo>
                    <a:pt x="1000" y="1"/>
                  </a:moveTo>
                  <a:cubicBezTo>
                    <a:pt x="447" y="1"/>
                    <a:pt x="1" y="447"/>
                    <a:pt x="1" y="1000"/>
                  </a:cubicBezTo>
                  <a:cubicBezTo>
                    <a:pt x="1" y="1544"/>
                    <a:pt x="447" y="1990"/>
                    <a:pt x="1000" y="1990"/>
                  </a:cubicBezTo>
                  <a:cubicBezTo>
                    <a:pt x="1544" y="1990"/>
                    <a:pt x="1990" y="1544"/>
                    <a:pt x="1990" y="1000"/>
                  </a:cubicBezTo>
                  <a:cubicBezTo>
                    <a:pt x="1990" y="447"/>
                    <a:pt x="1544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8" name="Google Shape;758;p32"/>
          <p:cNvGrpSpPr/>
          <p:nvPr/>
        </p:nvGrpSpPr>
        <p:grpSpPr>
          <a:xfrm flipH="1">
            <a:off x="4242723" y="4796619"/>
            <a:ext cx="95805" cy="95805"/>
            <a:chOff x="3741963" y="3746119"/>
            <a:chExt cx="95805" cy="95805"/>
          </a:xfrm>
        </p:grpSpPr>
        <p:sp>
          <p:nvSpPr>
            <p:cNvPr id="759" name="Google Shape;759;p32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2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1" name="Google Shape;761;p32"/>
          <p:cNvSpPr/>
          <p:nvPr/>
        </p:nvSpPr>
        <p:spPr>
          <a:xfrm flipH="1">
            <a:off x="2807394" y="213753"/>
            <a:ext cx="21" cy="220532"/>
          </a:xfrm>
          <a:custGeom>
            <a:rect b="b" l="l" r="r" t="t"/>
            <a:pathLst>
              <a:path extrusionOk="0" fill="none" h="10367" w="1">
                <a:moveTo>
                  <a:pt x="0" y="0"/>
                </a:moveTo>
                <a:lnTo>
                  <a:pt x="0" y="10366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2"/>
          <p:cNvSpPr/>
          <p:nvPr/>
        </p:nvSpPr>
        <p:spPr>
          <a:xfrm flipH="1">
            <a:off x="1624154" y="-41514"/>
            <a:ext cx="1183262" cy="347678"/>
          </a:xfrm>
          <a:custGeom>
            <a:rect b="b" l="l" r="r" t="t"/>
            <a:pathLst>
              <a:path extrusionOk="0" fill="none" h="16344" w="55624">
                <a:moveTo>
                  <a:pt x="0" y="16344"/>
                </a:moveTo>
                <a:lnTo>
                  <a:pt x="41332" y="16344"/>
                </a:lnTo>
                <a:cubicBezTo>
                  <a:pt x="49227" y="16344"/>
                  <a:pt x="55623" y="9947"/>
                  <a:pt x="55623" y="2061"/>
                </a:cubicBezTo>
                <a:lnTo>
                  <a:pt x="55623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4" name="Google Shape;764;p33"/>
          <p:cNvGrpSpPr/>
          <p:nvPr/>
        </p:nvGrpSpPr>
        <p:grpSpPr>
          <a:xfrm>
            <a:off x="395897" y="4354759"/>
            <a:ext cx="589917" cy="498493"/>
            <a:chOff x="5915814" y="759984"/>
            <a:chExt cx="589917" cy="498493"/>
          </a:xfrm>
        </p:grpSpPr>
        <p:sp>
          <p:nvSpPr>
            <p:cNvPr id="765" name="Google Shape;765;p33"/>
            <p:cNvSpPr/>
            <p:nvPr/>
          </p:nvSpPr>
          <p:spPr>
            <a:xfrm>
              <a:off x="5945003" y="759984"/>
              <a:ext cx="560728" cy="469335"/>
            </a:xfrm>
            <a:custGeom>
              <a:rect b="b" l="l" r="r" t="t"/>
              <a:pathLst>
                <a:path extrusionOk="0" h="15211" w="18173">
                  <a:moveTo>
                    <a:pt x="9082" y="0"/>
                  </a:moveTo>
                  <a:cubicBezTo>
                    <a:pt x="4068" y="0"/>
                    <a:pt x="0" y="2810"/>
                    <a:pt x="0" y="6280"/>
                  </a:cubicBezTo>
                  <a:cubicBezTo>
                    <a:pt x="0" y="9644"/>
                    <a:pt x="3818" y="12391"/>
                    <a:pt x="8618" y="12561"/>
                  </a:cubicBezTo>
                  <a:lnTo>
                    <a:pt x="6584" y="15210"/>
                  </a:lnTo>
                  <a:lnTo>
                    <a:pt x="11080" y="12409"/>
                  </a:lnTo>
                  <a:cubicBezTo>
                    <a:pt x="12088" y="12257"/>
                    <a:pt x="13043" y="11981"/>
                    <a:pt x="13890" y="11615"/>
                  </a:cubicBezTo>
                  <a:cubicBezTo>
                    <a:pt x="16460" y="10509"/>
                    <a:pt x="18172" y="8529"/>
                    <a:pt x="18172" y="6280"/>
                  </a:cubicBezTo>
                  <a:cubicBezTo>
                    <a:pt x="18172" y="2810"/>
                    <a:pt x="14104" y="0"/>
                    <a:pt x="90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3"/>
            <p:cNvSpPr/>
            <p:nvPr/>
          </p:nvSpPr>
          <p:spPr>
            <a:xfrm>
              <a:off x="5915814" y="789142"/>
              <a:ext cx="560728" cy="469335"/>
            </a:xfrm>
            <a:custGeom>
              <a:rect b="b" l="l" r="r" t="t"/>
              <a:pathLst>
                <a:path extrusionOk="0" fill="none" h="15211" w="18173">
                  <a:moveTo>
                    <a:pt x="9082" y="1"/>
                  </a:moveTo>
                  <a:cubicBezTo>
                    <a:pt x="4069" y="1"/>
                    <a:pt x="1" y="2811"/>
                    <a:pt x="1" y="6281"/>
                  </a:cubicBezTo>
                  <a:cubicBezTo>
                    <a:pt x="1" y="9644"/>
                    <a:pt x="3819" y="12383"/>
                    <a:pt x="8618" y="12553"/>
                  </a:cubicBezTo>
                  <a:lnTo>
                    <a:pt x="6584" y="15211"/>
                  </a:lnTo>
                  <a:lnTo>
                    <a:pt x="11081" y="12410"/>
                  </a:lnTo>
                  <a:cubicBezTo>
                    <a:pt x="12089" y="12249"/>
                    <a:pt x="13043" y="11982"/>
                    <a:pt x="13891" y="11616"/>
                  </a:cubicBezTo>
                  <a:cubicBezTo>
                    <a:pt x="16460" y="10501"/>
                    <a:pt x="18173" y="8529"/>
                    <a:pt x="18173" y="6281"/>
                  </a:cubicBezTo>
                  <a:cubicBezTo>
                    <a:pt x="18173" y="2811"/>
                    <a:pt x="14105" y="1"/>
                    <a:pt x="9082" y="1"/>
                  </a:cubicBezTo>
                  <a:close/>
                </a:path>
              </a:pathLst>
            </a:custGeom>
            <a:noFill/>
            <a:ln cap="rnd" cmpd="sng" w="176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3"/>
            <p:cNvSpPr/>
            <p:nvPr/>
          </p:nvSpPr>
          <p:spPr>
            <a:xfrm>
              <a:off x="6068300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95" y="0"/>
                    <a:pt x="1" y="286"/>
                    <a:pt x="1" y="643"/>
                  </a:cubicBezTo>
                  <a:cubicBezTo>
                    <a:pt x="1" y="991"/>
                    <a:pt x="295" y="1285"/>
                    <a:pt x="643" y="1285"/>
                  </a:cubicBezTo>
                  <a:cubicBezTo>
                    <a:pt x="1000" y="1285"/>
                    <a:pt x="1286" y="991"/>
                    <a:pt x="1286" y="643"/>
                  </a:cubicBezTo>
                  <a:cubicBezTo>
                    <a:pt x="1286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3"/>
            <p:cNvSpPr/>
            <p:nvPr/>
          </p:nvSpPr>
          <p:spPr>
            <a:xfrm>
              <a:off x="6183636" y="967793"/>
              <a:ext cx="39402" cy="39680"/>
            </a:xfrm>
            <a:custGeom>
              <a:rect b="b" l="l" r="r" t="t"/>
              <a:pathLst>
                <a:path extrusionOk="0" h="1286" w="1277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991" y="1285"/>
                    <a:pt x="1277" y="991"/>
                    <a:pt x="1277" y="643"/>
                  </a:cubicBezTo>
                  <a:cubicBezTo>
                    <a:pt x="1277" y="286"/>
                    <a:pt x="991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3"/>
            <p:cNvSpPr/>
            <p:nvPr/>
          </p:nvSpPr>
          <p:spPr>
            <a:xfrm>
              <a:off x="6298694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1000" y="1285"/>
                    <a:pt x="1285" y="991"/>
                    <a:pt x="1285" y="643"/>
                  </a:cubicBezTo>
                  <a:cubicBezTo>
                    <a:pt x="1285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0" name="Google Shape;770;p33"/>
          <p:cNvSpPr/>
          <p:nvPr/>
        </p:nvSpPr>
        <p:spPr>
          <a:xfrm>
            <a:off x="8236153" y="378475"/>
            <a:ext cx="350451" cy="350143"/>
          </a:xfrm>
          <a:custGeom>
            <a:rect b="b" l="l" r="r" t="t"/>
            <a:pathLst>
              <a:path extrusionOk="0" h="11348" w="11358">
                <a:moveTo>
                  <a:pt x="5687" y="4023"/>
                </a:moveTo>
                <a:cubicBezTo>
                  <a:pt x="6363" y="4023"/>
                  <a:pt x="6998" y="4448"/>
                  <a:pt x="7236" y="5121"/>
                </a:cubicBezTo>
                <a:cubicBezTo>
                  <a:pt x="7539" y="5977"/>
                  <a:pt x="7093" y="6923"/>
                  <a:pt x="6237" y="7226"/>
                </a:cubicBezTo>
                <a:cubicBezTo>
                  <a:pt x="6053" y="7291"/>
                  <a:pt x="5866" y="7321"/>
                  <a:pt x="5682" y="7321"/>
                </a:cubicBezTo>
                <a:cubicBezTo>
                  <a:pt x="5002" y="7321"/>
                  <a:pt x="4370" y="6901"/>
                  <a:pt x="4131" y="6227"/>
                </a:cubicBezTo>
                <a:cubicBezTo>
                  <a:pt x="3819" y="5362"/>
                  <a:pt x="4274" y="4425"/>
                  <a:pt x="5131" y="4122"/>
                </a:cubicBezTo>
                <a:cubicBezTo>
                  <a:pt x="5314" y="4055"/>
                  <a:pt x="5502" y="4023"/>
                  <a:pt x="5687" y="4023"/>
                </a:cubicBezTo>
                <a:close/>
                <a:moveTo>
                  <a:pt x="4345" y="0"/>
                </a:moveTo>
                <a:lnTo>
                  <a:pt x="3320" y="366"/>
                </a:lnTo>
                <a:lnTo>
                  <a:pt x="3614" y="2444"/>
                </a:lnTo>
                <a:cubicBezTo>
                  <a:pt x="3311" y="2632"/>
                  <a:pt x="3043" y="2864"/>
                  <a:pt x="2811" y="3122"/>
                </a:cubicBezTo>
                <a:lnTo>
                  <a:pt x="724" y="2605"/>
                </a:lnTo>
                <a:lnTo>
                  <a:pt x="251" y="3586"/>
                </a:lnTo>
                <a:lnTo>
                  <a:pt x="1937" y="4853"/>
                </a:lnTo>
                <a:cubicBezTo>
                  <a:pt x="1865" y="5192"/>
                  <a:pt x="1830" y="5540"/>
                  <a:pt x="1848" y="5897"/>
                </a:cubicBezTo>
                <a:lnTo>
                  <a:pt x="1" y="7003"/>
                </a:lnTo>
                <a:lnTo>
                  <a:pt x="367" y="8038"/>
                </a:lnTo>
                <a:lnTo>
                  <a:pt x="2454" y="7743"/>
                </a:lnTo>
                <a:cubicBezTo>
                  <a:pt x="2642" y="8038"/>
                  <a:pt x="2874" y="8314"/>
                  <a:pt x="3132" y="8537"/>
                </a:cubicBezTo>
                <a:lnTo>
                  <a:pt x="2615" y="10625"/>
                </a:lnTo>
                <a:lnTo>
                  <a:pt x="3596" y="11098"/>
                </a:lnTo>
                <a:lnTo>
                  <a:pt x="4863" y="9421"/>
                </a:lnTo>
                <a:cubicBezTo>
                  <a:pt x="5134" y="9478"/>
                  <a:pt x="5411" y="9506"/>
                  <a:pt x="5694" y="9506"/>
                </a:cubicBezTo>
                <a:cubicBezTo>
                  <a:pt x="5764" y="9506"/>
                  <a:pt x="5835" y="9504"/>
                  <a:pt x="5907" y="9501"/>
                </a:cubicBezTo>
                <a:lnTo>
                  <a:pt x="7013" y="11348"/>
                </a:lnTo>
                <a:lnTo>
                  <a:pt x="8048" y="10982"/>
                </a:lnTo>
                <a:lnTo>
                  <a:pt x="7753" y="8903"/>
                </a:lnTo>
                <a:cubicBezTo>
                  <a:pt x="8048" y="8707"/>
                  <a:pt x="8324" y="8484"/>
                  <a:pt x="8547" y="8216"/>
                </a:cubicBezTo>
                <a:lnTo>
                  <a:pt x="10635" y="8743"/>
                </a:lnTo>
                <a:lnTo>
                  <a:pt x="11108" y="7752"/>
                </a:lnTo>
                <a:lnTo>
                  <a:pt x="9430" y="6494"/>
                </a:lnTo>
                <a:cubicBezTo>
                  <a:pt x="9502" y="6155"/>
                  <a:pt x="9529" y="5799"/>
                  <a:pt x="9511" y="5451"/>
                </a:cubicBezTo>
                <a:lnTo>
                  <a:pt x="11357" y="4336"/>
                </a:lnTo>
                <a:lnTo>
                  <a:pt x="10992" y="3310"/>
                </a:lnTo>
                <a:lnTo>
                  <a:pt x="8913" y="3604"/>
                </a:lnTo>
                <a:cubicBezTo>
                  <a:pt x="8717" y="3301"/>
                  <a:pt x="8494" y="3033"/>
                  <a:pt x="8226" y="2801"/>
                </a:cubicBezTo>
                <a:lnTo>
                  <a:pt x="8752" y="714"/>
                </a:lnTo>
                <a:lnTo>
                  <a:pt x="7762" y="241"/>
                </a:lnTo>
                <a:lnTo>
                  <a:pt x="6504" y="1927"/>
                </a:lnTo>
                <a:cubicBezTo>
                  <a:pt x="6224" y="1868"/>
                  <a:pt x="5930" y="1833"/>
                  <a:pt x="5635" y="1833"/>
                </a:cubicBezTo>
                <a:cubicBezTo>
                  <a:pt x="5574" y="1833"/>
                  <a:pt x="5513" y="1835"/>
                  <a:pt x="5452" y="1838"/>
                </a:cubicBezTo>
                <a:lnTo>
                  <a:pt x="434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3"/>
          <p:cNvSpPr/>
          <p:nvPr/>
        </p:nvSpPr>
        <p:spPr>
          <a:xfrm>
            <a:off x="8250192" y="350397"/>
            <a:ext cx="350173" cy="350420"/>
          </a:xfrm>
          <a:custGeom>
            <a:rect b="b" l="l" r="r" t="t"/>
            <a:pathLst>
              <a:path extrusionOk="0" fill="none" h="11357" w="11349">
                <a:moveTo>
                  <a:pt x="4122" y="6227"/>
                </a:moveTo>
                <a:cubicBezTo>
                  <a:pt x="3819" y="5371"/>
                  <a:pt x="4265" y="4425"/>
                  <a:pt x="5130" y="4122"/>
                </a:cubicBezTo>
                <a:cubicBezTo>
                  <a:pt x="5987" y="3818"/>
                  <a:pt x="6924" y="4264"/>
                  <a:pt x="7236" y="5130"/>
                </a:cubicBezTo>
                <a:cubicBezTo>
                  <a:pt x="7539" y="5986"/>
                  <a:pt x="7093" y="6923"/>
                  <a:pt x="6228" y="7235"/>
                </a:cubicBezTo>
                <a:cubicBezTo>
                  <a:pt x="5371" y="7538"/>
                  <a:pt x="4426" y="7083"/>
                  <a:pt x="4122" y="6227"/>
                </a:cubicBezTo>
                <a:close/>
                <a:moveTo>
                  <a:pt x="367" y="8047"/>
                </a:moveTo>
                <a:lnTo>
                  <a:pt x="2445" y="7743"/>
                </a:lnTo>
                <a:cubicBezTo>
                  <a:pt x="2642" y="8047"/>
                  <a:pt x="2865" y="8314"/>
                  <a:pt x="3132" y="8546"/>
                </a:cubicBezTo>
                <a:lnTo>
                  <a:pt x="2606" y="10634"/>
                </a:lnTo>
                <a:lnTo>
                  <a:pt x="3596" y="11107"/>
                </a:lnTo>
                <a:lnTo>
                  <a:pt x="4854" y="9421"/>
                </a:lnTo>
                <a:cubicBezTo>
                  <a:pt x="5193" y="9501"/>
                  <a:pt x="5550" y="9528"/>
                  <a:pt x="5907" y="9510"/>
                </a:cubicBezTo>
                <a:lnTo>
                  <a:pt x="7013" y="11356"/>
                </a:lnTo>
                <a:lnTo>
                  <a:pt x="8039" y="10991"/>
                </a:lnTo>
                <a:lnTo>
                  <a:pt x="7744" y="8903"/>
                </a:lnTo>
                <a:cubicBezTo>
                  <a:pt x="8048" y="8716"/>
                  <a:pt x="8315" y="8484"/>
                  <a:pt x="8547" y="8225"/>
                </a:cubicBezTo>
                <a:lnTo>
                  <a:pt x="10635" y="8752"/>
                </a:lnTo>
                <a:lnTo>
                  <a:pt x="11108" y="7761"/>
                </a:lnTo>
                <a:lnTo>
                  <a:pt x="9422" y="6495"/>
                </a:lnTo>
                <a:cubicBezTo>
                  <a:pt x="9502" y="6156"/>
                  <a:pt x="9529" y="5808"/>
                  <a:pt x="9511" y="5451"/>
                </a:cubicBezTo>
                <a:lnTo>
                  <a:pt x="11348" y="4345"/>
                </a:lnTo>
                <a:lnTo>
                  <a:pt x="10983" y="3310"/>
                </a:lnTo>
                <a:lnTo>
                  <a:pt x="8904" y="3613"/>
                </a:lnTo>
                <a:cubicBezTo>
                  <a:pt x="8717" y="3310"/>
                  <a:pt x="8485" y="3042"/>
                  <a:pt x="8226" y="2810"/>
                </a:cubicBezTo>
                <a:lnTo>
                  <a:pt x="8744" y="723"/>
                </a:lnTo>
                <a:lnTo>
                  <a:pt x="7762" y="250"/>
                </a:lnTo>
                <a:lnTo>
                  <a:pt x="6495" y="1936"/>
                </a:lnTo>
                <a:cubicBezTo>
                  <a:pt x="6156" y="1856"/>
                  <a:pt x="5808" y="1829"/>
                  <a:pt x="5452" y="1847"/>
                </a:cubicBezTo>
                <a:lnTo>
                  <a:pt x="4345" y="0"/>
                </a:lnTo>
                <a:lnTo>
                  <a:pt x="3311" y="366"/>
                </a:lnTo>
                <a:lnTo>
                  <a:pt x="3614" y="2444"/>
                </a:lnTo>
                <a:cubicBezTo>
                  <a:pt x="3311" y="2641"/>
                  <a:pt x="3043" y="2864"/>
                  <a:pt x="2811" y="3131"/>
                </a:cubicBezTo>
                <a:lnTo>
                  <a:pt x="724" y="2605"/>
                </a:lnTo>
                <a:lnTo>
                  <a:pt x="251" y="3595"/>
                </a:lnTo>
                <a:lnTo>
                  <a:pt x="1937" y="4853"/>
                </a:lnTo>
                <a:cubicBezTo>
                  <a:pt x="1856" y="5192"/>
                  <a:pt x="1830" y="5549"/>
                  <a:pt x="1848" y="5906"/>
                </a:cubicBezTo>
                <a:lnTo>
                  <a:pt x="1" y="7012"/>
                </a:lnTo>
                <a:close/>
              </a:path>
            </a:pathLst>
          </a:custGeom>
          <a:noFill/>
          <a:ln cap="rnd" cmpd="sng" w="176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3"/>
          <p:cNvSpPr/>
          <p:nvPr/>
        </p:nvSpPr>
        <p:spPr>
          <a:xfrm flipH="1">
            <a:off x="713233" y="421700"/>
            <a:ext cx="1377564" cy="263696"/>
          </a:xfrm>
          <a:custGeom>
            <a:rect b="b" l="l" r="r" t="t"/>
            <a:pathLst>
              <a:path extrusionOk="0" fill="none" h="8547" w="38049">
                <a:moveTo>
                  <a:pt x="38049" y="8547"/>
                </a:moveTo>
                <a:lnTo>
                  <a:pt x="38049" y="4149"/>
                </a:lnTo>
                <a:lnTo>
                  <a:pt x="0" y="4149"/>
                </a:lnTo>
                <a:lnTo>
                  <a:pt x="0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3" name="Google Shape;773;p33"/>
          <p:cNvGrpSpPr/>
          <p:nvPr/>
        </p:nvGrpSpPr>
        <p:grpSpPr>
          <a:xfrm flipH="1">
            <a:off x="7828714" y="4566116"/>
            <a:ext cx="1021174" cy="222649"/>
            <a:chOff x="297889" y="487159"/>
            <a:chExt cx="1021174" cy="222649"/>
          </a:xfrm>
        </p:grpSpPr>
        <p:sp>
          <p:nvSpPr>
            <p:cNvPr id="774" name="Google Shape;774;p33"/>
            <p:cNvSpPr/>
            <p:nvPr/>
          </p:nvSpPr>
          <p:spPr>
            <a:xfrm flipH="1" rot="10800000">
              <a:off x="383423" y="527535"/>
              <a:ext cx="858390" cy="137179"/>
            </a:xfrm>
            <a:custGeom>
              <a:rect b="b" l="l" r="r" t="t"/>
              <a:pathLst>
                <a:path extrusionOk="0" fill="none" h="2820" w="17646">
                  <a:moveTo>
                    <a:pt x="0" y="0"/>
                  </a:moveTo>
                  <a:lnTo>
                    <a:pt x="6700" y="0"/>
                  </a:lnTo>
                  <a:lnTo>
                    <a:pt x="6700" y="2819"/>
                  </a:lnTo>
                  <a:lnTo>
                    <a:pt x="17646" y="2819"/>
                  </a:lnTo>
                </a:path>
              </a:pathLst>
            </a:custGeom>
            <a:noFill/>
            <a:ln cap="rnd" cmpd="sng" w="937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3"/>
            <p:cNvSpPr/>
            <p:nvPr/>
          </p:nvSpPr>
          <p:spPr>
            <a:xfrm flipH="1">
              <a:off x="1241765" y="487159"/>
              <a:ext cx="77297" cy="77297"/>
            </a:xfrm>
            <a:custGeom>
              <a:rect b="b" l="l" r="r" t="t"/>
              <a:pathLst>
                <a:path extrusionOk="0" fill="none" h="1589" w="1589">
                  <a:moveTo>
                    <a:pt x="1588" y="794"/>
                  </a:moveTo>
                  <a:cubicBezTo>
                    <a:pt x="1588" y="1232"/>
                    <a:pt x="1231" y="1588"/>
                    <a:pt x="794" y="1588"/>
                  </a:cubicBezTo>
                  <a:cubicBezTo>
                    <a:pt x="357" y="1588"/>
                    <a:pt x="0" y="1232"/>
                    <a:pt x="0" y="794"/>
                  </a:cubicBezTo>
                  <a:cubicBezTo>
                    <a:pt x="0" y="357"/>
                    <a:pt x="357" y="0"/>
                    <a:pt x="794" y="0"/>
                  </a:cubicBezTo>
                  <a:cubicBezTo>
                    <a:pt x="1231" y="0"/>
                    <a:pt x="1588" y="357"/>
                    <a:pt x="1588" y="794"/>
                  </a:cubicBezTo>
                  <a:close/>
                </a:path>
              </a:pathLst>
            </a:custGeom>
            <a:noFill/>
            <a:ln cap="rnd" cmpd="sng" w="937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3"/>
            <p:cNvSpPr/>
            <p:nvPr/>
          </p:nvSpPr>
          <p:spPr>
            <a:xfrm flipH="1">
              <a:off x="297889" y="632122"/>
              <a:ext cx="77297" cy="77686"/>
            </a:xfrm>
            <a:custGeom>
              <a:rect b="b" l="l" r="r" t="t"/>
              <a:pathLst>
                <a:path extrusionOk="0" h="1597" w="1589">
                  <a:moveTo>
                    <a:pt x="794" y="0"/>
                  </a:moveTo>
                  <a:cubicBezTo>
                    <a:pt x="357" y="0"/>
                    <a:pt x="0" y="357"/>
                    <a:pt x="0" y="803"/>
                  </a:cubicBezTo>
                  <a:cubicBezTo>
                    <a:pt x="0" y="1240"/>
                    <a:pt x="357" y="1597"/>
                    <a:pt x="794" y="1597"/>
                  </a:cubicBezTo>
                  <a:cubicBezTo>
                    <a:pt x="1231" y="1597"/>
                    <a:pt x="1588" y="1240"/>
                    <a:pt x="1588" y="803"/>
                  </a:cubicBezTo>
                  <a:cubicBezTo>
                    <a:pt x="1588" y="357"/>
                    <a:pt x="1231" y="0"/>
                    <a:pt x="7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7" name="Google Shape;777;p33"/>
          <p:cNvSpPr/>
          <p:nvPr/>
        </p:nvSpPr>
        <p:spPr>
          <a:xfrm>
            <a:off x="506348" y="2412562"/>
            <a:ext cx="194356" cy="194356"/>
          </a:xfrm>
          <a:custGeom>
            <a:rect b="b" l="l" r="r" t="t"/>
            <a:pathLst>
              <a:path extrusionOk="0" h="6299" w="6299">
                <a:moveTo>
                  <a:pt x="3988" y="1115"/>
                </a:moveTo>
                <a:lnTo>
                  <a:pt x="5184" y="2311"/>
                </a:lnTo>
                <a:lnTo>
                  <a:pt x="5184" y="3988"/>
                </a:lnTo>
                <a:lnTo>
                  <a:pt x="3988" y="5183"/>
                </a:lnTo>
                <a:lnTo>
                  <a:pt x="2302" y="5183"/>
                </a:lnTo>
                <a:lnTo>
                  <a:pt x="1116" y="3988"/>
                </a:lnTo>
                <a:lnTo>
                  <a:pt x="1116" y="2311"/>
                </a:lnTo>
                <a:lnTo>
                  <a:pt x="2302" y="1115"/>
                </a:lnTo>
                <a:close/>
                <a:moveTo>
                  <a:pt x="1838" y="0"/>
                </a:moveTo>
                <a:lnTo>
                  <a:pt x="1" y="1847"/>
                </a:lnTo>
                <a:lnTo>
                  <a:pt x="1" y="4452"/>
                </a:lnTo>
                <a:lnTo>
                  <a:pt x="1838" y="6298"/>
                </a:lnTo>
                <a:lnTo>
                  <a:pt x="4452" y="6298"/>
                </a:lnTo>
                <a:lnTo>
                  <a:pt x="6299" y="4452"/>
                </a:lnTo>
                <a:lnTo>
                  <a:pt x="6299" y="1847"/>
                </a:lnTo>
                <a:lnTo>
                  <a:pt x="445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3"/>
          <p:cNvSpPr/>
          <p:nvPr/>
        </p:nvSpPr>
        <p:spPr>
          <a:xfrm>
            <a:off x="8418259" y="2395276"/>
            <a:ext cx="229504" cy="228922"/>
          </a:xfrm>
          <a:custGeom>
            <a:rect b="b" l="l" r="r" t="t"/>
            <a:pathLst>
              <a:path extrusionOk="0" fill="none" h="3489" w="3498">
                <a:moveTo>
                  <a:pt x="3497" y="1749"/>
                </a:moveTo>
                <a:cubicBezTo>
                  <a:pt x="3497" y="2712"/>
                  <a:pt x="2712" y="3489"/>
                  <a:pt x="1749" y="3489"/>
                </a:cubicBezTo>
                <a:cubicBezTo>
                  <a:pt x="785" y="3489"/>
                  <a:pt x="0" y="2712"/>
                  <a:pt x="0" y="1749"/>
                </a:cubicBezTo>
                <a:cubicBezTo>
                  <a:pt x="0" y="777"/>
                  <a:pt x="785" y="0"/>
                  <a:pt x="1749" y="0"/>
                </a:cubicBezTo>
                <a:cubicBezTo>
                  <a:pt x="2712" y="0"/>
                  <a:pt x="3497" y="777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9" name="Google Shape;779;p33"/>
          <p:cNvGrpSpPr/>
          <p:nvPr/>
        </p:nvGrpSpPr>
        <p:grpSpPr>
          <a:xfrm>
            <a:off x="1476506" y="4604000"/>
            <a:ext cx="2051176" cy="68035"/>
            <a:chOff x="1282198" y="3872575"/>
            <a:chExt cx="2051176" cy="68035"/>
          </a:xfrm>
        </p:grpSpPr>
        <p:sp>
          <p:nvSpPr>
            <p:cNvPr id="780" name="Google Shape;780;p33"/>
            <p:cNvSpPr/>
            <p:nvPr/>
          </p:nvSpPr>
          <p:spPr>
            <a:xfrm>
              <a:off x="2207537" y="3872575"/>
              <a:ext cx="1125837" cy="31"/>
            </a:xfrm>
            <a:custGeom>
              <a:rect b="b" l="l" r="r" t="t"/>
              <a:pathLst>
                <a:path extrusionOk="0" fill="none" h="1" w="36488">
                  <a:moveTo>
                    <a:pt x="0" y="1"/>
                  </a:moveTo>
                  <a:lnTo>
                    <a:pt x="36487" y="1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3"/>
            <p:cNvSpPr/>
            <p:nvPr/>
          </p:nvSpPr>
          <p:spPr>
            <a:xfrm>
              <a:off x="1282198" y="3940579"/>
              <a:ext cx="1125837" cy="31"/>
            </a:xfrm>
            <a:custGeom>
              <a:rect b="b" l="l" r="r" t="t"/>
              <a:pathLst>
                <a:path extrusionOk="0" fill="none" h="1" w="36488">
                  <a:moveTo>
                    <a:pt x="1" y="0"/>
                  </a:moveTo>
                  <a:lnTo>
                    <a:pt x="36488" y="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3"/>
            <p:cNvSpPr/>
            <p:nvPr/>
          </p:nvSpPr>
          <p:spPr>
            <a:xfrm>
              <a:off x="2042092" y="3872575"/>
              <a:ext cx="102161" cy="31"/>
            </a:xfrm>
            <a:custGeom>
              <a:rect b="b" l="l" r="r" t="t"/>
              <a:pathLst>
                <a:path extrusionOk="0" fill="none" h="1" w="3311">
                  <a:moveTo>
                    <a:pt x="331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3" name="Google Shape;783;p33"/>
          <p:cNvSpPr/>
          <p:nvPr/>
        </p:nvSpPr>
        <p:spPr>
          <a:xfrm>
            <a:off x="6094162" y="527494"/>
            <a:ext cx="1054900" cy="31"/>
          </a:xfrm>
          <a:custGeom>
            <a:rect b="b" l="l" r="r" t="t"/>
            <a:pathLst>
              <a:path extrusionOk="0" fill="none" h="1" w="19948">
                <a:moveTo>
                  <a:pt x="19948" y="1"/>
                </a:moveTo>
                <a:lnTo>
                  <a:pt x="0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3"/>
          <p:cNvSpPr/>
          <p:nvPr/>
        </p:nvSpPr>
        <p:spPr>
          <a:xfrm>
            <a:off x="6389929" y="459750"/>
            <a:ext cx="1054477" cy="31"/>
          </a:xfrm>
          <a:custGeom>
            <a:rect b="b" l="l" r="r" t="t"/>
            <a:pathLst>
              <a:path extrusionOk="0" fill="none" h="1" w="19940">
                <a:moveTo>
                  <a:pt x="19939" y="1"/>
                </a:moveTo>
                <a:lnTo>
                  <a:pt x="1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3"/>
          <p:cNvSpPr/>
          <p:nvPr/>
        </p:nvSpPr>
        <p:spPr>
          <a:xfrm>
            <a:off x="7208006" y="527494"/>
            <a:ext cx="95770" cy="31"/>
          </a:xfrm>
          <a:custGeom>
            <a:rect b="b" l="l" r="r" t="t"/>
            <a:pathLst>
              <a:path extrusionOk="0" fill="none" h="1" w="1811">
                <a:moveTo>
                  <a:pt x="0" y="1"/>
                </a:moveTo>
                <a:lnTo>
                  <a:pt x="1811" y="1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7" name="Google Shape;787;p34"/>
          <p:cNvGrpSpPr/>
          <p:nvPr/>
        </p:nvGrpSpPr>
        <p:grpSpPr>
          <a:xfrm flipH="1" rot="10800000">
            <a:off x="262879" y="3517780"/>
            <a:ext cx="67727" cy="1441546"/>
            <a:chOff x="8758379" y="234705"/>
            <a:chExt cx="67727" cy="1441546"/>
          </a:xfrm>
        </p:grpSpPr>
        <p:sp>
          <p:nvSpPr>
            <p:cNvPr id="788" name="Google Shape;788;p34"/>
            <p:cNvSpPr/>
            <p:nvPr/>
          </p:nvSpPr>
          <p:spPr>
            <a:xfrm flipH="1" rot="5400000">
              <a:off x="8195476" y="1113317"/>
              <a:ext cx="1125837" cy="31"/>
            </a:xfrm>
            <a:custGeom>
              <a:rect b="b" l="l" r="r" t="t"/>
              <a:pathLst>
                <a:path extrusionOk="0" fill="none" h="1" w="36488">
                  <a:moveTo>
                    <a:pt x="36487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4"/>
            <p:cNvSpPr/>
            <p:nvPr/>
          </p:nvSpPr>
          <p:spPr>
            <a:xfrm flipH="1" rot="5400000">
              <a:off x="8263172" y="797608"/>
              <a:ext cx="1125837" cy="31"/>
            </a:xfrm>
            <a:custGeom>
              <a:rect b="b" l="l" r="r" t="t"/>
              <a:pathLst>
                <a:path extrusionOk="0" fill="none" h="1" w="36488">
                  <a:moveTo>
                    <a:pt x="3648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4"/>
            <p:cNvSpPr/>
            <p:nvPr/>
          </p:nvSpPr>
          <p:spPr>
            <a:xfrm flipH="1" rot="5400000">
              <a:off x="8707453" y="436204"/>
              <a:ext cx="101883" cy="31"/>
            </a:xfrm>
            <a:custGeom>
              <a:rect b="b" l="l" r="r" t="t"/>
              <a:pathLst>
                <a:path extrusionOk="0" fill="none" h="1" w="3302">
                  <a:moveTo>
                    <a:pt x="1" y="1"/>
                  </a:moveTo>
                  <a:lnTo>
                    <a:pt x="3302" y="1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1" name="Google Shape;791;p34"/>
          <p:cNvSpPr/>
          <p:nvPr/>
        </p:nvSpPr>
        <p:spPr>
          <a:xfrm>
            <a:off x="8322854" y="234710"/>
            <a:ext cx="107931" cy="107931"/>
          </a:xfrm>
          <a:custGeom>
            <a:rect b="b" l="l" r="r" t="t"/>
            <a:pathLst>
              <a:path extrusionOk="0" fill="none" h="3498" w="3498">
                <a:moveTo>
                  <a:pt x="3497" y="1749"/>
                </a:moveTo>
                <a:cubicBezTo>
                  <a:pt x="3497" y="2713"/>
                  <a:pt x="2712" y="3498"/>
                  <a:pt x="1749" y="3498"/>
                </a:cubicBezTo>
                <a:cubicBezTo>
                  <a:pt x="785" y="3498"/>
                  <a:pt x="0" y="2713"/>
                  <a:pt x="0" y="1749"/>
                </a:cubicBezTo>
                <a:cubicBezTo>
                  <a:pt x="0" y="786"/>
                  <a:pt x="785" y="1"/>
                  <a:pt x="1749" y="1"/>
                </a:cubicBezTo>
                <a:cubicBezTo>
                  <a:pt x="2712" y="1"/>
                  <a:pt x="3497" y="786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2" name="Google Shape;792;p34"/>
          <p:cNvGrpSpPr/>
          <p:nvPr/>
        </p:nvGrpSpPr>
        <p:grpSpPr>
          <a:xfrm flipH="1" rot="-5400000">
            <a:off x="8384366" y="539000"/>
            <a:ext cx="809573" cy="176491"/>
            <a:chOff x="1639404" y="3352607"/>
            <a:chExt cx="809573" cy="176491"/>
          </a:xfrm>
        </p:grpSpPr>
        <p:sp>
          <p:nvSpPr>
            <p:cNvPr id="793" name="Google Shape;793;p34"/>
            <p:cNvSpPr/>
            <p:nvPr/>
          </p:nvSpPr>
          <p:spPr>
            <a:xfrm>
              <a:off x="1700774" y="3384541"/>
              <a:ext cx="680198" cy="108764"/>
            </a:xfrm>
            <a:custGeom>
              <a:rect b="b" l="l" r="r" t="t"/>
              <a:pathLst>
                <a:path extrusionOk="0" fill="none" h="3525" w="22045">
                  <a:moveTo>
                    <a:pt x="1" y="1"/>
                  </a:moveTo>
                  <a:lnTo>
                    <a:pt x="8378" y="1"/>
                  </a:lnTo>
                  <a:lnTo>
                    <a:pt x="8378" y="3525"/>
                  </a:lnTo>
                  <a:lnTo>
                    <a:pt x="22045" y="3525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4"/>
            <p:cNvSpPr/>
            <p:nvPr/>
          </p:nvSpPr>
          <p:spPr>
            <a:xfrm>
              <a:off x="1639404" y="3352607"/>
              <a:ext cx="61401" cy="61432"/>
            </a:xfrm>
            <a:custGeom>
              <a:rect b="b" l="l" r="r" t="t"/>
              <a:pathLst>
                <a:path extrusionOk="0" h="1991" w="1990">
                  <a:moveTo>
                    <a:pt x="991" y="1"/>
                  </a:moveTo>
                  <a:cubicBezTo>
                    <a:pt x="446" y="1"/>
                    <a:pt x="0" y="447"/>
                    <a:pt x="0" y="991"/>
                  </a:cubicBezTo>
                  <a:cubicBezTo>
                    <a:pt x="0" y="1544"/>
                    <a:pt x="446" y="1990"/>
                    <a:pt x="991" y="1990"/>
                  </a:cubicBezTo>
                  <a:cubicBezTo>
                    <a:pt x="1544" y="1990"/>
                    <a:pt x="1990" y="1544"/>
                    <a:pt x="1990" y="991"/>
                  </a:cubicBezTo>
                  <a:cubicBezTo>
                    <a:pt x="1990" y="447"/>
                    <a:pt x="1544" y="1"/>
                    <a:pt x="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4"/>
            <p:cNvSpPr/>
            <p:nvPr/>
          </p:nvSpPr>
          <p:spPr>
            <a:xfrm>
              <a:off x="2387545" y="3467665"/>
              <a:ext cx="61432" cy="61432"/>
            </a:xfrm>
            <a:custGeom>
              <a:rect b="b" l="l" r="r" t="t"/>
              <a:pathLst>
                <a:path extrusionOk="0" h="1991" w="1991">
                  <a:moveTo>
                    <a:pt x="1000" y="1"/>
                  </a:moveTo>
                  <a:cubicBezTo>
                    <a:pt x="447" y="1"/>
                    <a:pt x="1" y="447"/>
                    <a:pt x="1" y="1000"/>
                  </a:cubicBezTo>
                  <a:cubicBezTo>
                    <a:pt x="1" y="1544"/>
                    <a:pt x="447" y="1990"/>
                    <a:pt x="1000" y="1990"/>
                  </a:cubicBezTo>
                  <a:cubicBezTo>
                    <a:pt x="1544" y="1990"/>
                    <a:pt x="1990" y="1544"/>
                    <a:pt x="1990" y="1000"/>
                  </a:cubicBezTo>
                  <a:cubicBezTo>
                    <a:pt x="1990" y="447"/>
                    <a:pt x="1544" y="1"/>
                    <a:pt x="10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6" name="Google Shape;796;p34"/>
          <p:cNvGrpSpPr/>
          <p:nvPr/>
        </p:nvGrpSpPr>
        <p:grpSpPr>
          <a:xfrm>
            <a:off x="617413" y="4708494"/>
            <a:ext cx="95805" cy="95805"/>
            <a:chOff x="3741963" y="3746119"/>
            <a:chExt cx="95805" cy="95805"/>
          </a:xfrm>
        </p:grpSpPr>
        <p:sp>
          <p:nvSpPr>
            <p:cNvPr id="797" name="Google Shape;797;p34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0" y="0"/>
                  </a:moveTo>
                  <a:lnTo>
                    <a:pt x="3105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4"/>
            <p:cNvSpPr/>
            <p:nvPr/>
          </p:nvSpPr>
          <p:spPr>
            <a:xfrm>
              <a:off x="3741963" y="3746119"/>
              <a:ext cx="95805" cy="95805"/>
            </a:xfrm>
            <a:custGeom>
              <a:rect b="b" l="l" r="r" t="t"/>
              <a:pathLst>
                <a:path extrusionOk="0" fill="none" h="3105" w="3105">
                  <a:moveTo>
                    <a:pt x="3105" y="0"/>
                  </a:moveTo>
                  <a:lnTo>
                    <a:pt x="0" y="3105"/>
                  </a:lnTo>
                </a:path>
              </a:pathLst>
            </a:custGeom>
            <a:noFill/>
            <a:ln cap="rnd" cmpd="sng" w="2365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9" name="Google Shape;799;p34"/>
          <p:cNvGrpSpPr/>
          <p:nvPr/>
        </p:nvGrpSpPr>
        <p:grpSpPr>
          <a:xfrm>
            <a:off x="8582001" y="1934113"/>
            <a:ext cx="414290" cy="343262"/>
            <a:chOff x="8618938" y="1926261"/>
            <a:chExt cx="414290" cy="343262"/>
          </a:xfrm>
        </p:grpSpPr>
        <p:sp>
          <p:nvSpPr>
            <p:cNvPr id="800" name="Google Shape;800;p34"/>
            <p:cNvSpPr/>
            <p:nvPr/>
          </p:nvSpPr>
          <p:spPr>
            <a:xfrm>
              <a:off x="8618938" y="1950482"/>
              <a:ext cx="402195" cy="319041"/>
            </a:xfrm>
            <a:custGeom>
              <a:rect b="b" l="l" r="r" t="t"/>
              <a:pathLst>
                <a:path extrusionOk="0" h="10340" w="13035">
                  <a:moveTo>
                    <a:pt x="11277" y="0"/>
                  </a:moveTo>
                  <a:lnTo>
                    <a:pt x="5148" y="7164"/>
                  </a:lnTo>
                  <a:lnTo>
                    <a:pt x="1749" y="3167"/>
                  </a:lnTo>
                  <a:lnTo>
                    <a:pt x="1" y="4354"/>
                  </a:lnTo>
                  <a:lnTo>
                    <a:pt x="5166" y="10339"/>
                  </a:lnTo>
                  <a:lnTo>
                    <a:pt x="13034" y="1178"/>
                  </a:lnTo>
                  <a:lnTo>
                    <a:pt x="1127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4"/>
            <p:cNvSpPr/>
            <p:nvPr/>
          </p:nvSpPr>
          <p:spPr>
            <a:xfrm>
              <a:off x="8631064" y="1926261"/>
              <a:ext cx="402164" cy="319041"/>
            </a:xfrm>
            <a:custGeom>
              <a:rect b="b" l="l" r="r" t="t"/>
              <a:pathLst>
                <a:path extrusionOk="0" fill="none" h="10340" w="13034">
                  <a:moveTo>
                    <a:pt x="13034" y="1178"/>
                  </a:moveTo>
                  <a:lnTo>
                    <a:pt x="11276" y="0"/>
                  </a:lnTo>
                  <a:lnTo>
                    <a:pt x="5148" y="7164"/>
                  </a:lnTo>
                  <a:lnTo>
                    <a:pt x="1749" y="3167"/>
                  </a:lnTo>
                  <a:lnTo>
                    <a:pt x="0" y="4353"/>
                  </a:lnTo>
                  <a:lnTo>
                    <a:pt x="5166" y="10339"/>
                  </a:lnTo>
                  <a:close/>
                </a:path>
              </a:pathLst>
            </a:custGeom>
            <a:noFill/>
            <a:ln cap="flat" cmpd="sng" w="5800">
              <a:solidFill>
                <a:schemeClr val="dk1"/>
              </a:solidFill>
              <a:prstDash val="solid"/>
              <a:miter lim="892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2" name="Google Shape;802;p34"/>
          <p:cNvSpPr/>
          <p:nvPr/>
        </p:nvSpPr>
        <p:spPr>
          <a:xfrm>
            <a:off x="8888379" y="2320310"/>
            <a:ext cx="107931" cy="107931"/>
          </a:xfrm>
          <a:custGeom>
            <a:rect b="b" l="l" r="r" t="t"/>
            <a:pathLst>
              <a:path extrusionOk="0" fill="none" h="3498" w="3498">
                <a:moveTo>
                  <a:pt x="3497" y="1749"/>
                </a:moveTo>
                <a:cubicBezTo>
                  <a:pt x="3497" y="2713"/>
                  <a:pt x="2712" y="3498"/>
                  <a:pt x="1749" y="3498"/>
                </a:cubicBezTo>
                <a:cubicBezTo>
                  <a:pt x="785" y="3498"/>
                  <a:pt x="0" y="2713"/>
                  <a:pt x="0" y="1749"/>
                </a:cubicBezTo>
                <a:cubicBezTo>
                  <a:pt x="0" y="786"/>
                  <a:pt x="785" y="1"/>
                  <a:pt x="1749" y="1"/>
                </a:cubicBezTo>
                <a:cubicBezTo>
                  <a:pt x="2712" y="1"/>
                  <a:pt x="3497" y="786"/>
                  <a:pt x="3497" y="1749"/>
                </a:cubicBezTo>
                <a:close/>
              </a:path>
            </a:pathLst>
          </a:custGeom>
          <a:noFill/>
          <a:ln cap="flat" cmpd="sng" w="11825">
            <a:solidFill>
              <a:schemeClr val="dk1"/>
            </a:solidFill>
            <a:prstDash val="solid"/>
            <a:miter lim="8921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3" name="Google Shape;803;p34"/>
          <p:cNvGrpSpPr/>
          <p:nvPr/>
        </p:nvGrpSpPr>
        <p:grpSpPr>
          <a:xfrm flipH="1">
            <a:off x="214757" y="3057521"/>
            <a:ext cx="402677" cy="340272"/>
            <a:chOff x="5915814" y="759984"/>
            <a:chExt cx="589917" cy="498493"/>
          </a:xfrm>
        </p:grpSpPr>
        <p:sp>
          <p:nvSpPr>
            <p:cNvPr id="804" name="Google Shape;804;p34"/>
            <p:cNvSpPr/>
            <p:nvPr/>
          </p:nvSpPr>
          <p:spPr>
            <a:xfrm>
              <a:off x="5945003" y="759984"/>
              <a:ext cx="560728" cy="469335"/>
            </a:xfrm>
            <a:custGeom>
              <a:rect b="b" l="l" r="r" t="t"/>
              <a:pathLst>
                <a:path extrusionOk="0" h="15211" w="18173">
                  <a:moveTo>
                    <a:pt x="9082" y="0"/>
                  </a:moveTo>
                  <a:cubicBezTo>
                    <a:pt x="4068" y="0"/>
                    <a:pt x="0" y="2810"/>
                    <a:pt x="0" y="6280"/>
                  </a:cubicBezTo>
                  <a:cubicBezTo>
                    <a:pt x="0" y="9644"/>
                    <a:pt x="3818" y="12391"/>
                    <a:pt x="8618" y="12561"/>
                  </a:cubicBezTo>
                  <a:lnTo>
                    <a:pt x="6584" y="15210"/>
                  </a:lnTo>
                  <a:lnTo>
                    <a:pt x="11080" y="12409"/>
                  </a:lnTo>
                  <a:cubicBezTo>
                    <a:pt x="12088" y="12257"/>
                    <a:pt x="13043" y="11981"/>
                    <a:pt x="13890" y="11615"/>
                  </a:cubicBezTo>
                  <a:cubicBezTo>
                    <a:pt x="16460" y="10509"/>
                    <a:pt x="18172" y="8529"/>
                    <a:pt x="18172" y="6280"/>
                  </a:cubicBezTo>
                  <a:cubicBezTo>
                    <a:pt x="18172" y="2810"/>
                    <a:pt x="14104" y="0"/>
                    <a:pt x="90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4"/>
            <p:cNvSpPr/>
            <p:nvPr/>
          </p:nvSpPr>
          <p:spPr>
            <a:xfrm>
              <a:off x="5915814" y="789142"/>
              <a:ext cx="560728" cy="469335"/>
            </a:xfrm>
            <a:custGeom>
              <a:rect b="b" l="l" r="r" t="t"/>
              <a:pathLst>
                <a:path extrusionOk="0" fill="none" h="15211" w="18173">
                  <a:moveTo>
                    <a:pt x="9082" y="1"/>
                  </a:moveTo>
                  <a:cubicBezTo>
                    <a:pt x="4069" y="1"/>
                    <a:pt x="1" y="2811"/>
                    <a:pt x="1" y="6281"/>
                  </a:cubicBezTo>
                  <a:cubicBezTo>
                    <a:pt x="1" y="9644"/>
                    <a:pt x="3819" y="12383"/>
                    <a:pt x="8618" y="12553"/>
                  </a:cubicBezTo>
                  <a:lnTo>
                    <a:pt x="6584" y="15211"/>
                  </a:lnTo>
                  <a:lnTo>
                    <a:pt x="11081" y="12410"/>
                  </a:lnTo>
                  <a:cubicBezTo>
                    <a:pt x="12089" y="12249"/>
                    <a:pt x="13043" y="11982"/>
                    <a:pt x="13891" y="11616"/>
                  </a:cubicBezTo>
                  <a:cubicBezTo>
                    <a:pt x="16460" y="10501"/>
                    <a:pt x="18173" y="8529"/>
                    <a:pt x="18173" y="6281"/>
                  </a:cubicBezTo>
                  <a:cubicBezTo>
                    <a:pt x="18173" y="2811"/>
                    <a:pt x="14105" y="1"/>
                    <a:pt x="9082" y="1"/>
                  </a:cubicBezTo>
                  <a:close/>
                </a:path>
              </a:pathLst>
            </a:custGeom>
            <a:noFill/>
            <a:ln cap="rnd" cmpd="sng" w="176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4"/>
            <p:cNvSpPr/>
            <p:nvPr/>
          </p:nvSpPr>
          <p:spPr>
            <a:xfrm>
              <a:off x="6068300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95" y="0"/>
                    <a:pt x="1" y="286"/>
                    <a:pt x="1" y="643"/>
                  </a:cubicBezTo>
                  <a:cubicBezTo>
                    <a:pt x="1" y="991"/>
                    <a:pt x="295" y="1285"/>
                    <a:pt x="643" y="1285"/>
                  </a:cubicBezTo>
                  <a:cubicBezTo>
                    <a:pt x="1000" y="1285"/>
                    <a:pt x="1286" y="991"/>
                    <a:pt x="1286" y="643"/>
                  </a:cubicBezTo>
                  <a:cubicBezTo>
                    <a:pt x="1286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4"/>
            <p:cNvSpPr/>
            <p:nvPr/>
          </p:nvSpPr>
          <p:spPr>
            <a:xfrm>
              <a:off x="6183636" y="967793"/>
              <a:ext cx="39402" cy="39680"/>
            </a:xfrm>
            <a:custGeom>
              <a:rect b="b" l="l" r="r" t="t"/>
              <a:pathLst>
                <a:path extrusionOk="0" h="1286" w="1277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991" y="1285"/>
                    <a:pt x="1277" y="991"/>
                    <a:pt x="1277" y="643"/>
                  </a:cubicBezTo>
                  <a:cubicBezTo>
                    <a:pt x="1277" y="286"/>
                    <a:pt x="991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4"/>
            <p:cNvSpPr/>
            <p:nvPr/>
          </p:nvSpPr>
          <p:spPr>
            <a:xfrm>
              <a:off x="6298694" y="967793"/>
              <a:ext cx="39680" cy="39680"/>
            </a:xfrm>
            <a:custGeom>
              <a:rect b="b" l="l" r="r" t="t"/>
              <a:pathLst>
                <a:path extrusionOk="0" h="1286" w="1286">
                  <a:moveTo>
                    <a:pt x="643" y="0"/>
                  </a:moveTo>
                  <a:cubicBezTo>
                    <a:pt x="286" y="0"/>
                    <a:pt x="1" y="286"/>
                    <a:pt x="1" y="643"/>
                  </a:cubicBezTo>
                  <a:cubicBezTo>
                    <a:pt x="1" y="991"/>
                    <a:pt x="286" y="1285"/>
                    <a:pt x="643" y="1285"/>
                  </a:cubicBezTo>
                  <a:cubicBezTo>
                    <a:pt x="1000" y="1285"/>
                    <a:pt x="1285" y="991"/>
                    <a:pt x="1285" y="643"/>
                  </a:cubicBezTo>
                  <a:cubicBezTo>
                    <a:pt x="1285" y="286"/>
                    <a:pt x="1000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logica"/>
              <a:buNone/>
              <a:defRPr b="1" sz="35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logica"/>
              <a:buNone/>
              <a:defRPr b="1" sz="35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logica"/>
              <a:buNone/>
              <a:defRPr b="1" sz="35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logica"/>
              <a:buNone/>
              <a:defRPr b="1" sz="35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logica"/>
              <a:buNone/>
              <a:defRPr b="1" sz="35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logica"/>
              <a:buNone/>
              <a:defRPr b="1" sz="35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logica"/>
              <a:buNone/>
              <a:defRPr b="1" sz="35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logica"/>
              <a:buNone/>
              <a:defRPr b="1" sz="35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Geologica"/>
              <a:buNone/>
              <a:defRPr b="1" sz="35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5"/>
          <p:cNvSpPr/>
          <p:nvPr/>
        </p:nvSpPr>
        <p:spPr>
          <a:xfrm>
            <a:off x="6911099" y="510276"/>
            <a:ext cx="1548900" cy="40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14" name="Google Shape;814;p35"/>
          <p:cNvSpPr txBox="1"/>
          <p:nvPr>
            <p:ph type="ctrTitle"/>
          </p:nvPr>
        </p:nvSpPr>
        <p:spPr>
          <a:xfrm>
            <a:off x="1039350" y="1176322"/>
            <a:ext cx="7065300" cy="158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Counterargument</a:t>
            </a:r>
            <a:endParaRPr/>
          </a:p>
        </p:txBody>
      </p:sp>
      <p:sp>
        <p:nvSpPr>
          <p:cNvPr id="815" name="Google Shape;815;p35"/>
          <p:cNvSpPr txBox="1"/>
          <p:nvPr>
            <p:ph idx="1" type="subTitle"/>
          </p:nvPr>
        </p:nvSpPr>
        <p:spPr>
          <a:xfrm>
            <a:off x="2307675" y="3914000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5"/>
          <p:cNvSpPr/>
          <p:nvPr/>
        </p:nvSpPr>
        <p:spPr>
          <a:xfrm>
            <a:off x="6881875" y="546806"/>
            <a:ext cx="1548900" cy="409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Secondary</a:t>
            </a:r>
            <a:endParaRPr b="1" sz="2000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817" name="Google Shape;817;p35"/>
          <p:cNvSpPr/>
          <p:nvPr/>
        </p:nvSpPr>
        <p:spPr>
          <a:xfrm>
            <a:off x="4571981" y="3416831"/>
            <a:ext cx="31" cy="301700"/>
          </a:xfrm>
          <a:custGeom>
            <a:rect b="b" l="l" r="r" t="t"/>
            <a:pathLst>
              <a:path extrusionOk="0" fill="none" h="9778" w="1">
                <a:moveTo>
                  <a:pt x="1" y="9778"/>
                </a:moveTo>
                <a:lnTo>
                  <a:pt x="1" y="0"/>
                </a:lnTo>
              </a:path>
            </a:pathLst>
          </a:custGeom>
          <a:noFill/>
          <a:ln cap="rnd" cmpd="sng" w="11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5"/>
          <p:cNvSpPr/>
          <p:nvPr/>
        </p:nvSpPr>
        <p:spPr>
          <a:xfrm>
            <a:off x="713220" y="590375"/>
            <a:ext cx="350451" cy="350143"/>
          </a:xfrm>
          <a:custGeom>
            <a:rect b="b" l="l" r="r" t="t"/>
            <a:pathLst>
              <a:path extrusionOk="0" h="11348" w="11358">
                <a:moveTo>
                  <a:pt x="5687" y="4023"/>
                </a:moveTo>
                <a:cubicBezTo>
                  <a:pt x="6363" y="4023"/>
                  <a:pt x="6998" y="4448"/>
                  <a:pt x="7236" y="5121"/>
                </a:cubicBezTo>
                <a:cubicBezTo>
                  <a:pt x="7539" y="5977"/>
                  <a:pt x="7093" y="6923"/>
                  <a:pt x="6237" y="7226"/>
                </a:cubicBezTo>
                <a:cubicBezTo>
                  <a:pt x="6053" y="7291"/>
                  <a:pt x="5866" y="7321"/>
                  <a:pt x="5682" y="7321"/>
                </a:cubicBezTo>
                <a:cubicBezTo>
                  <a:pt x="5002" y="7321"/>
                  <a:pt x="4370" y="6901"/>
                  <a:pt x="4131" y="6227"/>
                </a:cubicBezTo>
                <a:cubicBezTo>
                  <a:pt x="3819" y="5362"/>
                  <a:pt x="4274" y="4425"/>
                  <a:pt x="5131" y="4122"/>
                </a:cubicBezTo>
                <a:cubicBezTo>
                  <a:pt x="5314" y="4055"/>
                  <a:pt x="5502" y="4023"/>
                  <a:pt x="5687" y="4023"/>
                </a:cubicBezTo>
                <a:close/>
                <a:moveTo>
                  <a:pt x="4345" y="0"/>
                </a:moveTo>
                <a:lnTo>
                  <a:pt x="3320" y="366"/>
                </a:lnTo>
                <a:lnTo>
                  <a:pt x="3614" y="2444"/>
                </a:lnTo>
                <a:cubicBezTo>
                  <a:pt x="3311" y="2632"/>
                  <a:pt x="3043" y="2864"/>
                  <a:pt x="2811" y="3122"/>
                </a:cubicBezTo>
                <a:lnTo>
                  <a:pt x="724" y="2605"/>
                </a:lnTo>
                <a:lnTo>
                  <a:pt x="251" y="3586"/>
                </a:lnTo>
                <a:lnTo>
                  <a:pt x="1937" y="4853"/>
                </a:lnTo>
                <a:cubicBezTo>
                  <a:pt x="1865" y="5192"/>
                  <a:pt x="1830" y="5540"/>
                  <a:pt x="1848" y="5897"/>
                </a:cubicBezTo>
                <a:lnTo>
                  <a:pt x="1" y="7003"/>
                </a:lnTo>
                <a:lnTo>
                  <a:pt x="367" y="8038"/>
                </a:lnTo>
                <a:lnTo>
                  <a:pt x="2454" y="7743"/>
                </a:lnTo>
                <a:cubicBezTo>
                  <a:pt x="2642" y="8038"/>
                  <a:pt x="2874" y="8314"/>
                  <a:pt x="3132" y="8537"/>
                </a:cubicBezTo>
                <a:lnTo>
                  <a:pt x="2615" y="10625"/>
                </a:lnTo>
                <a:lnTo>
                  <a:pt x="3596" y="11098"/>
                </a:lnTo>
                <a:lnTo>
                  <a:pt x="4863" y="9421"/>
                </a:lnTo>
                <a:cubicBezTo>
                  <a:pt x="5134" y="9478"/>
                  <a:pt x="5411" y="9506"/>
                  <a:pt x="5694" y="9506"/>
                </a:cubicBezTo>
                <a:cubicBezTo>
                  <a:pt x="5764" y="9506"/>
                  <a:pt x="5835" y="9504"/>
                  <a:pt x="5907" y="9501"/>
                </a:cubicBezTo>
                <a:lnTo>
                  <a:pt x="7013" y="11348"/>
                </a:lnTo>
                <a:lnTo>
                  <a:pt x="8048" y="10982"/>
                </a:lnTo>
                <a:lnTo>
                  <a:pt x="7753" y="8903"/>
                </a:lnTo>
                <a:cubicBezTo>
                  <a:pt x="8048" y="8707"/>
                  <a:pt x="8324" y="8484"/>
                  <a:pt x="8547" y="8216"/>
                </a:cubicBezTo>
                <a:lnTo>
                  <a:pt x="10635" y="8743"/>
                </a:lnTo>
                <a:lnTo>
                  <a:pt x="11108" y="7752"/>
                </a:lnTo>
                <a:lnTo>
                  <a:pt x="9430" y="6494"/>
                </a:lnTo>
                <a:cubicBezTo>
                  <a:pt x="9502" y="6155"/>
                  <a:pt x="9529" y="5799"/>
                  <a:pt x="9511" y="5451"/>
                </a:cubicBezTo>
                <a:lnTo>
                  <a:pt x="11357" y="4336"/>
                </a:lnTo>
                <a:lnTo>
                  <a:pt x="10992" y="3310"/>
                </a:lnTo>
                <a:lnTo>
                  <a:pt x="8913" y="3604"/>
                </a:lnTo>
                <a:cubicBezTo>
                  <a:pt x="8717" y="3301"/>
                  <a:pt x="8494" y="3033"/>
                  <a:pt x="8226" y="2801"/>
                </a:cubicBezTo>
                <a:lnTo>
                  <a:pt x="8752" y="714"/>
                </a:lnTo>
                <a:lnTo>
                  <a:pt x="7762" y="241"/>
                </a:lnTo>
                <a:lnTo>
                  <a:pt x="6504" y="1927"/>
                </a:lnTo>
                <a:cubicBezTo>
                  <a:pt x="6224" y="1868"/>
                  <a:pt x="5930" y="1833"/>
                  <a:pt x="5635" y="1833"/>
                </a:cubicBezTo>
                <a:cubicBezTo>
                  <a:pt x="5574" y="1833"/>
                  <a:pt x="5513" y="1835"/>
                  <a:pt x="5452" y="1838"/>
                </a:cubicBezTo>
                <a:lnTo>
                  <a:pt x="434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35"/>
          <p:cNvSpPr/>
          <p:nvPr/>
        </p:nvSpPr>
        <p:spPr>
          <a:xfrm>
            <a:off x="727260" y="562297"/>
            <a:ext cx="350173" cy="350420"/>
          </a:xfrm>
          <a:custGeom>
            <a:rect b="b" l="l" r="r" t="t"/>
            <a:pathLst>
              <a:path extrusionOk="0" fill="none" h="11357" w="11349">
                <a:moveTo>
                  <a:pt x="4122" y="6227"/>
                </a:moveTo>
                <a:cubicBezTo>
                  <a:pt x="3819" y="5371"/>
                  <a:pt x="4265" y="4425"/>
                  <a:pt x="5130" y="4122"/>
                </a:cubicBezTo>
                <a:cubicBezTo>
                  <a:pt x="5987" y="3818"/>
                  <a:pt x="6924" y="4264"/>
                  <a:pt x="7236" y="5130"/>
                </a:cubicBezTo>
                <a:cubicBezTo>
                  <a:pt x="7539" y="5986"/>
                  <a:pt x="7093" y="6923"/>
                  <a:pt x="6228" y="7235"/>
                </a:cubicBezTo>
                <a:cubicBezTo>
                  <a:pt x="5371" y="7538"/>
                  <a:pt x="4426" y="7083"/>
                  <a:pt x="4122" y="6227"/>
                </a:cubicBezTo>
                <a:close/>
                <a:moveTo>
                  <a:pt x="367" y="8047"/>
                </a:moveTo>
                <a:lnTo>
                  <a:pt x="2445" y="7743"/>
                </a:lnTo>
                <a:cubicBezTo>
                  <a:pt x="2642" y="8047"/>
                  <a:pt x="2865" y="8314"/>
                  <a:pt x="3132" y="8546"/>
                </a:cubicBezTo>
                <a:lnTo>
                  <a:pt x="2606" y="10634"/>
                </a:lnTo>
                <a:lnTo>
                  <a:pt x="3596" y="11107"/>
                </a:lnTo>
                <a:lnTo>
                  <a:pt x="4854" y="9421"/>
                </a:lnTo>
                <a:cubicBezTo>
                  <a:pt x="5193" y="9501"/>
                  <a:pt x="5550" y="9528"/>
                  <a:pt x="5907" y="9510"/>
                </a:cubicBezTo>
                <a:lnTo>
                  <a:pt x="7013" y="11356"/>
                </a:lnTo>
                <a:lnTo>
                  <a:pt x="8039" y="10991"/>
                </a:lnTo>
                <a:lnTo>
                  <a:pt x="7744" y="8903"/>
                </a:lnTo>
                <a:cubicBezTo>
                  <a:pt x="8048" y="8716"/>
                  <a:pt x="8315" y="8484"/>
                  <a:pt x="8547" y="8225"/>
                </a:cubicBezTo>
                <a:lnTo>
                  <a:pt x="10635" y="8752"/>
                </a:lnTo>
                <a:lnTo>
                  <a:pt x="11108" y="7761"/>
                </a:lnTo>
                <a:lnTo>
                  <a:pt x="9422" y="6495"/>
                </a:lnTo>
                <a:cubicBezTo>
                  <a:pt x="9502" y="6156"/>
                  <a:pt x="9529" y="5808"/>
                  <a:pt x="9511" y="5451"/>
                </a:cubicBezTo>
                <a:lnTo>
                  <a:pt x="11348" y="4345"/>
                </a:lnTo>
                <a:lnTo>
                  <a:pt x="10983" y="3310"/>
                </a:lnTo>
                <a:lnTo>
                  <a:pt x="8904" y="3613"/>
                </a:lnTo>
                <a:cubicBezTo>
                  <a:pt x="8717" y="3310"/>
                  <a:pt x="8485" y="3042"/>
                  <a:pt x="8226" y="2810"/>
                </a:cubicBezTo>
                <a:lnTo>
                  <a:pt x="8744" y="723"/>
                </a:lnTo>
                <a:lnTo>
                  <a:pt x="7762" y="250"/>
                </a:lnTo>
                <a:lnTo>
                  <a:pt x="6495" y="1936"/>
                </a:lnTo>
                <a:cubicBezTo>
                  <a:pt x="6156" y="1856"/>
                  <a:pt x="5808" y="1829"/>
                  <a:pt x="5452" y="1847"/>
                </a:cubicBezTo>
                <a:lnTo>
                  <a:pt x="4345" y="0"/>
                </a:lnTo>
                <a:lnTo>
                  <a:pt x="3311" y="366"/>
                </a:lnTo>
                <a:lnTo>
                  <a:pt x="3614" y="2444"/>
                </a:lnTo>
                <a:cubicBezTo>
                  <a:pt x="3311" y="2641"/>
                  <a:pt x="3043" y="2864"/>
                  <a:pt x="2811" y="3131"/>
                </a:cubicBezTo>
                <a:lnTo>
                  <a:pt x="724" y="2605"/>
                </a:lnTo>
                <a:lnTo>
                  <a:pt x="251" y="3595"/>
                </a:lnTo>
                <a:lnTo>
                  <a:pt x="1937" y="4853"/>
                </a:lnTo>
                <a:cubicBezTo>
                  <a:pt x="1856" y="5192"/>
                  <a:pt x="1830" y="5549"/>
                  <a:pt x="1848" y="5906"/>
                </a:cubicBezTo>
                <a:lnTo>
                  <a:pt x="1" y="7012"/>
                </a:lnTo>
                <a:close/>
              </a:path>
            </a:pathLst>
          </a:custGeom>
          <a:noFill/>
          <a:ln cap="rnd" cmpd="sng" w="176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0" name="Google Shape;820;p35"/>
          <p:cNvGrpSpPr/>
          <p:nvPr/>
        </p:nvGrpSpPr>
        <p:grpSpPr>
          <a:xfrm>
            <a:off x="6438573" y="3667512"/>
            <a:ext cx="1441576" cy="68035"/>
            <a:chOff x="1891798" y="3872575"/>
            <a:chExt cx="1441576" cy="68035"/>
          </a:xfrm>
        </p:grpSpPr>
        <p:sp>
          <p:nvSpPr>
            <p:cNvPr id="821" name="Google Shape;821;p35"/>
            <p:cNvSpPr/>
            <p:nvPr/>
          </p:nvSpPr>
          <p:spPr>
            <a:xfrm>
              <a:off x="2207537" y="3872575"/>
              <a:ext cx="1125837" cy="31"/>
            </a:xfrm>
            <a:custGeom>
              <a:rect b="b" l="l" r="r" t="t"/>
              <a:pathLst>
                <a:path extrusionOk="0" fill="none" h="1" w="36488">
                  <a:moveTo>
                    <a:pt x="0" y="1"/>
                  </a:moveTo>
                  <a:lnTo>
                    <a:pt x="36487" y="1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5"/>
            <p:cNvSpPr/>
            <p:nvPr/>
          </p:nvSpPr>
          <p:spPr>
            <a:xfrm>
              <a:off x="1891798" y="3940579"/>
              <a:ext cx="1125837" cy="31"/>
            </a:xfrm>
            <a:custGeom>
              <a:rect b="b" l="l" r="r" t="t"/>
              <a:pathLst>
                <a:path extrusionOk="0" fill="none" h="1" w="36488">
                  <a:moveTo>
                    <a:pt x="1" y="0"/>
                  </a:moveTo>
                  <a:lnTo>
                    <a:pt x="36488" y="0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5"/>
            <p:cNvSpPr/>
            <p:nvPr/>
          </p:nvSpPr>
          <p:spPr>
            <a:xfrm>
              <a:off x="2042092" y="3872575"/>
              <a:ext cx="102161" cy="31"/>
            </a:xfrm>
            <a:custGeom>
              <a:rect b="b" l="l" r="r" t="t"/>
              <a:pathLst>
                <a:path extrusionOk="0" fill="none" h="1" w="3311">
                  <a:moveTo>
                    <a:pt x="331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1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Counterargument?</a:t>
            </a:r>
            <a:endParaRPr/>
          </a:p>
        </p:txBody>
      </p:sp>
      <p:sp>
        <p:nvSpPr>
          <p:cNvPr id="829" name="Google Shape;829;p36"/>
          <p:cNvSpPr txBox="1"/>
          <p:nvPr>
            <p:ph idx="1" type="body"/>
          </p:nvPr>
        </p:nvSpPr>
        <p:spPr>
          <a:xfrm>
            <a:off x="720000" y="1215750"/>
            <a:ext cx="77040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 counterargument is an argument opposed to your thesis, a part of your thesis, or a claim made elsewhere in your </a:t>
            </a:r>
            <a:r>
              <a:rPr lang="en" sz="2400"/>
              <a:t>essay.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It expresses the view of a person (real or hypothetical) who disagrees with one or more of your positions.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Counterargument-why?</a:t>
            </a:r>
            <a:endParaRPr/>
          </a:p>
        </p:txBody>
      </p:sp>
      <p:sp>
        <p:nvSpPr>
          <p:cNvPr id="835" name="Google Shape;835;p37"/>
          <p:cNvSpPr txBox="1"/>
          <p:nvPr>
            <p:ph idx="1" type="body"/>
          </p:nvPr>
        </p:nvSpPr>
        <p:spPr>
          <a:xfrm>
            <a:off x="720000" y="1215750"/>
            <a:ext cx="77040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Analyzing counterarguments </a:t>
            </a:r>
            <a:r>
              <a:rPr lang="en" sz="2400"/>
              <a:t>strengthens your claims by addressing the opposition.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does it go?</a:t>
            </a:r>
            <a:endParaRPr/>
          </a:p>
        </p:txBody>
      </p:sp>
      <p:sp>
        <p:nvSpPr>
          <p:cNvPr id="841" name="Google Shape;841;p38"/>
          <p:cNvSpPr txBox="1"/>
          <p:nvPr>
            <p:ph idx="1" type="body"/>
          </p:nvPr>
        </p:nvSpPr>
        <p:spPr>
          <a:xfrm>
            <a:off x="720000" y="1215750"/>
            <a:ext cx="77040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 counterargument can appear anywhere in your essay, but it most commonly appears: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As a paragraph following the paragraph containing the disputed claim;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As the latter half of the paragraph </a:t>
            </a:r>
            <a:r>
              <a:rPr lang="en" sz="2400"/>
              <a:t>containing the disputed claim;</a:t>
            </a:r>
            <a:r>
              <a:rPr lang="en" sz="2400"/>
              <a:t>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As a section or paragraph just before the conclusion of your essay.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Counterargument Parts</a:t>
            </a:r>
            <a:endParaRPr sz="3000"/>
          </a:p>
        </p:txBody>
      </p:sp>
      <p:sp>
        <p:nvSpPr>
          <p:cNvPr id="847" name="Google Shape;847;p39"/>
          <p:cNvSpPr txBox="1"/>
          <p:nvPr/>
        </p:nvSpPr>
        <p:spPr>
          <a:xfrm>
            <a:off x="465075" y="1182950"/>
            <a:ext cx="8029200" cy="3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icksand"/>
              <a:buChar char="●"/>
            </a:pPr>
            <a:r>
              <a:rPr lang="en"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Claim (Your position)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Light"/>
              <a:buChar char="●"/>
            </a:pPr>
            <a:r>
              <a:rPr lang="en"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Counterclaim (Opponent’s perspective)</a:t>
            </a:r>
            <a:endParaRPr sz="24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Light"/>
              <a:buChar char="●"/>
            </a:pPr>
            <a:r>
              <a:rPr lang="en"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Concession (Acknowledging validity in their reasoning)</a:t>
            </a:r>
            <a:endParaRPr sz="24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Light"/>
              <a:buChar char="●"/>
            </a:pPr>
            <a:r>
              <a:rPr lang="en"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Rebuttal (Why your position is stronger)</a:t>
            </a:r>
            <a:endParaRPr sz="24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Light"/>
              <a:buChar char="●"/>
            </a:pPr>
            <a:r>
              <a:rPr lang="en"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Evidence (Supporting quote(s) and other evidence)</a:t>
            </a:r>
            <a:endParaRPr sz="24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Light"/>
              <a:buChar char="●"/>
            </a:pPr>
            <a:r>
              <a:rPr lang="en" sz="2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Resolved Position (Analysis) (Why the evidence proves your point)</a:t>
            </a:r>
            <a:endParaRPr sz="24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Counterargument Paragraph Structure</a:t>
            </a:r>
            <a:endParaRPr sz="3000"/>
          </a:p>
        </p:txBody>
      </p:sp>
      <p:sp>
        <p:nvSpPr>
          <p:cNvPr id="853" name="Google Shape;853;p40"/>
          <p:cNvSpPr txBox="1"/>
          <p:nvPr>
            <p:ph idx="1" type="subTitle"/>
          </p:nvPr>
        </p:nvSpPr>
        <p:spPr>
          <a:xfrm>
            <a:off x="720000" y="21329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Who, or what type of reader, would take issue with your claim?</a:t>
            </a:r>
            <a:endParaRPr/>
          </a:p>
        </p:txBody>
      </p:sp>
      <p:sp>
        <p:nvSpPr>
          <p:cNvPr id="854" name="Google Shape;854;p40"/>
          <p:cNvSpPr txBox="1"/>
          <p:nvPr>
            <p:ph idx="2" type="subTitle"/>
          </p:nvPr>
        </p:nvSpPr>
        <p:spPr>
          <a:xfrm>
            <a:off x="3419271" y="21329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the counterclaim.</a:t>
            </a:r>
            <a:endParaRPr/>
          </a:p>
        </p:txBody>
      </p:sp>
      <p:sp>
        <p:nvSpPr>
          <p:cNvPr id="855" name="Google Shape;855;p40"/>
          <p:cNvSpPr txBox="1"/>
          <p:nvPr>
            <p:ph idx="3" type="subTitle"/>
          </p:nvPr>
        </p:nvSpPr>
        <p:spPr>
          <a:xfrm>
            <a:off x="720000" y="358475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what way(s) is the opponent’s counterclaim true? Under what circumstances?</a:t>
            </a:r>
            <a:endParaRPr/>
          </a:p>
        </p:txBody>
      </p:sp>
      <p:sp>
        <p:nvSpPr>
          <p:cNvPr id="856" name="Google Shape;856;p40"/>
          <p:cNvSpPr txBox="1"/>
          <p:nvPr>
            <p:ph idx="4" type="subTitle"/>
          </p:nvPr>
        </p:nvSpPr>
        <p:spPr>
          <a:xfrm>
            <a:off x="3419271" y="358475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why your claim is stronger than the counterclaim.</a:t>
            </a:r>
            <a:endParaRPr/>
          </a:p>
        </p:txBody>
      </p:sp>
      <p:sp>
        <p:nvSpPr>
          <p:cNvPr id="857" name="Google Shape;857;p40"/>
          <p:cNvSpPr txBox="1"/>
          <p:nvPr>
            <p:ph idx="5" type="subTitle"/>
          </p:nvPr>
        </p:nvSpPr>
        <p:spPr>
          <a:xfrm>
            <a:off x="6118549" y="21329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the reasoning behind the opponent’s counterclaim.</a:t>
            </a:r>
            <a:endParaRPr/>
          </a:p>
        </p:txBody>
      </p:sp>
      <p:sp>
        <p:nvSpPr>
          <p:cNvPr id="858" name="Google Shape;858;p40"/>
          <p:cNvSpPr txBox="1"/>
          <p:nvPr>
            <p:ph idx="6" type="subTitle"/>
          </p:nvPr>
        </p:nvSpPr>
        <p:spPr>
          <a:xfrm>
            <a:off x="6118549" y="358475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why your opponent’s counterclaim does not outweigh your initial claim.   </a:t>
            </a:r>
            <a:endParaRPr/>
          </a:p>
        </p:txBody>
      </p:sp>
      <p:sp>
        <p:nvSpPr>
          <p:cNvPr id="859" name="Google Shape;859;p40"/>
          <p:cNvSpPr txBox="1"/>
          <p:nvPr>
            <p:ph idx="16" type="subTitle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Identify Opponent</a:t>
            </a:r>
            <a:endParaRPr sz="1200"/>
          </a:p>
        </p:txBody>
      </p:sp>
      <p:sp>
        <p:nvSpPr>
          <p:cNvPr id="860" name="Google Shape;860;p40"/>
          <p:cNvSpPr txBox="1"/>
          <p:nvPr>
            <p:ph idx="17" type="subTitle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Opponent’s Counterclaim</a:t>
            </a:r>
            <a:endParaRPr sz="1200"/>
          </a:p>
        </p:txBody>
      </p:sp>
      <p:sp>
        <p:nvSpPr>
          <p:cNvPr id="861" name="Google Shape;861;p40"/>
          <p:cNvSpPr txBox="1"/>
          <p:nvPr>
            <p:ph idx="18" type="subTitle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Opponent’s Rationale</a:t>
            </a:r>
            <a:endParaRPr sz="1200"/>
          </a:p>
        </p:txBody>
      </p:sp>
      <p:sp>
        <p:nvSpPr>
          <p:cNvPr id="862" name="Google Shape;862;p40"/>
          <p:cNvSpPr txBox="1"/>
          <p:nvPr>
            <p:ph idx="19" type="subTitle"/>
          </p:nvPr>
        </p:nvSpPr>
        <p:spPr>
          <a:xfrm>
            <a:off x="720000" y="325235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Concede in Part</a:t>
            </a:r>
            <a:endParaRPr sz="1200"/>
          </a:p>
        </p:txBody>
      </p:sp>
      <p:sp>
        <p:nvSpPr>
          <p:cNvPr id="863" name="Google Shape;863;p40"/>
          <p:cNvSpPr txBox="1"/>
          <p:nvPr>
            <p:ph idx="20" type="subTitle"/>
          </p:nvPr>
        </p:nvSpPr>
        <p:spPr>
          <a:xfrm>
            <a:off x="3419271" y="325235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Rebut the Counterclaim</a:t>
            </a:r>
            <a:endParaRPr sz="1200"/>
          </a:p>
        </p:txBody>
      </p:sp>
      <p:sp>
        <p:nvSpPr>
          <p:cNvPr id="864" name="Google Shape;864;p40"/>
          <p:cNvSpPr txBox="1"/>
          <p:nvPr>
            <p:ph idx="21" type="subTitle"/>
          </p:nvPr>
        </p:nvSpPr>
        <p:spPr>
          <a:xfrm>
            <a:off x="6118549" y="325235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Resolved Position</a:t>
            </a:r>
            <a:endParaRPr sz="1200"/>
          </a:p>
        </p:txBody>
      </p:sp>
      <p:sp>
        <p:nvSpPr>
          <p:cNvPr id="865" name="Google Shape;865;p40"/>
          <p:cNvSpPr txBox="1"/>
          <p:nvPr>
            <p:ph idx="16" type="subTitle"/>
          </p:nvPr>
        </p:nvSpPr>
        <p:spPr>
          <a:xfrm>
            <a:off x="720000" y="1167024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Sentence</a:t>
            </a:r>
            <a:endParaRPr/>
          </a:p>
        </p:txBody>
      </p:sp>
      <p:sp>
        <p:nvSpPr>
          <p:cNvPr id="866" name="Google Shape;866;p40"/>
          <p:cNvSpPr txBox="1"/>
          <p:nvPr>
            <p:ph idx="1" type="subTitle"/>
          </p:nvPr>
        </p:nvSpPr>
        <p:spPr>
          <a:xfrm>
            <a:off x="2639000" y="1123050"/>
            <a:ext cx="6636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Previews the structure of the counterargument paragraph.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</a:t>
            </a:r>
            <a:endParaRPr/>
          </a:p>
        </p:txBody>
      </p:sp>
      <p:sp>
        <p:nvSpPr>
          <p:cNvPr id="872" name="Google Shape;872;p41"/>
          <p:cNvSpPr txBox="1"/>
          <p:nvPr>
            <p:ph idx="1" type="body"/>
          </p:nvPr>
        </p:nvSpPr>
        <p:spPr>
          <a:xfrm>
            <a:off x="720000" y="1215750"/>
            <a:ext cx="77040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First, you turn against your own argument to challenge it.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State the case against yourself as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briefly (but as clearly and forcefully) as you can, pointing to evidence where possible. 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a skeptical reader</a:t>
            </a:r>
            <a:endParaRPr/>
          </a:p>
        </p:txBody>
      </p:sp>
      <p:sp>
        <p:nvSpPr>
          <p:cNvPr id="878" name="Google Shape;878;p42"/>
          <p:cNvSpPr txBox="1"/>
          <p:nvPr>
            <p:ph idx="1" type="body"/>
          </p:nvPr>
        </p:nvSpPr>
        <p:spPr>
          <a:xfrm>
            <a:off x="720000" y="1215750"/>
            <a:ext cx="77040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Yet some readers may challenge the view that _________.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After all, many believe _________.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Indeed, my own argument that _________ seems to ignore _________ and _________.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Of course, many will probably disagree with this assertion that _________.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Cite your critics</a:t>
            </a:r>
            <a:endParaRPr/>
          </a:p>
        </p:txBody>
      </p:sp>
      <p:sp>
        <p:nvSpPr>
          <p:cNvPr id="884" name="Google Shape;884;p43"/>
          <p:cNvSpPr txBox="1"/>
          <p:nvPr>
            <p:ph idx="1" type="body"/>
          </p:nvPr>
        </p:nvSpPr>
        <p:spPr>
          <a:xfrm>
            <a:off x="720000" y="1215750"/>
            <a:ext cx="77040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Cite an actual source, critic, or group of critics, who might resist your argument: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Here many </a:t>
            </a:r>
            <a:r>
              <a:rPr lang="en" sz="2400"/>
              <a:t>conservatives</a:t>
            </a:r>
            <a:r>
              <a:rPr lang="en" sz="2400"/>
              <a:t> would probably object that _________.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But social Darwinists would certainly take issue with the argument that _________.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Nevertheless, both followers and critics of Malcolm X will probably argue that _________.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at your arguments </a:t>
            </a:r>
            <a:endParaRPr/>
          </a:p>
        </p:txBody>
      </p:sp>
      <p:sp>
        <p:nvSpPr>
          <p:cNvPr id="890" name="Google Shape;890;p44"/>
          <p:cNvSpPr txBox="1"/>
          <p:nvPr>
            <p:ph idx="1" type="body"/>
          </p:nvPr>
        </p:nvSpPr>
        <p:spPr>
          <a:xfrm>
            <a:off x="720000" y="1215750"/>
            <a:ext cx="77040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Problems with your conclusion: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Others, however, may conclude </a:t>
            </a:r>
            <a:r>
              <a:rPr lang="en" sz="2400"/>
              <a:t>_________.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Disadvantages to what you propose: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This proposed solution does have some disadvantages __________.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Alternative explanations that make sense: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Alternatively, this issue could be viewed _________. 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</a:t>
            </a:r>
            <a:endParaRPr/>
          </a:p>
        </p:txBody>
      </p:sp>
      <p:sp>
        <p:nvSpPr>
          <p:cNvPr id="896" name="Google Shape;896;p45"/>
          <p:cNvSpPr txBox="1"/>
          <p:nvPr>
            <p:ph idx="1" type="body"/>
          </p:nvPr>
        </p:nvSpPr>
        <p:spPr>
          <a:xfrm>
            <a:off x="720000" y="1215750"/>
            <a:ext cx="77040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Second</a:t>
            </a:r>
            <a:r>
              <a:rPr b="1" lang="en" sz="3000"/>
              <a:t>, you </a:t>
            </a:r>
            <a:r>
              <a:rPr b="1" lang="en" sz="3000"/>
              <a:t>turn back to reaffirm your argument.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Quote acknowledged experts</a:t>
            </a:r>
            <a:endParaRPr/>
          </a:p>
        </p:txBody>
      </p:sp>
      <p:sp>
        <p:nvSpPr>
          <p:cNvPr id="902" name="Google Shape;902;p46"/>
          <p:cNvSpPr txBox="1"/>
          <p:nvPr>
            <p:ph idx="1" type="body"/>
          </p:nvPr>
        </p:nvSpPr>
        <p:spPr>
          <a:xfrm>
            <a:off x="720000" y="1215750"/>
            <a:ext cx="77040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Quote acknowledged experts that support your position: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While many may see this argument as flawed, ____________John Smith, an expert in his field, also finds_________.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Redefine the criteria</a:t>
            </a:r>
            <a:endParaRPr/>
          </a:p>
        </p:txBody>
      </p:sp>
      <p:sp>
        <p:nvSpPr>
          <p:cNvPr id="908" name="Google Shape;908;p47"/>
          <p:cNvSpPr txBox="1"/>
          <p:nvPr>
            <p:ph idx="1" type="body"/>
          </p:nvPr>
        </p:nvSpPr>
        <p:spPr>
          <a:xfrm>
            <a:off x="720000" y="1215750"/>
            <a:ext cx="77040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Redefine the criteria of “known” concepts: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Although I grant that _________, couldn’t it also be possible that _________. 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Show supports a shared idea</a:t>
            </a:r>
            <a:endParaRPr/>
          </a:p>
        </p:txBody>
      </p:sp>
      <p:sp>
        <p:nvSpPr>
          <p:cNvPr id="914" name="Google Shape;914;p48"/>
          <p:cNvSpPr txBox="1"/>
          <p:nvPr>
            <p:ph idx="1" type="body"/>
          </p:nvPr>
        </p:nvSpPr>
        <p:spPr>
          <a:xfrm>
            <a:off x="720000" y="1215750"/>
            <a:ext cx="77040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Find agreement and show how your new idea supports a shared idea: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 agree with X that _________.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Furthermore, this idea actually supports my point because _________. 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Pointing out faulty assumptions </a:t>
            </a:r>
            <a:endParaRPr/>
          </a:p>
        </p:txBody>
      </p:sp>
      <p:sp>
        <p:nvSpPr>
          <p:cNvPr id="920" name="Google Shape;920;p49"/>
          <p:cNvSpPr txBox="1"/>
          <p:nvPr>
            <p:ph idx="1" type="body"/>
          </p:nvPr>
        </p:nvSpPr>
        <p:spPr>
          <a:xfrm>
            <a:off x="720000" y="1215750"/>
            <a:ext cx="77040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Pointing out faulty assumptions in your critic’s arguments where: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the facts are wrong</a:t>
            </a:r>
            <a:r>
              <a:rPr lang="en" sz="2000"/>
              <a:t>: Proponents of X are right to argue that _________. But they exaggerate when they claim that _________.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the analysis is incorrect</a:t>
            </a:r>
            <a:r>
              <a:rPr lang="en" sz="2000"/>
              <a:t>: While it is true that _________, it does not necessarily follow that _________.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the values it is based on are not acceptable</a:t>
            </a:r>
            <a:r>
              <a:rPr lang="en" sz="2000"/>
              <a:t>: It is dangerous to believe _________________ because ___________________. 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Resolved Position</a:t>
            </a:r>
            <a:endParaRPr/>
          </a:p>
        </p:txBody>
      </p:sp>
      <p:sp>
        <p:nvSpPr>
          <p:cNvPr id="926" name="Google Shape;926;p50"/>
          <p:cNvSpPr txBox="1"/>
          <p:nvPr>
            <p:ph idx="1" type="body"/>
          </p:nvPr>
        </p:nvSpPr>
        <p:spPr>
          <a:xfrm>
            <a:off x="720000" y="1215750"/>
            <a:ext cx="77040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Suggest why the opposing counterclaim is relatively less important or less likely than your claim, and thus, doesn't overturn or invalidate it.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If the counterclaim analysis reveals that the claim should be modified, then do so.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" name="Google Shape;93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00" y="805775"/>
            <a:ext cx="8863975" cy="353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6" name="Google Shape;93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200" y="648588"/>
            <a:ext cx="8779675" cy="384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 Rebuttal</a:t>
            </a:r>
            <a:endParaRPr/>
          </a:p>
        </p:txBody>
      </p:sp>
      <p:sp>
        <p:nvSpPr>
          <p:cNvPr id="942" name="Google Shape;942;p53"/>
          <p:cNvSpPr txBox="1"/>
          <p:nvPr>
            <p:ph idx="1" type="subTitle"/>
          </p:nvPr>
        </p:nvSpPr>
        <p:spPr>
          <a:xfrm>
            <a:off x="4741950" y="2095096"/>
            <a:ext cx="3478800" cy="15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George’s choice was tragic, it was actually a selfless act that spared Lennie from a worse fate.</a:t>
            </a:r>
            <a:endParaRPr/>
          </a:p>
        </p:txBody>
      </p:sp>
      <p:sp>
        <p:nvSpPr>
          <p:cNvPr id="943" name="Google Shape;943;p53"/>
          <p:cNvSpPr txBox="1"/>
          <p:nvPr>
            <p:ph idx="2" type="subTitle"/>
          </p:nvPr>
        </p:nvSpPr>
        <p:spPr>
          <a:xfrm>
            <a:off x="563675" y="2138606"/>
            <a:ext cx="3478800" cy="15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George was selfish in shooting Lennie to protect himself.</a:t>
            </a:r>
            <a:endParaRPr/>
          </a:p>
        </p:txBody>
      </p:sp>
      <p:sp>
        <p:nvSpPr>
          <p:cNvPr id="944" name="Google Shape;944;p53"/>
          <p:cNvSpPr txBox="1"/>
          <p:nvPr>
            <p:ph idx="3" type="subTitle"/>
          </p:nvPr>
        </p:nvSpPr>
        <p:spPr>
          <a:xfrm>
            <a:off x="563675" y="1580837"/>
            <a:ext cx="3478800" cy="5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Opponent’s Claim </a:t>
            </a:r>
            <a:endParaRPr/>
          </a:p>
        </p:txBody>
      </p:sp>
      <p:sp>
        <p:nvSpPr>
          <p:cNvPr id="945" name="Google Shape;945;p53"/>
          <p:cNvSpPr txBox="1"/>
          <p:nvPr>
            <p:ph idx="4" type="subTitle"/>
          </p:nvPr>
        </p:nvSpPr>
        <p:spPr>
          <a:xfrm>
            <a:off x="4741952" y="1545700"/>
            <a:ext cx="3478800" cy="54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Rebuttal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rgumentative Writing and Persuasion - Language Arts - 8th Grade by Slidesgo">
  <a:themeElements>
    <a:clrScheme name="Simple Light">
      <a:dk1>
        <a:srgbClr val="303030"/>
      </a:dk1>
      <a:lt1>
        <a:srgbClr val="FFFFFF"/>
      </a:lt1>
      <a:dk2>
        <a:srgbClr val="F22613"/>
      </a:dk2>
      <a:lt2>
        <a:srgbClr val="F2B705"/>
      </a:lt2>
      <a:accent1>
        <a:srgbClr val="B9BF04"/>
      </a:accent1>
      <a:accent2>
        <a:srgbClr val="04D9D9"/>
      </a:accent2>
      <a:accent3>
        <a:srgbClr val="C2C2DF"/>
      </a:accent3>
      <a:accent4>
        <a:srgbClr val="FFFFFF"/>
      </a:accent4>
      <a:accent5>
        <a:srgbClr val="FFFFFF"/>
      </a:accent5>
      <a:accent6>
        <a:srgbClr val="FFFFFF"/>
      </a:accent6>
      <a:hlink>
        <a:srgbClr val="30303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