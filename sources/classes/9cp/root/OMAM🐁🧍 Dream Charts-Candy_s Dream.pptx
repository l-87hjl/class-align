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2278975" cx="1575435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5533650" y="1371375"/>
            <a:ext cx="8300400" cy="4475100"/>
          </a:xfrm>
          <a:prstGeom prst="rect">
            <a:avLst/>
          </a:prstGeom>
          <a:solidFill>
            <a:srgbClr val="C3AFAF">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
        <p:nvSpPr>
          <p:cNvPr id="58" name="Google Shape;58;p13"/>
          <p:cNvSpPr txBox="1"/>
          <p:nvPr/>
        </p:nvSpPr>
        <p:spPr>
          <a:xfrm>
            <a:off x="5533650" y="10449775"/>
            <a:ext cx="8300400" cy="4475100"/>
          </a:xfrm>
          <a:prstGeom prst="rect">
            <a:avLst/>
          </a:prstGeom>
          <a:solidFill>
            <a:srgbClr val="C3AFAF">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
        <p:nvSpPr>
          <p:cNvPr id="59" name="Google Shape;59;p13"/>
          <p:cNvSpPr txBox="1"/>
          <p:nvPr/>
        </p:nvSpPr>
        <p:spPr>
          <a:xfrm>
            <a:off x="5533650" y="5910575"/>
            <a:ext cx="8300400" cy="4475100"/>
          </a:xfrm>
          <a:prstGeom prst="rect">
            <a:avLst/>
          </a:prstGeom>
          <a:solidFill>
            <a:srgbClr val="DCCDCD">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
        <p:nvSpPr>
          <p:cNvPr id="60" name="Google Shape;60;p13"/>
          <p:cNvSpPr txBox="1"/>
          <p:nvPr/>
        </p:nvSpPr>
        <p:spPr>
          <a:xfrm>
            <a:off x="5533650" y="14988975"/>
            <a:ext cx="8300400" cy="4475100"/>
          </a:xfrm>
          <a:prstGeom prst="rect">
            <a:avLst/>
          </a:prstGeom>
          <a:solidFill>
            <a:srgbClr val="DCCDCD">
              <a:alpha val="5595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Insert text</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