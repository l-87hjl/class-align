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</p:sldIdLst>
  <p:sldSz cy="22278975" cx="1575435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7017">
          <p15:clr>
            <a:srgbClr val="A4A3A4"/>
          </p15:clr>
        </p15:guide>
        <p15:guide id="2" pos="496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7C75F2B-FF9F-43FB-AED7-4972D19370CE}">
  <a:tblStyle styleId="{C7C75F2B-FF9F-43FB-AED7-4972D19370C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7017" orient="horz"/>
        <p:guide pos="496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6931" y="685800"/>
            <a:ext cx="2424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3ab0aa421e_0_0:notes"/>
          <p:cNvSpPr/>
          <p:nvPr>
            <p:ph idx="2" type="sldImg"/>
          </p:nvPr>
        </p:nvSpPr>
        <p:spPr>
          <a:xfrm>
            <a:off x="2216931" y="685800"/>
            <a:ext cx="2424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3ab0aa421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537048" y="3225113"/>
            <a:ext cx="14680200" cy="8890800"/>
          </a:xfrm>
          <a:prstGeom prst="rect">
            <a:avLst/>
          </a:prstGeom>
        </p:spPr>
        <p:txBody>
          <a:bodyPr anchorCtr="0" anchor="b" bIns="237025" lIns="237025" spcFirstLastPara="1" rIns="237025" wrap="square" tIns="2370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500"/>
              <a:buNone/>
              <a:defRPr sz="1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13500"/>
              <a:buNone/>
              <a:defRPr sz="1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13500"/>
              <a:buNone/>
              <a:defRPr sz="1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13500"/>
              <a:buNone/>
              <a:defRPr sz="1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13500"/>
              <a:buNone/>
              <a:defRPr sz="1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13500"/>
              <a:buNone/>
              <a:defRPr sz="1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13500"/>
              <a:buNone/>
              <a:defRPr sz="1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13500"/>
              <a:buNone/>
              <a:defRPr sz="1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13500"/>
              <a:buNone/>
              <a:defRPr sz="135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537033" y="12275960"/>
            <a:ext cx="14680200" cy="3433200"/>
          </a:xfrm>
          <a:prstGeom prst="rect">
            <a:avLst/>
          </a:prstGeom>
        </p:spPr>
        <p:txBody>
          <a:bodyPr anchorCtr="0" anchor="t" bIns="237025" lIns="237025" spcFirstLastPara="1" rIns="237025" wrap="square" tIns="2370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4597339" y="20198637"/>
            <a:ext cx="945300" cy="1704900"/>
          </a:xfrm>
          <a:prstGeom prst="rect">
            <a:avLst/>
          </a:prstGeom>
        </p:spPr>
        <p:txBody>
          <a:bodyPr anchorCtr="0" anchor="ctr" bIns="237025" lIns="237025" spcFirstLastPara="1" rIns="237025" wrap="square" tIns="2370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537033" y="9316367"/>
            <a:ext cx="14680200" cy="3646200"/>
          </a:xfrm>
          <a:prstGeom prst="rect">
            <a:avLst/>
          </a:prstGeom>
        </p:spPr>
        <p:txBody>
          <a:bodyPr anchorCtr="0" anchor="ctr" bIns="237025" lIns="237025" spcFirstLastPara="1" rIns="237025" wrap="square" tIns="2370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1pPr>
            <a:lvl2pPr lvl="1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2pPr>
            <a:lvl3pPr lvl="2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3pPr>
            <a:lvl4pPr lvl="3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4pPr>
            <a:lvl5pPr lvl="4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5pPr>
            <a:lvl6pPr lvl="5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6pPr>
            <a:lvl7pPr lvl="6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7pPr>
            <a:lvl8pPr lvl="7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8pPr>
            <a:lvl9pPr lvl="8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4597339" y="20198637"/>
            <a:ext cx="945300" cy="1704900"/>
          </a:xfrm>
          <a:prstGeom prst="rect">
            <a:avLst/>
          </a:prstGeom>
        </p:spPr>
        <p:txBody>
          <a:bodyPr anchorCtr="0" anchor="ctr" bIns="237025" lIns="237025" spcFirstLastPara="1" rIns="237025" wrap="square" tIns="2370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537033" y="1927618"/>
            <a:ext cx="14680200" cy="2480700"/>
          </a:xfrm>
          <a:prstGeom prst="rect">
            <a:avLst/>
          </a:prstGeom>
        </p:spPr>
        <p:txBody>
          <a:bodyPr anchorCtr="0" anchor="t" bIns="237025" lIns="237025" spcFirstLastPara="1" rIns="237025" wrap="square" tIns="2370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3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537033" y="4991924"/>
            <a:ext cx="14680200" cy="14798100"/>
          </a:xfrm>
          <a:prstGeom prst="rect">
            <a:avLst/>
          </a:prstGeom>
        </p:spPr>
        <p:txBody>
          <a:bodyPr anchorCtr="0" anchor="t" bIns="237025" lIns="237025" spcFirstLastPara="1" rIns="237025" wrap="square" tIns="237025">
            <a:noAutofit/>
          </a:bodyPr>
          <a:lstStyle>
            <a:lvl1pPr indent="-527050" lvl="0" marL="457200">
              <a:spcBef>
                <a:spcPts val="0"/>
              </a:spcBef>
              <a:spcAft>
                <a:spcPts val="0"/>
              </a:spcAft>
              <a:buSzPts val="4700"/>
              <a:buChar char="●"/>
              <a:defRPr/>
            </a:lvl1pPr>
            <a:lvl2pPr indent="-457200" lvl="1" marL="914400">
              <a:spcBef>
                <a:spcPts val="0"/>
              </a:spcBef>
              <a:spcAft>
                <a:spcPts val="0"/>
              </a:spcAft>
              <a:buSzPts val="3600"/>
              <a:buChar char="○"/>
              <a:defRPr/>
            </a:lvl2pPr>
            <a:lvl3pPr indent="-457200" lvl="2" marL="1371600">
              <a:spcBef>
                <a:spcPts val="0"/>
              </a:spcBef>
              <a:spcAft>
                <a:spcPts val="0"/>
              </a:spcAft>
              <a:buSzPts val="3600"/>
              <a:buChar char="■"/>
              <a:defRPr/>
            </a:lvl3pPr>
            <a:lvl4pPr indent="-457200" lvl="3" marL="18288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4pPr>
            <a:lvl5pPr indent="-457200" lvl="4" marL="2286000">
              <a:spcBef>
                <a:spcPts val="0"/>
              </a:spcBef>
              <a:spcAft>
                <a:spcPts val="0"/>
              </a:spcAft>
              <a:buSzPts val="3600"/>
              <a:buChar char="○"/>
              <a:defRPr/>
            </a:lvl5pPr>
            <a:lvl6pPr indent="-457200" lvl="5" marL="2743200">
              <a:spcBef>
                <a:spcPts val="0"/>
              </a:spcBef>
              <a:spcAft>
                <a:spcPts val="0"/>
              </a:spcAft>
              <a:buSzPts val="3600"/>
              <a:buChar char="■"/>
              <a:defRPr/>
            </a:lvl6pPr>
            <a:lvl7pPr indent="-457200" lvl="6" marL="32004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7pPr>
            <a:lvl8pPr indent="-457200" lvl="7" marL="3657600">
              <a:spcBef>
                <a:spcPts val="0"/>
              </a:spcBef>
              <a:spcAft>
                <a:spcPts val="0"/>
              </a:spcAft>
              <a:buSzPts val="3600"/>
              <a:buChar char="○"/>
              <a:defRPr/>
            </a:lvl8pPr>
            <a:lvl9pPr indent="-457200" lvl="8" marL="4114800">
              <a:spcBef>
                <a:spcPts val="0"/>
              </a:spcBef>
              <a:spcAft>
                <a:spcPts val="0"/>
              </a:spcAft>
              <a:buSzPts val="36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4597339" y="20198637"/>
            <a:ext cx="945300" cy="1704900"/>
          </a:xfrm>
          <a:prstGeom prst="rect">
            <a:avLst/>
          </a:prstGeom>
        </p:spPr>
        <p:txBody>
          <a:bodyPr anchorCtr="0" anchor="ctr" bIns="237025" lIns="237025" spcFirstLastPara="1" rIns="237025" wrap="square" tIns="2370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537033" y="1927618"/>
            <a:ext cx="14680200" cy="2480700"/>
          </a:xfrm>
          <a:prstGeom prst="rect">
            <a:avLst/>
          </a:prstGeom>
        </p:spPr>
        <p:txBody>
          <a:bodyPr anchorCtr="0" anchor="t" bIns="237025" lIns="237025" spcFirstLastPara="1" rIns="237025" wrap="square" tIns="2370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3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537033" y="4991924"/>
            <a:ext cx="6891600" cy="14798100"/>
          </a:xfrm>
          <a:prstGeom prst="rect">
            <a:avLst/>
          </a:prstGeom>
        </p:spPr>
        <p:txBody>
          <a:bodyPr anchorCtr="0" anchor="t" bIns="237025" lIns="237025" spcFirstLastPara="1" rIns="237025" wrap="square" tIns="237025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25450" lvl="1" marL="914400">
              <a:spcBef>
                <a:spcPts val="0"/>
              </a:spcBef>
              <a:spcAft>
                <a:spcPts val="0"/>
              </a:spcAft>
              <a:buSzPts val="3100"/>
              <a:buChar char="○"/>
              <a:defRPr sz="3100"/>
            </a:lvl2pPr>
            <a:lvl3pPr indent="-425450" lvl="2" marL="1371600">
              <a:spcBef>
                <a:spcPts val="0"/>
              </a:spcBef>
              <a:spcAft>
                <a:spcPts val="0"/>
              </a:spcAft>
              <a:buSzPts val="3100"/>
              <a:buChar char="■"/>
              <a:defRPr sz="3100"/>
            </a:lvl3pPr>
            <a:lvl4pPr indent="-425450" lvl="3" marL="1828800">
              <a:spcBef>
                <a:spcPts val="0"/>
              </a:spcBef>
              <a:spcAft>
                <a:spcPts val="0"/>
              </a:spcAft>
              <a:buSzPts val="3100"/>
              <a:buChar char="●"/>
              <a:defRPr sz="3100"/>
            </a:lvl4pPr>
            <a:lvl5pPr indent="-425450" lvl="4" marL="2286000">
              <a:spcBef>
                <a:spcPts val="0"/>
              </a:spcBef>
              <a:spcAft>
                <a:spcPts val="0"/>
              </a:spcAft>
              <a:buSzPts val="3100"/>
              <a:buChar char="○"/>
              <a:defRPr sz="3100"/>
            </a:lvl5pPr>
            <a:lvl6pPr indent="-425450" lvl="5" marL="2743200">
              <a:spcBef>
                <a:spcPts val="0"/>
              </a:spcBef>
              <a:spcAft>
                <a:spcPts val="0"/>
              </a:spcAft>
              <a:buSzPts val="3100"/>
              <a:buChar char="■"/>
              <a:defRPr sz="3100"/>
            </a:lvl6pPr>
            <a:lvl7pPr indent="-425450" lvl="6" marL="3200400">
              <a:spcBef>
                <a:spcPts val="0"/>
              </a:spcBef>
              <a:spcAft>
                <a:spcPts val="0"/>
              </a:spcAft>
              <a:buSzPts val="3100"/>
              <a:buChar char="●"/>
              <a:defRPr sz="3100"/>
            </a:lvl7pPr>
            <a:lvl8pPr indent="-425450" lvl="7" marL="3657600">
              <a:spcBef>
                <a:spcPts val="0"/>
              </a:spcBef>
              <a:spcAft>
                <a:spcPts val="0"/>
              </a:spcAft>
              <a:buSzPts val="3100"/>
              <a:buChar char="○"/>
              <a:defRPr sz="3100"/>
            </a:lvl8pPr>
            <a:lvl9pPr indent="-425450" lvl="8" marL="4114800">
              <a:spcBef>
                <a:spcPts val="0"/>
              </a:spcBef>
              <a:spcAft>
                <a:spcPts val="0"/>
              </a:spcAft>
              <a:buSzPts val="3100"/>
              <a:buChar char="■"/>
              <a:defRPr sz="31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8325823" y="4991924"/>
            <a:ext cx="6891600" cy="14798100"/>
          </a:xfrm>
          <a:prstGeom prst="rect">
            <a:avLst/>
          </a:prstGeom>
        </p:spPr>
        <p:txBody>
          <a:bodyPr anchorCtr="0" anchor="t" bIns="237025" lIns="237025" spcFirstLastPara="1" rIns="237025" wrap="square" tIns="237025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25450" lvl="1" marL="914400">
              <a:spcBef>
                <a:spcPts val="0"/>
              </a:spcBef>
              <a:spcAft>
                <a:spcPts val="0"/>
              </a:spcAft>
              <a:buSzPts val="3100"/>
              <a:buChar char="○"/>
              <a:defRPr sz="3100"/>
            </a:lvl2pPr>
            <a:lvl3pPr indent="-425450" lvl="2" marL="1371600">
              <a:spcBef>
                <a:spcPts val="0"/>
              </a:spcBef>
              <a:spcAft>
                <a:spcPts val="0"/>
              </a:spcAft>
              <a:buSzPts val="3100"/>
              <a:buChar char="■"/>
              <a:defRPr sz="3100"/>
            </a:lvl3pPr>
            <a:lvl4pPr indent="-425450" lvl="3" marL="1828800">
              <a:spcBef>
                <a:spcPts val="0"/>
              </a:spcBef>
              <a:spcAft>
                <a:spcPts val="0"/>
              </a:spcAft>
              <a:buSzPts val="3100"/>
              <a:buChar char="●"/>
              <a:defRPr sz="3100"/>
            </a:lvl4pPr>
            <a:lvl5pPr indent="-425450" lvl="4" marL="2286000">
              <a:spcBef>
                <a:spcPts val="0"/>
              </a:spcBef>
              <a:spcAft>
                <a:spcPts val="0"/>
              </a:spcAft>
              <a:buSzPts val="3100"/>
              <a:buChar char="○"/>
              <a:defRPr sz="3100"/>
            </a:lvl5pPr>
            <a:lvl6pPr indent="-425450" lvl="5" marL="2743200">
              <a:spcBef>
                <a:spcPts val="0"/>
              </a:spcBef>
              <a:spcAft>
                <a:spcPts val="0"/>
              </a:spcAft>
              <a:buSzPts val="3100"/>
              <a:buChar char="■"/>
              <a:defRPr sz="3100"/>
            </a:lvl6pPr>
            <a:lvl7pPr indent="-425450" lvl="6" marL="3200400">
              <a:spcBef>
                <a:spcPts val="0"/>
              </a:spcBef>
              <a:spcAft>
                <a:spcPts val="0"/>
              </a:spcAft>
              <a:buSzPts val="3100"/>
              <a:buChar char="●"/>
              <a:defRPr sz="3100"/>
            </a:lvl7pPr>
            <a:lvl8pPr indent="-425450" lvl="7" marL="3657600">
              <a:spcBef>
                <a:spcPts val="0"/>
              </a:spcBef>
              <a:spcAft>
                <a:spcPts val="0"/>
              </a:spcAft>
              <a:buSzPts val="3100"/>
              <a:buChar char="○"/>
              <a:defRPr sz="3100"/>
            </a:lvl8pPr>
            <a:lvl9pPr indent="-425450" lvl="8" marL="4114800">
              <a:spcBef>
                <a:spcPts val="0"/>
              </a:spcBef>
              <a:spcAft>
                <a:spcPts val="0"/>
              </a:spcAft>
              <a:buSzPts val="3100"/>
              <a:buChar char="■"/>
              <a:defRPr sz="31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4597339" y="20198637"/>
            <a:ext cx="945300" cy="1704900"/>
          </a:xfrm>
          <a:prstGeom prst="rect">
            <a:avLst/>
          </a:prstGeom>
        </p:spPr>
        <p:txBody>
          <a:bodyPr anchorCtr="0" anchor="ctr" bIns="237025" lIns="237025" spcFirstLastPara="1" rIns="237025" wrap="square" tIns="2370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537033" y="1927618"/>
            <a:ext cx="14680200" cy="2480700"/>
          </a:xfrm>
          <a:prstGeom prst="rect">
            <a:avLst/>
          </a:prstGeom>
        </p:spPr>
        <p:txBody>
          <a:bodyPr anchorCtr="0" anchor="t" bIns="237025" lIns="237025" spcFirstLastPara="1" rIns="237025" wrap="square" tIns="2370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3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4597339" y="20198637"/>
            <a:ext cx="945300" cy="1704900"/>
          </a:xfrm>
          <a:prstGeom prst="rect">
            <a:avLst/>
          </a:prstGeom>
        </p:spPr>
        <p:txBody>
          <a:bodyPr anchorCtr="0" anchor="ctr" bIns="237025" lIns="237025" spcFirstLastPara="1" rIns="237025" wrap="square" tIns="2370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537033" y="2406571"/>
            <a:ext cx="4837800" cy="3273300"/>
          </a:xfrm>
          <a:prstGeom prst="rect">
            <a:avLst/>
          </a:prstGeom>
        </p:spPr>
        <p:txBody>
          <a:bodyPr anchorCtr="0" anchor="b" bIns="237025" lIns="237025" spcFirstLastPara="1" rIns="237025" wrap="square" tIns="2370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537033" y="6019027"/>
            <a:ext cx="4837800" cy="13771500"/>
          </a:xfrm>
          <a:prstGeom prst="rect">
            <a:avLst/>
          </a:prstGeom>
        </p:spPr>
        <p:txBody>
          <a:bodyPr anchorCtr="0" anchor="t" bIns="237025" lIns="237025" spcFirstLastPara="1" rIns="237025" wrap="square" tIns="237025">
            <a:noAutofit/>
          </a:bodyPr>
          <a:lstStyle>
            <a:lvl1pPr indent="-425450" lvl="0" marL="457200">
              <a:spcBef>
                <a:spcPts val="0"/>
              </a:spcBef>
              <a:spcAft>
                <a:spcPts val="0"/>
              </a:spcAft>
              <a:buSzPts val="3100"/>
              <a:buChar char="●"/>
              <a:defRPr sz="3100"/>
            </a:lvl1pPr>
            <a:lvl2pPr indent="-425450" lvl="1" marL="914400">
              <a:spcBef>
                <a:spcPts val="0"/>
              </a:spcBef>
              <a:spcAft>
                <a:spcPts val="0"/>
              </a:spcAft>
              <a:buSzPts val="3100"/>
              <a:buChar char="○"/>
              <a:defRPr sz="3100"/>
            </a:lvl2pPr>
            <a:lvl3pPr indent="-425450" lvl="2" marL="1371600">
              <a:spcBef>
                <a:spcPts val="0"/>
              </a:spcBef>
              <a:spcAft>
                <a:spcPts val="0"/>
              </a:spcAft>
              <a:buSzPts val="3100"/>
              <a:buChar char="■"/>
              <a:defRPr sz="3100"/>
            </a:lvl3pPr>
            <a:lvl4pPr indent="-425450" lvl="3" marL="1828800">
              <a:spcBef>
                <a:spcPts val="0"/>
              </a:spcBef>
              <a:spcAft>
                <a:spcPts val="0"/>
              </a:spcAft>
              <a:buSzPts val="3100"/>
              <a:buChar char="●"/>
              <a:defRPr sz="3100"/>
            </a:lvl4pPr>
            <a:lvl5pPr indent="-425450" lvl="4" marL="2286000">
              <a:spcBef>
                <a:spcPts val="0"/>
              </a:spcBef>
              <a:spcAft>
                <a:spcPts val="0"/>
              </a:spcAft>
              <a:buSzPts val="3100"/>
              <a:buChar char="○"/>
              <a:defRPr sz="3100"/>
            </a:lvl5pPr>
            <a:lvl6pPr indent="-425450" lvl="5" marL="2743200">
              <a:spcBef>
                <a:spcPts val="0"/>
              </a:spcBef>
              <a:spcAft>
                <a:spcPts val="0"/>
              </a:spcAft>
              <a:buSzPts val="3100"/>
              <a:buChar char="■"/>
              <a:defRPr sz="3100"/>
            </a:lvl6pPr>
            <a:lvl7pPr indent="-425450" lvl="6" marL="3200400">
              <a:spcBef>
                <a:spcPts val="0"/>
              </a:spcBef>
              <a:spcAft>
                <a:spcPts val="0"/>
              </a:spcAft>
              <a:buSzPts val="3100"/>
              <a:buChar char="●"/>
              <a:defRPr sz="3100"/>
            </a:lvl7pPr>
            <a:lvl8pPr indent="-425450" lvl="7" marL="3657600">
              <a:spcBef>
                <a:spcPts val="0"/>
              </a:spcBef>
              <a:spcAft>
                <a:spcPts val="0"/>
              </a:spcAft>
              <a:buSzPts val="3100"/>
              <a:buChar char="○"/>
              <a:defRPr sz="3100"/>
            </a:lvl8pPr>
            <a:lvl9pPr indent="-425450" lvl="8" marL="4114800">
              <a:spcBef>
                <a:spcPts val="0"/>
              </a:spcBef>
              <a:spcAft>
                <a:spcPts val="0"/>
              </a:spcAft>
              <a:buSzPts val="3100"/>
              <a:buChar char="■"/>
              <a:defRPr sz="31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4597339" y="20198637"/>
            <a:ext cx="945300" cy="1704900"/>
          </a:xfrm>
          <a:prstGeom prst="rect">
            <a:avLst/>
          </a:prstGeom>
        </p:spPr>
        <p:txBody>
          <a:bodyPr anchorCtr="0" anchor="ctr" bIns="237025" lIns="237025" spcFirstLastPara="1" rIns="237025" wrap="square" tIns="2370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844660" y="1949816"/>
            <a:ext cx="10971300" cy="17719200"/>
          </a:xfrm>
          <a:prstGeom prst="rect">
            <a:avLst/>
          </a:prstGeom>
        </p:spPr>
        <p:txBody>
          <a:bodyPr anchorCtr="0" anchor="ctr" bIns="237025" lIns="237025" spcFirstLastPara="1" rIns="237025" wrap="square" tIns="2370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400"/>
              <a:buNone/>
              <a:defRPr sz="12400"/>
            </a:lvl1pPr>
            <a:lvl2pPr lvl="1">
              <a:spcBef>
                <a:spcPts val="0"/>
              </a:spcBef>
              <a:spcAft>
                <a:spcPts val="0"/>
              </a:spcAft>
              <a:buSzPts val="12400"/>
              <a:buNone/>
              <a:defRPr sz="12400"/>
            </a:lvl2pPr>
            <a:lvl3pPr lvl="2">
              <a:spcBef>
                <a:spcPts val="0"/>
              </a:spcBef>
              <a:spcAft>
                <a:spcPts val="0"/>
              </a:spcAft>
              <a:buSzPts val="12400"/>
              <a:buNone/>
              <a:defRPr sz="12400"/>
            </a:lvl3pPr>
            <a:lvl4pPr lvl="3">
              <a:spcBef>
                <a:spcPts val="0"/>
              </a:spcBef>
              <a:spcAft>
                <a:spcPts val="0"/>
              </a:spcAft>
              <a:buSzPts val="12400"/>
              <a:buNone/>
              <a:defRPr sz="12400"/>
            </a:lvl4pPr>
            <a:lvl5pPr lvl="4">
              <a:spcBef>
                <a:spcPts val="0"/>
              </a:spcBef>
              <a:spcAft>
                <a:spcPts val="0"/>
              </a:spcAft>
              <a:buSzPts val="12400"/>
              <a:buNone/>
              <a:defRPr sz="12400"/>
            </a:lvl5pPr>
            <a:lvl6pPr lvl="5">
              <a:spcBef>
                <a:spcPts val="0"/>
              </a:spcBef>
              <a:spcAft>
                <a:spcPts val="0"/>
              </a:spcAft>
              <a:buSzPts val="12400"/>
              <a:buNone/>
              <a:defRPr sz="12400"/>
            </a:lvl6pPr>
            <a:lvl7pPr lvl="6">
              <a:spcBef>
                <a:spcPts val="0"/>
              </a:spcBef>
              <a:spcAft>
                <a:spcPts val="0"/>
              </a:spcAft>
              <a:buSzPts val="12400"/>
              <a:buNone/>
              <a:defRPr sz="12400"/>
            </a:lvl7pPr>
            <a:lvl8pPr lvl="7">
              <a:spcBef>
                <a:spcPts val="0"/>
              </a:spcBef>
              <a:spcAft>
                <a:spcPts val="0"/>
              </a:spcAft>
              <a:buSzPts val="12400"/>
              <a:buNone/>
              <a:defRPr sz="12400"/>
            </a:lvl8pPr>
            <a:lvl9pPr lvl="8">
              <a:spcBef>
                <a:spcPts val="0"/>
              </a:spcBef>
              <a:spcAft>
                <a:spcPts val="0"/>
              </a:spcAft>
              <a:buSzPts val="12400"/>
              <a:buNone/>
              <a:defRPr sz="124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4597339" y="20198637"/>
            <a:ext cx="945300" cy="1704900"/>
          </a:xfrm>
          <a:prstGeom prst="rect">
            <a:avLst/>
          </a:prstGeom>
        </p:spPr>
        <p:txBody>
          <a:bodyPr anchorCtr="0" anchor="ctr" bIns="237025" lIns="237025" spcFirstLastPara="1" rIns="237025" wrap="square" tIns="2370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7877175" y="-541"/>
            <a:ext cx="7877100" cy="22278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237025" lIns="237025" spcFirstLastPara="1" rIns="237025" wrap="square" tIns="237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457434" y="5341475"/>
            <a:ext cx="6969600" cy="6420600"/>
          </a:xfrm>
          <a:prstGeom prst="rect">
            <a:avLst/>
          </a:prstGeom>
        </p:spPr>
        <p:txBody>
          <a:bodyPr anchorCtr="0" anchor="b" bIns="237025" lIns="237025" spcFirstLastPara="1" rIns="237025" wrap="square" tIns="2370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900"/>
              <a:buNone/>
              <a:defRPr sz="109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900"/>
              <a:buNone/>
              <a:defRPr sz="109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900"/>
              <a:buNone/>
              <a:defRPr sz="109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900"/>
              <a:buNone/>
              <a:defRPr sz="109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900"/>
              <a:buNone/>
              <a:defRPr sz="109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900"/>
              <a:buNone/>
              <a:defRPr sz="109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900"/>
              <a:buNone/>
              <a:defRPr sz="109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900"/>
              <a:buNone/>
              <a:defRPr sz="109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900"/>
              <a:buNone/>
              <a:defRPr sz="109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457434" y="12141467"/>
            <a:ext cx="6969600" cy="5349900"/>
          </a:xfrm>
          <a:prstGeom prst="rect">
            <a:avLst/>
          </a:prstGeom>
        </p:spPr>
        <p:txBody>
          <a:bodyPr anchorCtr="0" anchor="t" bIns="237025" lIns="237025" spcFirstLastPara="1" rIns="237025" wrap="square" tIns="2370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8510347" y="3136317"/>
            <a:ext cx="6610800" cy="16005300"/>
          </a:xfrm>
          <a:prstGeom prst="rect">
            <a:avLst/>
          </a:prstGeom>
        </p:spPr>
        <p:txBody>
          <a:bodyPr anchorCtr="0" anchor="ctr" bIns="237025" lIns="237025" spcFirstLastPara="1" rIns="237025" wrap="square" tIns="237025">
            <a:noAutofit/>
          </a:bodyPr>
          <a:lstStyle>
            <a:lvl1pPr indent="-527050" lvl="0" marL="457200">
              <a:spcBef>
                <a:spcPts val="0"/>
              </a:spcBef>
              <a:spcAft>
                <a:spcPts val="0"/>
              </a:spcAft>
              <a:buSzPts val="4700"/>
              <a:buChar char="●"/>
              <a:defRPr/>
            </a:lvl1pPr>
            <a:lvl2pPr indent="-457200" lvl="1" marL="914400">
              <a:spcBef>
                <a:spcPts val="0"/>
              </a:spcBef>
              <a:spcAft>
                <a:spcPts val="0"/>
              </a:spcAft>
              <a:buSzPts val="3600"/>
              <a:buChar char="○"/>
              <a:defRPr/>
            </a:lvl2pPr>
            <a:lvl3pPr indent="-457200" lvl="2" marL="1371600">
              <a:spcBef>
                <a:spcPts val="0"/>
              </a:spcBef>
              <a:spcAft>
                <a:spcPts val="0"/>
              </a:spcAft>
              <a:buSzPts val="3600"/>
              <a:buChar char="■"/>
              <a:defRPr/>
            </a:lvl3pPr>
            <a:lvl4pPr indent="-457200" lvl="3" marL="18288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4pPr>
            <a:lvl5pPr indent="-457200" lvl="4" marL="2286000">
              <a:spcBef>
                <a:spcPts val="0"/>
              </a:spcBef>
              <a:spcAft>
                <a:spcPts val="0"/>
              </a:spcAft>
              <a:buSzPts val="3600"/>
              <a:buChar char="○"/>
              <a:defRPr/>
            </a:lvl5pPr>
            <a:lvl6pPr indent="-457200" lvl="5" marL="2743200">
              <a:spcBef>
                <a:spcPts val="0"/>
              </a:spcBef>
              <a:spcAft>
                <a:spcPts val="0"/>
              </a:spcAft>
              <a:buSzPts val="3600"/>
              <a:buChar char="■"/>
              <a:defRPr/>
            </a:lvl6pPr>
            <a:lvl7pPr indent="-457200" lvl="6" marL="32004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7pPr>
            <a:lvl8pPr indent="-457200" lvl="7" marL="3657600">
              <a:spcBef>
                <a:spcPts val="0"/>
              </a:spcBef>
              <a:spcAft>
                <a:spcPts val="0"/>
              </a:spcAft>
              <a:buSzPts val="3600"/>
              <a:buChar char="○"/>
              <a:defRPr/>
            </a:lvl8pPr>
            <a:lvl9pPr indent="-457200" lvl="8" marL="4114800">
              <a:spcBef>
                <a:spcPts val="0"/>
              </a:spcBef>
              <a:spcAft>
                <a:spcPts val="0"/>
              </a:spcAft>
              <a:buSzPts val="36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4597339" y="20198637"/>
            <a:ext cx="945300" cy="1704900"/>
          </a:xfrm>
          <a:prstGeom prst="rect">
            <a:avLst/>
          </a:prstGeom>
        </p:spPr>
        <p:txBody>
          <a:bodyPr anchorCtr="0" anchor="ctr" bIns="237025" lIns="237025" spcFirstLastPara="1" rIns="237025" wrap="square" tIns="2370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537033" y="18324657"/>
            <a:ext cx="10335300" cy="2621100"/>
          </a:xfrm>
          <a:prstGeom prst="rect">
            <a:avLst/>
          </a:prstGeom>
        </p:spPr>
        <p:txBody>
          <a:bodyPr anchorCtr="0" anchor="ctr" bIns="237025" lIns="237025" spcFirstLastPara="1" rIns="237025" wrap="square" tIns="2370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4597339" y="20198637"/>
            <a:ext cx="945300" cy="1704900"/>
          </a:xfrm>
          <a:prstGeom prst="rect">
            <a:avLst/>
          </a:prstGeom>
        </p:spPr>
        <p:txBody>
          <a:bodyPr anchorCtr="0" anchor="ctr" bIns="237025" lIns="237025" spcFirstLastPara="1" rIns="237025" wrap="square" tIns="2370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537033" y="4791160"/>
            <a:ext cx="14680200" cy="8505000"/>
          </a:xfrm>
          <a:prstGeom prst="rect">
            <a:avLst/>
          </a:prstGeom>
        </p:spPr>
        <p:txBody>
          <a:bodyPr anchorCtr="0" anchor="b" bIns="237025" lIns="237025" spcFirstLastPara="1" rIns="237025" wrap="square" tIns="2370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1100"/>
              <a:buNone/>
              <a:defRPr sz="31100"/>
            </a:lvl1pPr>
            <a:lvl2pPr lvl="1" algn="ctr">
              <a:spcBef>
                <a:spcPts val="0"/>
              </a:spcBef>
              <a:spcAft>
                <a:spcPts val="0"/>
              </a:spcAft>
              <a:buSzPts val="31100"/>
              <a:buNone/>
              <a:defRPr sz="31100"/>
            </a:lvl2pPr>
            <a:lvl3pPr lvl="2" algn="ctr">
              <a:spcBef>
                <a:spcPts val="0"/>
              </a:spcBef>
              <a:spcAft>
                <a:spcPts val="0"/>
              </a:spcAft>
              <a:buSzPts val="31100"/>
              <a:buNone/>
              <a:defRPr sz="31100"/>
            </a:lvl3pPr>
            <a:lvl4pPr lvl="3" algn="ctr">
              <a:spcBef>
                <a:spcPts val="0"/>
              </a:spcBef>
              <a:spcAft>
                <a:spcPts val="0"/>
              </a:spcAft>
              <a:buSzPts val="31100"/>
              <a:buNone/>
              <a:defRPr sz="31100"/>
            </a:lvl4pPr>
            <a:lvl5pPr lvl="4" algn="ctr">
              <a:spcBef>
                <a:spcPts val="0"/>
              </a:spcBef>
              <a:spcAft>
                <a:spcPts val="0"/>
              </a:spcAft>
              <a:buSzPts val="31100"/>
              <a:buNone/>
              <a:defRPr sz="31100"/>
            </a:lvl5pPr>
            <a:lvl6pPr lvl="5" algn="ctr">
              <a:spcBef>
                <a:spcPts val="0"/>
              </a:spcBef>
              <a:spcAft>
                <a:spcPts val="0"/>
              </a:spcAft>
              <a:buSzPts val="31100"/>
              <a:buNone/>
              <a:defRPr sz="31100"/>
            </a:lvl6pPr>
            <a:lvl7pPr lvl="6" algn="ctr">
              <a:spcBef>
                <a:spcPts val="0"/>
              </a:spcBef>
              <a:spcAft>
                <a:spcPts val="0"/>
              </a:spcAft>
              <a:buSzPts val="31100"/>
              <a:buNone/>
              <a:defRPr sz="31100"/>
            </a:lvl7pPr>
            <a:lvl8pPr lvl="7" algn="ctr">
              <a:spcBef>
                <a:spcPts val="0"/>
              </a:spcBef>
              <a:spcAft>
                <a:spcPts val="0"/>
              </a:spcAft>
              <a:buSzPts val="31100"/>
              <a:buNone/>
              <a:defRPr sz="31100"/>
            </a:lvl8pPr>
            <a:lvl9pPr lvl="8" algn="ctr">
              <a:spcBef>
                <a:spcPts val="0"/>
              </a:spcBef>
              <a:spcAft>
                <a:spcPts val="0"/>
              </a:spcAft>
              <a:buSzPts val="31100"/>
              <a:buNone/>
              <a:defRPr sz="311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537033" y="13653804"/>
            <a:ext cx="14680200" cy="5634300"/>
          </a:xfrm>
          <a:prstGeom prst="rect">
            <a:avLst/>
          </a:prstGeom>
        </p:spPr>
        <p:txBody>
          <a:bodyPr anchorCtr="0" anchor="t" bIns="237025" lIns="237025" spcFirstLastPara="1" rIns="237025" wrap="square" tIns="237025">
            <a:noAutofit/>
          </a:bodyPr>
          <a:lstStyle>
            <a:lvl1pPr indent="-527050" lvl="0" marL="457200" algn="ctr">
              <a:spcBef>
                <a:spcPts val="0"/>
              </a:spcBef>
              <a:spcAft>
                <a:spcPts val="0"/>
              </a:spcAft>
              <a:buSzPts val="4700"/>
              <a:buChar char="●"/>
              <a:defRPr/>
            </a:lvl1pPr>
            <a:lvl2pPr indent="-457200" lvl="1" marL="914400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/>
            </a:lvl2pPr>
            <a:lvl3pPr indent="-457200" lvl="2" marL="1371600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/>
            </a:lvl3pPr>
            <a:lvl4pPr indent="-457200" lvl="3" marL="182880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4pPr>
            <a:lvl5pPr indent="-457200" lvl="4" marL="2286000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/>
            </a:lvl5pPr>
            <a:lvl6pPr indent="-457200" lvl="5" marL="2743200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/>
            </a:lvl6pPr>
            <a:lvl7pPr indent="-457200" lvl="6" marL="320040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7pPr>
            <a:lvl8pPr indent="-457200" lvl="7" marL="3657600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/>
            </a:lvl8pPr>
            <a:lvl9pPr indent="-457200" lvl="8" marL="4114800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4597339" y="20198637"/>
            <a:ext cx="945300" cy="1704900"/>
          </a:xfrm>
          <a:prstGeom prst="rect">
            <a:avLst/>
          </a:prstGeom>
        </p:spPr>
        <p:txBody>
          <a:bodyPr anchorCtr="0" anchor="ctr" bIns="237025" lIns="237025" spcFirstLastPara="1" rIns="237025" wrap="square" tIns="2370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4597339" y="20198637"/>
            <a:ext cx="945300" cy="1704900"/>
          </a:xfrm>
          <a:prstGeom prst="rect">
            <a:avLst/>
          </a:prstGeom>
        </p:spPr>
        <p:txBody>
          <a:bodyPr anchorCtr="0" anchor="ctr" bIns="237025" lIns="237025" spcFirstLastPara="1" rIns="237025" wrap="square" tIns="2370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37033" y="1927618"/>
            <a:ext cx="14680200" cy="24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237025" lIns="237025" spcFirstLastPara="1" rIns="237025" wrap="square" tIns="2370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300"/>
              <a:buNone/>
              <a:defRPr sz="73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300"/>
              <a:buNone/>
              <a:defRPr sz="73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300"/>
              <a:buNone/>
              <a:defRPr sz="73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300"/>
              <a:buNone/>
              <a:defRPr sz="73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300"/>
              <a:buNone/>
              <a:defRPr sz="73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300"/>
              <a:buNone/>
              <a:defRPr sz="73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300"/>
              <a:buNone/>
              <a:defRPr sz="73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300"/>
              <a:buNone/>
              <a:defRPr sz="73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300"/>
              <a:buNone/>
              <a:defRPr sz="73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37033" y="4991924"/>
            <a:ext cx="14680200" cy="147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237025" lIns="237025" spcFirstLastPara="1" rIns="237025" wrap="square" tIns="237025">
            <a:noAutofit/>
          </a:bodyPr>
          <a:lstStyle>
            <a:lvl1pPr indent="-5270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700"/>
              <a:buChar char="●"/>
              <a:defRPr sz="4700">
                <a:solidFill>
                  <a:schemeClr val="dk2"/>
                </a:solidFill>
              </a:defRPr>
            </a:lvl1pPr>
            <a:lvl2pPr indent="-4572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○"/>
              <a:defRPr sz="3600">
                <a:solidFill>
                  <a:schemeClr val="dk2"/>
                </a:solidFill>
              </a:defRPr>
            </a:lvl2pPr>
            <a:lvl3pPr indent="-4572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■"/>
              <a:defRPr sz="3600">
                <a:solidFill>
                  <a:schemeClr val="dk2"/>
                </a:solidFill>
              </a:defRPr>
            </a:lvl3pPr>
            <a:lvl4pPr indent="-4572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●"/>
              <a:defRPr sz="3600">
                <a:solidFill>
                  <a:schemeClr val="dk2"/>
                </a:solidFill>
              </a:defRPr>
            </a:lvl4pPr>
            <a:lvl5pPr indent="-4572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○"/>
              <a:defRPr sz="3600">
                <a:solidFill>
                  <a:schemeClr val="dk2"/>
                </a:solidFill>
              </a:defRPr>
            </a:lvl5pPr>
            <a:lvl6pPr indent="-4572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■"/>
              <a:defRPr sz="3600">
                <a:solidFill>
                  <a:schemeClr val="dk2"/>
                </a:solidFill>
              </a:defRPr>
            </a:lvl6pPr>
            <a:lvl7pPr indent="-4572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●"/>
              <a:defRPr sz="3600">
                <a:solidFill>
                  <a:schemeClr val="dk2"/>
                </a:solidFill>
              </a:defRPr>
            </a:lvl7pPr>
            <a:lvl8pPr indent="-4572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○"/>
              <a:defRPr sz="3600">
                <a:solidFill>
                  <a:schemeClr val="dk2"/>
                </a:solidFill>
              </a:defRPr>
            </a:lvl8pPr>
            <a:lvl9pPr indent="-4572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■"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4597339" y="20198637"/>
            <a:ext cx="945300" cy="17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37025" lIns="237025" spcFirstLastPara="1" rIns="237025" wrap="square" tIns="237025">
            <a:noAutofit/>
          </a:bodyPr>
          <a:lstStyle>
            <a:lvl1pPr lvl="0" algn="r">
              <a:buNone/>
              <a:defRPr sz="2600">
                <a:solidFill>
                  <a:schemeClr val="dk2"/>
                </a:solidFill>
              </a:defRPr>
            </a:lvl1pPr>
            <a:lvl2pPr lvl="1" algn="r">
              <a:buNone/>
              <a:defRPr sz="2600">
                <a:solidFill>
                  <a:schemeClr val="dk2"/>
                </a:solidFill>
              </a:defRPr>
            </a:lvl2pPr>
            <a:lvl3pPr lvl="2" algn="r">
              <a:buNone/>
              <a:defRPr sz="2600">
                <a:solidFill>
                  <a:schemeClr val="dk2"/>
                </a:solidFill>
              </a:defRPr>
            </a:lvl3pPr>
            <a:lvl4pPr lvl="3" algn="r">
              <a:buNone/>
              <a:defRPr sz="2600">
                <a:solidFill>
                  <a:schemeClr val="dk2"/>
                </a:solidFill>
              </a:defRPr>
            </a:lvl4pPr>
            <a:lvl5pPr lvl="4" algn="r">
              <a:buNone/>
              <a:defRPr sz="2600">
                <a:solidFill>
                  <a:schemeClr val="dk2"/>
                </a:solidFill>
              </a:defRPr>
            </a:lvl5pPr>
            <a:lvl6pPr lvl="5" algn="r">
              <a:buNone/>
              <a:defRPr sz="2600">
                <a:solidFill>
                  <a:schemeClr val="dk2"/>
                </a:solidFill>
              </a:defRPr>
            </a:lvl6pPr>
            <a:lvl7pPr lvl="6" algn="r">
              <a:buNone/>
              <a:defRPr sz="2600">
                <a:solidFill>
                  <a:schemeClr val="dk2"/>
                </a:solidFill>
              </a:defRPr>
            </a:lvl7pPr>
            <a:lvl8pPr lvl="7" algn="r">
              <a:buNone/>
              <a:defRPr sz="2600">
                <a:solidFill>
                  <a:schemeClr val="dk2"/>
                </a:solidFill>
              </a:defRPr>
            </a:lvl8pPr>
            <a:lvl9pPr lvl="8" algn="r">
              <a:buNone/>
              <a:defRPr sz="26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" name="Google Shape;54;p13"/>
          <p:cNvGraphicFramePr/>
          <p:nvPr/>
        </p:nvGraphicFramePr>
        <p:xfrm>
          <a:off x="302900" y="7500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{C7C75F2B-FF9F-43FB-AED7-4972D19370CE}</a:tableStyleId>
              </a:tblPr>
              <a:tblGrid>
                <a:gridCol w="7574275"/>
                <a:gridCol w="7718625"/>
              </a:tblGrid>
              <a:tr h="4743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“___________” (Steinbeck __)</a:t>
                      </a:r>
                      <a:endParaRPr sz="36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“___________” (Steinbeck __)</a:t>
                      </a:r>
                      <a:endParaRPr sz="36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4864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“___________” (Steinbeck __)</a:t>
                      </a:r>
                      <a:endParaRPr sz="36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“___________” (Steinbeck __)</a:t>
                      </a:r>
                      <a:endParaRPr sz="36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4743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“___________” (Steinbeck __)</a:t>
                      </a:r>
                      <a:endParaRPr sz="36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“___________” (Steinbeck __)</a:t>
                      </a:r>
                      <a:endParaRPr sz="36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