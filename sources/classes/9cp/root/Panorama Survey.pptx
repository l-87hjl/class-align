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40a1adff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40a1adff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87363a64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87363a64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panoramaed.wistia.com/medias/53j8w059kf" TargetMode="External"/><Relationship Id="rId6" Type="http://schemas.openxmlformats.org/officeDocument/2006/relationships/hyperlink" Target="http://surveys.panoramaed.com/lodi" TargetMode="External"/><Relationship Id="rId7" Type="http://schemas.openxmlformats.org/officeDocument/2006/relationships/hyperlink" Target="http://surveys.panoramaed.com/lodi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anoramaed.wistia.com/medias/53j8w059kf" TargetMode="External"/><Relationship Id="rId4" Type="http://schemas.openxmlformats.org/officeDocument/2006/relationships/hyperlink" Target="http://surveys.panoramaed.com/lodi" TargetMode="External"/><Relationship Id="rId5" Type="http://schemas.openxmlformats.org/officeDocument/2006/relationships/hyperlink" Target="http://surveys.panoramaed.com/lodi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9825" y="2373188"/>
            <a:ext cx="4544350" cy="135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100" y="2373209"/>
            <a:ext cx="3901576" cy="205414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58100" y="267325"/>
            <a:ext cx="4037400" cy="1041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5"/>
              </a:rPr>
              <a:t>Survey Instructions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Survey Link: </a:t>
            </a:r>
            <a:r>
              <a:rPr lang="en" sz="1800" u="sng">
                <a:solidFill>
                  <a:srgbClr val="1155CC"/>
                </a:solidFill>
                <a:latin typeface="Georgia"/>
                <a:ea typeface="Georgia"/>
                <a:cs typeface="Georgia"/>
                <a:sym typeface="Georgi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http://surveys.panoramaed.com/lodi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58100" y="1465625"/>
            <a:ext cx="4037400" cy="7140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Access Code</a:t>
            </a:r>
            <a:r>
              <a:rPr lang="en" sz="18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lang="en" sz="13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Students will use the prefix of their email in lower case letters. 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396875" y="1465625"/>
            <a:ext cx="4544400" cy="848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Completion</a:t>
            </a:r>
            <a:r>
              <a:rPr lang="en" sz="18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lang="en" sz="13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Please p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ress the </a:t>
            </a:r>
            <a:r>
              <a:rPr b="1"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submit button 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at the end of the survey and verify that you see this screen.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396875" y="267325"/>
            <a:ext cx="4544400" cy="1041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Access</a:t>
            </a:r>
            <a:r>
              <a:rPr lang="en" sz="18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lang="en" sz="13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There are two ways to access the survey. You can access it through the Clever Portal </a:t>
            </a:r>
            <a:r>
              <a:rPr b="1"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OR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by using this link: </a:t>
            </a:r>
            <a:r>
              <a:rPr lang="en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7"/>
              </a:rPr>
              <a:t>http://surveys.panoramaed.com/lodi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258100" y="267325"/>
            <a:ext cx="4037400" cy="1041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3"/>
              </a:rPr>
              <a:t>Survey Instructions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Survey Link: </a:t>
            </a:r>
            <a:r>
              <a:rPr lang="en" sz="1800" u="sng">
                <a:solidFill>
                  <a:srgbClr val="1155CC"/>
                </a:solidFill>
                <a:latin typeface="Georgia"/>
                <a:ea typeface="Georgia"/>
                <a:cs typeface="Georgia"/>
                <a:sym typeface="Georg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http://surveys.panoramaed.com/lodi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58100" y="1465625"/>
            <a:ext cx="4037400" cy="1106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What is it?</a:t>
            </a:r>
            <a:r>
              <a:rPr lang="en" sz="13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This Survey assesses students’ Self-Efficacy, Social Awareness, Emotional Regulation, Sense of Belonging, Positive Feelings, and Challenging Feelings.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396875" y="1465625"/>
            <a:ext cx="4544400" cy="848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How long?</a:t>
            </a:r>
            <a:r>
              <a:rPr lang="en" sz="13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3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It is 36 questions and should take about 15 minutes to complete.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396875" y="267325"/>
            <a:ext cx="4544400" cy="1041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Access</a:t>
            </a:r>
            <a:r>
              <a:rPr lang="en" sz="18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lang="en" sz="13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There are two ways to access the survey. You can access it through the Clever Portal </a:t>
            </a:r>
            <a:r>
              <a:rPr b="1"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OR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by using this link: </a:t>
            </a:r>
            <a:r>
              <a:rPr lang="en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5"/>
              </a:rPr>
              <a:t>http://surveys.panoramaed.com/lodi</a:t>
            </a:r>
            <a:r>
              <a:rPr lang="en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