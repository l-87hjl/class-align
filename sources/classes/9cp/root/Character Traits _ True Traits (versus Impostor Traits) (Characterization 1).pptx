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2" r:id="rId5"/>
    <p:sldMasterId id="214748371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y="5143500" cx="9144000"/>
  <p:notesSz cx="6858000" cy="9144000"/>
  <p:embeddedFontLst>
    <p:embeddedFont>
      <p:font typeface="Albert Sans"/>
      <p:regular r:id="rId41"/>
      <p:bold r:id="rId42"/>
      <p:italic r:id="rId43"/>
      <p:boldItalic r:id="rId44"/>
    </p:embeddedFont>
    <p:embeddedFont>
      <p:font typeface="Nanum Myeongjo"/>
      <p:regular r:id="rId45"/>
      <p:bold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6D76DE-736E-4C33-B473-97C1C9039C6A}">
  <a:tblStyle styleId="{8B6D76DE-736E-4C33-B473-97C1C9039C6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font" Target="fonts/AlbertSans-bold.fntdata"/><Relationship Id="rId41" Type="http://schemas.openxmlformats.org/officeDocument/2006/relationships/font" Target="fonts/AlbertSans-regular.fntdata"/><Relationship Id="rId44" Type="http://schemas.openxmlformats.org/officeDocument/2006/relationships/font" Target="fonts/AlbertSans-boldItalic.fntdata"/><Relationship Id="rId43" Type="http://schemas.openxmlformats.org/officeDocument/2006/relationships/font" Target="fonts/AlbertSans-italic.fntdata"/><Relationship Id="rId46" Type="http://schemas.openxmlformats.org/officeDocument/2006/relationships/font" Target="fonts/NanumMyeongjo-bold.fntdata"/><Relationship Id="rId45" Type="http://schemas.openxmlformats.org/officeDocument/2006/relationships/font" Target="fonts/NanumMyeongj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4f2391097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4f2391097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557a5a72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557a5a72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557a5a72a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557a5a72a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557a5a72a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557a5a72a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557a5a72a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557a5a72a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557a5a72a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557a5a72a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557a5a72a0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557a5a72a0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557a5a72a0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557a5a72a0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557a5a72a0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557a5a72a0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557a5a72a0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557a5a72a0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557a5a72a0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557a5a72a0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4f2391097a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4f2391097a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4f2391097a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4f2391097a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5002e6da3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5002e6da3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5002e6da30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5002e6da30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1800"/>
              </a:spcBef>
              <a:spcAft>
                <a:spcPts val="400"/>
              </a:spcAft>
              <a:buNone/>
            </a:pPr>
            <a:r>
              <a:rPr b="1" lang="en" sz="1400">
                <a:solidFill>
                  <a:schemeClr val="dk1"/>
                </a:solidFill>
                <a:latin typeface="Georgia"/>
                <a:ea typeface="Georgia"/>
                <a:cs typeface="Georgia"/>
                <a:sym typeface="Georgia"/>
              </a:rPr>
              <a:t>They often look like traits, use trait-language, and may even appear in trait lists.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5002e6da30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5002e6da30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5002e6da30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5002e6da30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5002e6da30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5002e6da30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5044651594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5044651594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5044651594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5044651594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5002e6da30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5002e6da30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5002e6da30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35002e6da30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5002e6da3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35002e6da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4f2391097a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1" name="Google Shape;671;g34f2391097a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g34f2391097a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3" name="Google Shape;683;g34f2391097a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4f2391097a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34f2391097a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34f2391097a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34f2391097a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g34f2391097a_0_4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9" name="Google Shape;719;g34f2391097a_0_4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5002e6da30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35002e6da30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5002e6da30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35002e6da30_0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4f2391097a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34f2391097a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504465159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8" name="Google Shape;788;g3504465159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5044651594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35044651594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title">
  <p:cSld name="TITLE">
    <p:spTree>
      <p:nvGrpSpPr>
        <p:cNvPr id="53" name="Shape 53"/>
        <p:cNvGrpSpPr/>
        <p:nvPr/>
      </p:nvGrpSpPr>
      <p:grpSpPr>
        <a:xfrm>
          <a:off x="0" y="0"/>
          <a:ext cx="0" cy="0"/>
          <a:chOff x="0" y="0"/>
          <a:chExt cx="0" cy="0"/>
        </a:xfrm>
      </p:grpSpPr>
      <p:sp>
        <p:nvSpPr>
          <p:cNvPr id="54" name="Google Shape;54;p14"/>
          <p:cNvSpPr/>
          <p:nvPr>
            <p:ph idx="2" type="pic"/>
          </p:nvPr>
        </p:nvSpPr>
        <p:spPr>
          <a:xfrm>
            <a:off x="8596800" y="223475"/>
            <a:ext cx="318600" cy="318600"/>
          </a:xfrm>
          <a:prstGeom prst="ellipse">
            <a:avLst/>
          </a:prstGeom>
          <a:noFill/>
          <a:ln>
            <a:noFill/>
          </a:ln>
        </p:spPr>
      </p:sp>
      <p:sp>
        <p:nvSpPr>
          <p:cNvPr id="55" name="Google Shape;55;p14"/>
          <p:cNvSpPr txBox="1"/>
          <p:nvPr>
            <p:ph type="title"/>
          </p:nvPr>
        </p:nvSpPr>
        <p:spPr>
          <a:xfrm>
            <a:off x="3780304" y="889050"/>
            <a:ext cx="4446900" cy="1866000"/>
          </a:xfrm>
          <a:prstGeom prst="rect">
            <a:avLst/>
          </a:prstGeom>
        </p:spPr>
        <p:txBody>
          <a:bodyPr anchorCtr="0" anchor="t" bIns="91425" lIns="91425" spcFirstLastPara="1" rIns="91425" wrap="square" tIns="91425">
            <a:noAutofit/>
          </a:bodyPr>
          <a:lstStyle>
            <a:lvl1pPr lvl="0">
              <a:lnSpc>
                <a:spcPct val="86000"/>
              </a:lnSpc>
              <a:spcBef>
                <a:spcPts val="0"/>
              </a:spcBef>
              <a:spcAft>
                <a:spcPts val="0"/>
              </a:spcAft>
              <a:buSzPts val="7200"/>
              <a:buFont typeface="Nanum Myeongjo"/>
              <a:buNone/>
              <a:defRPr sz="7200"/>
            </a:lvl1pPr>
            <a:lvl2pPr lvl="1">
              <a:lnSpc>
                <a:spcPct val="86000"/>
              </a:lnSpc>
              <a:spcBef>
                <a:spcPts val="0"/>
              </a:spcBef>
              <a:spcAft>
                <a:spcPts val="0"/>
              </a:spcAft>
              <a:buSzPts val="1400"/>
              <a:buNone/>
              <a:defRPr/>
            </a:lvl2pPr>
            <a:lvl3pPr lvl="2">
              <a:lnSpc>
                <a:spcPct val="86000"/>
              </a:lnSpc>
              <a:spcBef>
                <a:spcPts val="0"/>
              </a:spcBef>
              <a:spcAft>
                <a:spcPts val="0"/>
              </a:spcAft>
              <a:buSzPts val="1400"/>
              <a:buNone/>
              <a:defRPr/>
            </a:lvl3pPr>
            <a:lvl4pPr lvl="3">
              <a:lnSpc>
                <a:spcPct val="86000"/>
              </a:lnSpc>
              <a:spcBef>
                <a:spcPts val="0"/>
              </a:spcBef>
              <a:spcAft>
                <a:spcPts val="0"/>
              </a:spcAft>
              <a:buSzPts val="1400"/>
              <a:buNone/>
              <a:defRPr/>
            </a:lvl4pPr>
            <a:lvl5pPr lvl="4">
              <a:lnSpc>
                <a:spcPct val="86000"/>
              </a:lnSpc>
              <a:spcBef>
                <a:spcPts val="0"/>
              </a:spcBef>
              <a:spcAft>
                <a:spcPts val="0"/>
              </a:spcAft>
              <a:buSzPts val="1400"/>
              <a:buNone/>
              <a:defRPr/>
            </a:lvl5pPr>
            <a:lvl6pPr lvl="5">
              <a:lnSpc>
                <a:spcPct val="86000"/>
              </a:lnSpc>
              <a:spcBef>
                <a:spcPts val="0"/>
              </a:spcBef>
              <a:spcAft>
                <a:spcPts val="0"/>
              </a:spcAft>
              <a:buSzPts val="1400"/>
              <a:buNone/>
              <a:defRPr/>
            </a:lvl6pPr>
            <a:lvl7pPr lvl="6">
              <a:lnSpc>
                <a:spcPct val="86000"/>
              </a:lnSpc>
              <a:spcBef>
                <a:spcPts val="0"/>
              </a:spcBef>
              <a:spcAft>
                <a:spcPts val="0"/>
              </a:spcAft>
              <a:buSzPts val="1400"/>
              <a:buNone/>
              <a:defRPr/>
            </a:lvl7pPr>
            <a:lvl8pPr lvl="7">
              <a:lnSpc>
                <a:spcPct val="86000"/>
              </a:lnSpc>
              <a:spcBef>
                <a:spcPts val="0"/>
              </a:spcBef>
              <a:spcAft>
                <a:spcPts val="0"/>
              </a:spcAft>
              <a:buSzPts val="1400"/>
              <a:buNone/>
              <a:defRPr/>
            </a:lvl8pPr>
            <a:lvl9pPr lvl="8">
              <a:lnSpc>
                <a:spcPct val="86000"/>
              </a:lnSpc>
              <a:spcBef>
                <a:spcPts val="0"/>
              </a:spcBef>
              <a:spcAft>
                <a:spcPts val="0"/>
              </a:spcAft>
              <a:buSzPts val="1400"/>
              <a:buNone/>
              <a:defRPr/>
            </a:lvl9pPr>
          </a:lstStyle>
          <a:p/>
        </p:txBody>
      </p:sp>
      <p:sp>
        <p:nvSpPr>
          <p:cNvPr id="56" name="Google Shape;56;p14"/>
          <p:cNvSpPr txBox="1"/>
          <p:nvPr>
            <p:ph idx="3" type="title"/>
          </p:nvPr>
        </p:nvSpPr>
        <p:spPr>
          <a:xfrm>
            <a:off x="3821131" y="380700"/>
            <a:ext cx="2743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Albert Sans"/>
              <a:buNone/>
              <a:defRPr b="1" sz="1400">
                <a:solidFill>
                  <a:schemeClr val="lt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4"/>
          <p:cNvSpPr txBox="1"/>
          <p:nvPr>
            <p:ph idx="1" type="subTitle"/>
          </p:nvPr>
        </p:nvSpPr>
        <p:spPr>
          <a:xfrm>
            <a:off x="3829943" y="4016050"/>
            <a:ext cx="1309200" cy="9039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b="0" sz="1000"/>
            </a:lvl1pPr>
            <a:lvl2pPr lvl="1">
              <a:spcBef>
                <a:spcPts val="0"/>
              </a:spcBef>
              <a:spcAft>
                <a:spcPts val="0"/>
              </a:spcAft>
              <a:buSzPts val="1400"/>
              <a:buNone/>
              <a:defRPr b="0"/>
            </a:lvl2pPr>
            <a:lvl3pPr lvl="2">
              <a:spcBef>
                <a:spcPts val="0"/>
              </a:spcBef>
              <a:spcAft>
                <a:spcPts val="0"/>
              </a:spcAft>
              <a:buSzPts val="1400"/>
              <a:buNone/>
              <a:defRPr b="0"/>
            </a:lvl3pPr>
            <a:lvl4pPr lvl="3">
              <a:spcBef>
                <a:spcPts val="0"/>
              </a:spcBef>
              <a:spcAft>
                <a:spcPts val="0"/>
              </a:spcAft>
              <a:buSzPts val="1400"/>
              <a:buNone/>
              <a:defRPr b="0"/>
            </a:lvl4pPr>
            <a:lvl5pPr lvl="4">
              <a:spcBef>
                <a:spcPts val="0"/>
              </a:spcBef>
              <a:spcAft>
                <a:spcPts val="0"/>
              </a:spcAft>
              <a:buSzPts val="1400"/>
              <a:buNone/>
              <a:defRPr b="0"/>
            </a:lvl5pPr>
            <a:lvl6pPr lvl="5">
              <a:spcBef>
                <a:spcPts val="0"/>
              </a:spcBef>
              <a:spcAft>
                <a:spcPts val="0"/>
              </a:spcAft>
              <a:buSzPts val="1400"/>
              <a:buNone/>
              <a:defRPr b="0"/>
            </a:lvl6pPr>
            <a:lvl7pPr lvl="6">
              <a:spcBef>
                <a:spcPts val="0"/>
              </a:spcBef>
              <a:spcAft>
                <a:spcPts val="0"/>
              </a:spcAft>
              <a:buSzPts val="1400"/>
              <a:buNone/>
              <a:defRPr b="0"/>
            </a:lvl7pPr>
            <a:lvl8pPr lvl="7">
              <a:spcBef>
                <a:spcPts val="0"/>
              </a:spcBef>
              <a:spcAft>
                <a:spcPts val="0"/>
              </a:spcAft>
              <a:buSzPts val="1400"/>
              <a:buNone/>
              <a:defRPr b="0"/>
            </a:lvl8pPr>
            <a:lvl9pPr lvl="8">
              <a:spcBef>
                <a:spcPts val="0"/>
              </a:spcBef>
              <a:spcAft>
                <a:spcPts val="0"/>
              </a:spcAft>
              <a:buSzPts val="1400"/>
              <a:buNone/>
              <a:defRPr b="0"/>
            </a:lvl9pPr>
          </a:lstStyle>
          <a:p/>
        </p:txBody>
      </p:sp>
      <p:sp>
        <p:nvSpPr>
          <p:cNvPr id="58" name="Google Shape;58;p14"/>
          <p:cNvSpPr txBox="1"/>
          <p:nvPr>
            <p:ph idx="4" type="subTitle"/>
          </p:nvPr>
        </p:nvSpPr>
        <p:spPr>
          <a:xfrm>
            <a:off x="5258968" y="4016050"/>
            <a:ext cx="1309200" cy="903900"/>
          </a:xfrm>
          <a:prstGeom prst="rect">
            <a:avLst/>
          </a:prstGeom>
        </p:spPr>
        <p:txBody>
          <a:bodyPr anchorCtr="0" anchor="t" bIns="91425" lIns="91425" spcFirstLastPara="1" rIns="91425" wrap="square" tIns="91425">
            <a:noAutofit/>
          </a:bodyPr>
          <a:lstStyle>
            <a:lvl1pPr lvl="0">
              <a:spcBef>
                <a:spcPts val="0"/>
              </a:spcBef>
              <a:spcAft>
                <a:spcPts val="0"/>
              </a:spcAft>
              <a:buSzPts val="1000"/>
              <a:buNone/>
              <a:defRPr b="0" sz="1000"/>
            </a:lvl1pPr>
            <a:lvl2pPr lvl="1">
              <a:spcBef>
                <a:spcPts val="0"/>
              </a:spcBef>
              <a:spcAft>
                <a:spcPts val="0"/>
              </a:spcAft>
              <a:buSzPts val="1400"/>
              <a:buNone/>
              <a:defRPr b="0"/>
            </a:lvl2pPr>
            <a:lvl3pPr lvl="2">
              <a:spcBef>
                <a:spcPts val="0"/>
              </a:spcBef>
              <a:spcAft>
                <a:spcPts val="0"/>
              </a:spcAft>
              <a:buSzPts val="1400"/>
              <a:buNone/>
              <a:defRPr b="0"/>
            </a:lvl3pPr>
            <a:lvl4pPr lvl="3">
              <a:spcBef>
                <a:spcPts val="0"/>
              </a:spcBef>
              <a:spcAft>
                <a:spcPts val="0"/>
              </a:spcAft>
              <a:buSzPts val="1400"/>
              <a:buNone/>
              <a:defRPr b="0"/>
            </a:lvl4pPr>
            <a:lvl5pPr lvl="4">
              <a:spcBef>
                <a:spcPts val="0"/>
              </a:spcBef>
              <a:spcAft>
                <a:spcPts val="0"/>
              </a:spcAft>
              <a:buSzPts val="1400"/>
              <a:buNone/>
              <a:defRPr b="0"/>
            </a:lvl5pPr>
            <a:lvl6pPr lvl="5">
              <a:spcBef>
                <a:spcPts val="0"/>
              </a:spcBef>
              <a:spcAft>
                <a:spcPts val="0"/>
              </a:spcAft>
              <a:buSzPts val="1400"/>
              <a:buNone/>
              <a:defRPr b="0"/>
            </a:lvl6pPr>
            <a:lvl7pPr lvl="6">
              <a:spcBef>
                <a:spcPts val="0"/>
              </a:spcBef>
              <a:spcAft>
                <a:spcPts val="0"/>
              </a:spcAft>
              <a:buSzPts val="1400"/>
              <a:buNone/>
              <a:defRPr b="0"/>
            </a:lvl7pPr>
            <a:lvl8pPr lvl="7">
              <a:spcBef>
                <a:spcPts val="0"/>
              </a:spcBef>
              <a:spcAft>
                <a:spcPts val="0"/>
              </a:spcAft>
              <a:buSzPts val="1400"/>
              <a:buNone/>
              <a:defRPr b="0"/>
            </a:lvl8pPr>
            <a:lvl9pPr lvl="8">
              <a:spcBef>
                <a:spcPts val="0"/>
              </a:spcBef>
              <a:spcAft>
                <a:spcPts val="0"/>
              </a:spcAft>
              <a:buSzPts val="1400"/>
              <a:buNone/>
              <a:defRPr b="0"/>
            </a:lvl9pPr>
          </a:lstStyle>
          <a:p/>
        </p:txBody>
      </p:sp>
      <p:sp>
        <p:nvSpPr>
          <p:cNvPr id="59" name="Google Shape;59;p14"/>
          <p:cNvSpPr/>
          <p:nvPr>
            <p:ph idx="5" type="pic"/>
          </p:nvPr>
        </p:nvSpPr>
        <p:spPr>
          <a:xfrm>
            <a:off x="228600" y="223475"/>
            <a:ext cx="2857200" cy="2348100"/>
          </a:xfrm>
          <a:prstGeom prst="round2SameRect">
            <a:avLst>
              <a:gd fmla="val 4621" name="adj1"/>
              <a:gd fmla="val 0" name="adj2"/>
            </a:avLst>
          </a:prstGeom>
          <a:noFill/>
          <a:ln>
            <a:noFill/>
          </a:ln>
        </p:spPr>
      </p:sp>
      <p:sp>
        <p:nvSpPr>
          <p:cNvPr id="60" name="Google Shape;60;p14"/>
          <p:cNvSpPr/>
          <p:nvPr>
            <p:ph idx="6" type="pic"/>
          </p:nvPr>
        </p:nvSpPr>
        <p:spPr>
          <a:xfrm rot="10800000">
            <a:off x="228600" y="2564446"/>
            <a:ext cx="2857200" cy="2348100"/>
          </a:xfrm>
          <a:prstGeom prst="round2SameRect">
            <a:avLst>
              <a:gd fmla="val 5506" name="adj1"/>
              <a:gd fmla="val 0" name="adj2"/>
            </a:avLst>
          </a:prstGeom>
          <a:noFill/>
          <a:ln>
            <a:noFill/>
          </a:ln>
        </p:spPr>
      </p:sp>
    </p:spTree>
  </p:cSld>
  <p:clrMapOvr>
    <a:masterClrMapping/>
  </p:clrMapOvr>
  <p:extLst>
    <p:ext uri="{DCECCB84-F9BA-43D5-87BE-67443E8EF086}">
      <p15:sldGuideLst>
        <p15:guide id="1" orient="horz" pos="1620">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List of 4" type="secHead">
  <p:cSld name="SECTION_HEADER">
    <p:spTree>
      <p:nvGrpSpPr>
        <p:cNvPr id="61" name="Shape 61"/>
        <p:cNvGrpSpPr/>
        <p:nvPr/>
      </p:nvGrpSpPr>
      <p:grpSpPr>
        <a:xfrm>
          <a:off x="0" y="0"/>
          <a:ext cx="0" cy="0"/>
          <a:chOff x="0" y="0"/>
          <a:chExt cx="0" cy="0"/>
        </a:xfrm>
      </p:grpSpPr>
      <p:sp>
        <p:nvSpPr>
          <p:cNvPr id="62" name="Google Shape;62;p15"/>
          <p:cNvSpPr txBox="1"/>
          <p:nvPr>
            <p:ph type="title"/>
          </p:nvPr>
        </p:nvSpPr>
        <p:spPr>
          <a:xfrm>
            <a:off x="948175" y="797675"/>
            <a:ext cx="2852100" cy="26547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4800"/>
              <a:buFont typeface="Albert Sans"/>
              <a:buNone/>
              <a:defRPr sz="4800">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txBox="1"/>
          <p:nvPr>
            <p:ph idx="2" type="title"/>
          </p:nvPr>
        </p:nvSpPr>
        <p:spPr>
          <a:xfrm>
            <a:off x="4469650" y="936450"/>
            <a:ext cx="4440300" cy="81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2400"/>
              <a:buFont typeface="Nanum Myeongjo"/>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4" name="Google Shape;64;p15"/>
          <p:cNvSpPr txBox="1"/>
          <p:nvPr>
            <p:ph idx="3" type="title"/>
          </p:nvPr>
        </p:nvSpPr>
        <p:spPr>
          <a:xfrm>
            <a:off x="4469650" y="1754050"/>
            <a:ext cx="4440300" cy="81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2400"/>
              <a:buFont typeface="Nanum Myeongjo"/>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5" name="Google Shape;65;p15"/>
          <p:cNvSpPr txBox="1"/>
          <p:nvPr>
            <p:ph idx="4" type="title"/>
          </p:nvPr>
        </p:nvSpPr>
        <p:spPr>
          <a:xfrm>
            <a:off x="4469650" y="2574700"/>
            <a:ext cx="4440300" cy="81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2400"/>
              <a:buFont typeface="Nanum Myeongjo"/>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6" name="Google Shape;66;p15"/>
          <p:cNvSpPr txBox="1"/>
          <p:nvPr>
            <p:ph idx="5" type="title"/>
          </p:nvPr>
        </p:nvSpPr>
        <p:spPr>
          <a:xfrm>
            <a:off x="4454025" y="3395350"/>
            <a:ext cx="4453200" cy="817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2400"/>
              <a:buFont typeface="Nanum Myeongjo"/>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7" name="Google Shape;67;p15"/>
          <p:cNvSpPr/>
          <p:nvPr>
            <p:ph idx="6" type="pic"/>
          </p:nvPr>
        </p:nvSpPr>
        <p:spPr>
          <a:xfrm>
            <a:off x="8596800" y="223475"/>
            <a:ext cx="318600" cy="318600"/>
          </a:xfrm>
          <a:prstGeom prst="ellipse">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ivider Purple">
  <p:cSld name="CUSTOM">
    <p:bg>
      <p:bgPr>
        <a:solidFill>
          <a:schemeClr val="lt2"/>
        </a:solidFill>
      </p:bgPr>
    </p:bg>
    <p:spTree>
      <p:nvGrpSpPr>
        <p:cNvPr id="68" name="Shape 68"/>
        <p:cNvGrpSpPr/>
        <p:nvPr/>
      </p:nvGrpSpPr>
      <p:grpSpPr>
        <a:xfrm>
          <a:off x="0" y="0"/>
          <a:ext cx="0" cy="0"/>
          <a:chOff x="0" y="0"/>
          <a:chExt cx="0" cy="0"/>
        </a:xfrm>
      </p:grpSpPr>
      <p:sp>
        <p:nvSpPr>
          <p:cNvPr id="69" name="Google Shape;69;p16"/>
          <p:cNvSpPr txBox="1"/>
          <p:nvPr>
            <p:ph type="title"/>
          </p:nvPr>
        </p:nvSpPr>
        <p:spPr>
          <a:xfrm>
            <a:off x="884890" y="1024150"/>
            <a:ext cx="6123900" cy="147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9600"/>
              <a:buFont typeface="Nanum Myeongjo"/>
              <a:buNone/>
              <a:defRPr sz="9600">
                <a:solidFill>
                  <a:schemeClr val="dk2"/>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70" name="Google Shape;70;p16"/>
          <p:cNvSpPr txBox="1"/>
          <p:nvPr>
            <p:ph idx="1" type="subTitle"/>
          </p:nvPr>
        </p:nvSpPr>
        <p:spPr>
          <a:xfrm>
            <a:off x="966811" y="321575"/>
            <a:ext cx="23040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Albert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6"/>
          <p:cNvSpPr/>
          <p:nvPr>
            <p:ph idx="2" type="pic"/>
          </p:nvPr>
        </p:nvSpPr>
        <p:spPr>
          <a:xfrm>
            <a:off x="8596800" y="223475"/>
            <a:ext cx="318600" cy="318600"/>
          </a:xfrm>
          <a:prstGeom prst="ellipse">
            <a:avLst/>
          </a:prstGeom>
          <a:noFill/>
          <a:ln>
            <a:noFill/>
          </a:ln>
        </p:spPr>
      </p:sp>
      <p:sp>
        <p:nvSpPr>
          <p:cNvPr id="72" name="Google Shape;72;p16"/>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ivider Green">
  <p:cSld name="CUSTOM_5">
    <p:bg>
      <p:bgPr>
        <a:solidFill>
          <a:schemeClr val="accent1"/>
        </a:solidFill>
      </p:bgPr>
    </p:bg>
    <p:spTree>
      <p:nvGrpSpPr>
        <p:cNvPr id="73" name="Shape 73"/>
        <p:cNvGrpSpPr/>
        <p:nvPr/>
      </p:nvGrpSpPr>
      <p:grpSpPr>
        <a:xfrm>
          <a:off x="0" y="0"/>
          <a:ext cx="0" cy="0"/>
          <a:chOff x="0" y="0"/>
          <a:chExt cx="0" cy="0"/>
        </a:xfrm>
      </p:grpSpPr>
      <p:sp>
        <p:nvSpPr>
          <p:cNvPr id="74" name="Google Shape;74;p17"/>
          <p:cNvSpPr/>
          <p:nvPr>
            <p:ph idx="2" type="pic"/>
          </p:nvPr>
        </p:nvSpPr>
        <p:spPr>
          <a:xfrm>
            <a:off x="8596800" y="223475"/>
            <a:ext cx="318600" cy="318600"/>
          </a:xfrm>
          <a:prstGeom prst="ellipse">
            <a:avLst/>
          </a:prstGeom>
          <a:noFill/>
          <a:ln>
            <a:noFill/>
          </a:ln>
        </p:spPr>
      </p:sp>
      <p:sp>
        <p:nvSpPr>
          <p:cNvPr id="75" name="Google Shape;75;p17"/>
          <p:cNvSpPr txBox="1"/>
          <p:nvPr>
            <p:ph type="title"/>
          </p:nvPr>
        </p:nvSpPr>
        <p:spPr>
          <a:xfrm>
            <a:off x="884890" y="1024150"/>
            <a:ext cx="6123900" cy="147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9600"/>
              <a:buFont typeface="Nanum Myeongjo"/>
              <a:buNone/>
              <a:defRPr sz="9600">
                <a:solidFill>
                  <a:schemeClr val="dk2"/>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76" name="Google Shape;76;p17"/>
          <p:cNvSpPr txBox="1"/>
          <p:nvPr>
            <p:ph idx="1" type="subTitle"/>
          </p:nvPr>
        </p:nvSpPr>
        <p:spPr>
          <a:xfrm>
            <a:off x="966811" y="321575"/>
            <a:ext cx="23040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Albert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7"/>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ivider Teal">
  <p:cSld name="CUSTOM_5_1">
    <p:bg>
      <p:bgPr>
        <a:solidFill>
          <a:schemeClr val="accent2"/>
        </a:solidFill>
      </p:bgPr>
    </p:bg>
    <p:spTree>
      <p:nvGrpSpPr>
        <p:cNvPr id="78" name="Shape 78"/>
        <p:cNvGrpSpPr/>
        <p:nvPr/>
      </p:nvGrpSpPr>
      <p:grpSpPr>
        <a:xfrm>
          <a:off x="0" y="0"/>
          <a:ext cx="0" cy="0"/>
          <a:chOff x="0" y="0"/>
          <a:chExt cx="0" cy="0"/>
        </a:xfrm>
      </p:grpSpPr>
      <p:sp>
        <p:nvSpPr>
          <p:cNvPr id="79" name="Google Shape;79;p18"/>
          <p:cNvSpPr/>
          <p:nvPr>
            <p:ph idx="2" type="pic"/>
          </p:nvPr>
        </p:nvSpPr>
        <p:spPr>
          <a:xfrm>
            <a:off x="8596800" y="223475"/>
            <a:ext cx="318600" cy="318600"/>
          </a:xfrm>
          <a:prstGeom prst="ellipse">
            <a:avLst/>
          </a:prstGeom>
          <a:noFill/>
          <a:ln>
            <a:noFill/>
          </a:ln>
        </p:spPr>
      </p:sp>
      <p:sp>
        <p:nvSpPr>
          <p:cNvPr id="80" name="Google Shape;80;p18"/>
          <p:cNvSpPr txBox="1"/>
          <p:nvPr>
            <p:ph type="title"/>
          </p:nvPr>
        </p:nvSpPr>
        <p:spPr>
          <a:xfrm>
            <a:off x="884890" y="1024150"/>
            <a:ext cx="6123900" cy="147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9600"/>
              <a:buFont typeface="Nanum Myeongjo"/>
              <a:buNone/>
              <a:defRPr sz="9600">
                <a:solidFill>
                  <a:schemeClr val="dk2"/>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81" name="Google Shape;81;p18"/>
          <p:cNvSpPr txBox="1"/>
          <p:nvPr>
            <p:ph idx="1" type="subTitle"/>
          </p:nvPr>
        </p:nvSpPr>
        <p:spPr>
          <a:xfrm>
            <a:off x="966811" y="321575"/>
            <a:ext cx="23040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Albert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8"/>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Divider Blue">
  <p:cSld name="CUSTOM_5_1_1">
    <p:bg>
      <p:bgPr>
        <a:solidFill>
          <a:schemeClr val="accent4"/>
        </a:solidFill>
      </p:bgPr>
    </p:bg>
    <p:spTree>
      <p:nvGrpSpPr>
        <p:cNvPr id="83" name="Shape 83"/>
        <p:cNvGrpSpPr/>
        <p:nvPr/>
      </p:nvGrpSpPr>
      <p:grpSpPr>
        <a:xfrm>
          <a:off x="0" y="0"/>
          <a:ext cx="0" cy="0"/>
          <a:chOff x="0" y="0"/>
          <a:chExt cx="0" cy="0"/>
        </a:xfrm>
      </p:grpSpPr>
      <p:sp>
        <p:nvSpPr>
          <p:cNvPr id="84" name="Google Shape;84;p19"/>
          <p:cNvSpPr/>
          <p:nvPr>
            <p:ph idx="2" type="pic"/>
          </p:nvPr>
        </p:nvSpPr>
        <p:spPr>
          <a:xfrm>
            <a:off x="8596800" y="223475"/>
            <a:ext cx="318600" cy="318600"/>
          </a:xfrm>
          <a:prstGeom prst="ellipse">
            <a:avLst/>
          </a:prstGeom>
          <a:noFill/>
          <a:ln>
            <a:noFill/>
          </a:ln>
        </p:spPr>
      </p:sp>
      <p:sp>
        <p:nvSpPr>
          <p:cNvPr id="85" name="Google Shape;85;p19"/>
          <p:cNvSpPr txBox="1"/>
          <p:nvPr>
            <p:ph type="title"/>
          </p:nvPr>
        </p:nvSpPr>
        <p:spPr>
          <a:xfrm>
            <a:off x="884890" y="1024150"/>
            <a:ext cx="6123900" cy="14751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9600"/>
              <a:buNone/>
              <a:defRPr sz="9600">
                <a:solidFill>
                  <a:schemeClr val="dk2"/>
                </a:solidFill>
              </a:defRPr>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86" name="Google Shape;86;p19"/>
          <p:cNvSpPr txBox="1"/>
          <p:nvPr>
            <p:ph idx="1" type="subTitle"/>
          </p:nvPr>
        </p:nvSpPr>
        <p:spPr>
          <a:xfrm>
            <a:off x="966811" y="321575"/>
            <a:ext cx="23040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Albert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9"/>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ll Quote">
  <p:cSld name="CUSTOM_1">
    <p:bg>
      <p:bgPr>
        <a:solidFill>
          <a:schemeClr val="lt1"/>
        </a:solidFill>
      </p:bgPr>
    </p:bg>
    <p:spTree>
      <p:nvGrpSpPr>
        <p:cNvPr id="88" name="Shape 88"/>
        <p:cNvGrpSpPr/>
        <p:nvPr/>
      </p:nvGrpSpPr>
      <p:grpSpPr>
        <a:xfrm>
          <a:off x="0" y="0"/>
          <a:ext cx="0" cy="0"/>
          <a:chOff x="0" y="0"/>
          <a:chExt cx="0" cy="0"/>
        </a:xfrm>
      </p:grpSpPr>
      <p:sp>
        <p:nvSpPr>
          <p:cNvPr id="89" name="Google Shape;89;p20"/>
          <p:cNvSpPr/>
          <p:nvPr>
            <p:ph idx="2" type="pic"/>
          </p:nvPr>
        </p:nvSpPr>
        <p:spPr>
          <a:xfrm>
            <a:off x="8596800" y="223475"/>
            <a:ext cx="318600" cy="318600"/>
          </a:xfrm>
          <a:prstGeom prst="ellipse">
            <a:avLst/>
          </a:prstGeom>
          <a:noFill/>
          <a:ln>
            <a:noFill/>
          </a:ln>
        </p:spPr>
      </p:sp>
      <p:sp>
        <p:nvSpPr>
          <p:cNvPr id="90" name="Google Shape;90;p20"/>
          <p:cNvSpPr txBox="1"/>
          <p:nvPr>
            <p:ph idx="1" type="subTitle"/>
          </p:nvPr>
        </p:nvSpPr>
        <p:spPr>
          <a:xfrm>
            <a:off x="4627750" y="1204950"/>
            <a:ext cx="2489700" cy="363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91" name="Google Shape;91;p20"/>
          <p:cNvSpPr txBox="1"/>
          <p:nvPr>
            <p:ph idx="3" type="body"/>
          </p:nvPr>
        </p:nvSpPr>
        <p:spPr>
          <a:xfrm>
            <a:off x="4627750" y="1592350"/>
            <a:ext cx="2539200" cy="16137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1pPr>
            <a:lvl2pPr indent="-381000" lvl="1" marL="914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2pPr>
            <a:lvl3pPr indent="-381000" lvl="2" marL="1371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3pPr>
            <a:lvl4pPr indent="-381000" lvl="3" marL="1828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4pPr>
            <a:lvl5pPr indent="-381000" lvl="4" marL="2286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5pPr>
            <a:lvl6pPr indent="-381000" lvl="5" marL="2743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6pPr>
            <a:lvl7pPr indent="-381000" lvl="6" marL="3200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7pPr>
            <a:lvl8pPr indent="-381000" lvl="7" marL="3657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8pPr>
            <a:lvl9pPr indent="-381000" lvl="8" marL="4114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9pPr>
          </a:lstStyle>
          <a:p/>
        </p:txBody>
      </p:sp>
      <p:sp>
        <p:nvSpPr>
          <p:cNvPr id="92" name="Google Shape;92;p20"/>
          <p:cNvSpPr/>
          <p:nvPr>
            <p:ph idx="4" type="pic"/>
          </p:nvPr>
        </p:nvSpPr>
        <p:spPr>
          <a:xfrm rot="-5400000">
            <a:off x="1529325" y="1257825"/>
            <a:ext cx="3114600" cy="2619600"/>
          </a:xfrm>
          <a:prstGeom prst="round2SameRect">
            <a:avLst>
              <a:gd fmla="val 3848" name="adj1"/>
              <a:gd fmla="val 0" name="adj2"/>
            </a:avLst>
          </a:prstGeom>
          <a:noFill/>
          <a:ln>
            <a:noFill/>
          </a:ln>
        </p:spPr>
      </p:sp>
      <p:sp>
        <p:nvSpPr>
          <p:cNvPr id="93" name="Google Shape;93;p20"/>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extLst>
    <p:ext uri="{DCECCB84-F9BA-43D5-87BE-67443E8EF086}">
      <p15:sldGuideLst>
        <p15:guide id="1" orient="horz" pos="636">
          <p15:clr>
            <a:srgbClr val="E46962"/>
          </p15:clr>
        </p15:guide>
        <p15:guide id="2" orient="horz" pos="2604">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Page Image">
  <p:cSld name="CUSTOM_2">
    <p:bg>
      <p:bgPr>
        <a:solidFill>
          <a:schemeClr val="lt2"/>
        </a:solidFill>
      </p:bgPr>
    </p:bg>
    <p:spTree>
      <p:nvGrpSpPr>
        <p:cNvPr id="94" name="Shape 94"/>
        <p:cNvGrpSpPr/>
        <p:nvPr/>
      </p:nvGrpSpPr>
      <p:grpSpPr>
        <a:xfrm>
          <a:off x="0" y="0"/>
          <a:ext cx="0" cy="0"/>
          <a:chOff x="0" y="0"/>
          <a:chExt cx="0" cy="0"/>
        </a:xfrm>
      </p:grpSpPr>
      <p:sp>
        <p:nvSpPr>
          <p:cNvPr id="95" name="Google Shape;95;p21"/>
          <p:cNvSpPr/>
          <p:nvPr>
            <p:ph idx="2" type="pic"/>
          </p:nvPr>
        </p:nvSpPr>
        <p:spPr>
          <a:xfrm>
            <a:off x="120000" y="114300"/>
            <a:ext cx="8904000" cy="4914900"/>
          </a:xfrm>
          <a:prstGeom prst="roundRect">
            <a:avLst>
              <a:gd fmla="val 2134" name="adj"/>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 Content">
  <p:cSld name="CUSTOM_3">
    <p:bg>
      <p:bgPr>
        <a:solidFill>
          <a:schemeClr val="lt1"/>
        </a:solidFill>
      </p:bgPr>
    </p:bg>
    <p:spTree>
      <p:nvGrpSpPr>
        <p:cNvPr id="96" name="Shape 96"/>
        <p:cNvGrpSpPr/>
        <p:nvPr/>
      </p:nvGrpSpPr>
      <p:grpSpPr>
        <a:xfrm>
          <a:off x="0" y="0"/>
          <a:ext cx="0" cy="0"/>
          <a:chOff x="0" y="0"/>
          <a:chExt cx="0" cy="0"/>
        </a:xfrm>
      </p:grpSpPr>
      <p:sp>
        <p:nvSpPr>
          <p:cNvPr id="97" name="Google Shape;97;p22"/>
          <p:cNvSpPr txBox="1"/>
          <p:nvPr>
            <p:ph idx="1" type="body"/>
          </p:nvPr>
        </p:nvSpPr>
        <p:spPr>
          <a:xfrm>
            <a:off x="5235220" y="2573350"/>
            <a:ext cx="3798300" cy="19077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2"/>
              </a:buClr>
              <a:buSzPts val="1400"/>
              <a:buFont typeface="Albert Sans"/>
              <a:buChar char="●"/>
              <a:defRPr u="none">
                <a:solidFill>
                  <a:schemeClr val="dk2"/>
                </a:solidFill>
              </a:defRPr>
            </a:lvl1pPr>
            <a:lvl2pPr indent="-317500" lvl="1" marL="914400">
              <a:lnSpc>
                <a:spcPct val="115000"/>
              </a:lnSpc>
              <a:spcBef>
                <a:spcPts val="0"/>
              </a:spcBef>
              <a:spcAft>
                <a:spcPts val="0"/>
              </a:spcAft>
              <a:buClr>
                <a:schemeClr val="dk2"/>
              </a:buClr>
              <a:buSzPts val="1400"/>
              <a:buFont typeface="Albert Sans"/>
              <a:buChar char="○"/>
              <a:defRPr u="none">
                <a:solidFill>
                  <a:schemeClr val="dk2"/>
                </a:solidFill>
              </a:defRPr>
            </a:lvl2pPr>
            <a:lvl3pPr indent="-317500" lvl="2" marL="1371600">
              <a:lnSpc>
                <a:spcPct val="115000"/>
              </a:lnSpc>
              <a:spcBef>
                <a:spcPts val="0"/>
              </a:spcBef>
              <a:spcAft>
                <a:spcPts val="0"/>
              </a:spcAft>
              <a:buClr>
                <a:schemeClr val="dk2"/>
              </a:buClr>
              <a:buSzPts val="1400"/>
              <a:buFont typeface="Albert Sans"/>
              <a:buChar char="■"/>
              <a:defRPr u="none">
                <a:solidFill>
                  <a:schemeClr val="dk2"/>
                </a:solidFill>
              </a:defRPr>
            </a:lvl3pPr>
            <a:lvl4pPr indent="-317500" lvl="3" marL="1828800">
              <a:lnSpc>
                <a:spcPct val="115000"/>
              </a:lnSpc>
              <a:spcBef>
                <a:spcPts val="0"/>
              </a:spcBef>
              <a:spcAft>
                <a:spcPts val="0"/>
              </a:spcAft>
              <a:buClr>
                <a:schemeClr val="dk2"/>
              </a:buClr>
              <a:buSzPts val="1400"/>
              <a:buFont typeface="Albert Sans"/>
              <a:buChar char="●"/>
              <a:defRPr u="none">
                <a:solidFill>
                  <a:schemeClr val="dk2"/>
                </a:solidFill>
              </a:defRPr>
            </a:lvl4pPr>
            <a:lvl5pPr indent="-317500" lvl="4" marL="2286000">
              <a:lnSpc>
                <a:spcPct val="115000"/>
              </a:lnSpc>
              <a:spcBef>
                <a:spcPts val="0"/>
              </a:spcBef>
              <a:spcAft>
                <a:spcPts val="0"/>
              </a:spcAft>
              <a:buClr>
                <a:schemeClr val="dk2"/>
              </a:buClr>
              <a:buSzPts val="1400"/>
              <a:buFont typeface="Albert Sans"/>
              <a:buChar char="○"/>
              <a:defRPr u="none">
                <a:solidFill>
                  <a:schemeClr val="dk2"/>
                </a:solidFill>
              </a:defRPr>
            </a:lvl5pPr>
            <a:lvl6pPr indent="-317500" lvl="5" marL="2743200">
              <a:lnSpc>
                <a:spcPct val="115000"/>
              </a:lnSpc>
              <a:spcBef>
                <a:spcPts val="0"/>
              </a:spcBef>
              <a:spcAft>
                <a:spcPts val="0"/>
              </a:spcAft>
              <a:buClr>
                <a:schemeClr val="dk2"/>
              </a:buClr>
              <a:buSzPts val="1400"/>
              <a:buFont typeface="Albert Sans"/>
              <a:buChar char="■"/>
              <a:defRPr u="none">
                <a:solidFill>
                  <a:schemeClr val="dk2"/>
                </a:solidFill>
              </a:defRPr>
            </a:lvl6pPr>
            <a:lvl7pPr indent="-317500" lvl="6" marL="3200400">
              <a:lnSpc>
                <a:spcPct val="115000"/>
              </a:lnSpc>
              <a:spcBef>
                <a:spcPts val="0"/>
              </a:spcBef>
              <a:spcAft>
                <a:spcPts val="0"/>
              </a:spcAft>
              <a:buClr>
                <a:schemeClr val="dk2"/>
              </a:buClr>
              <a:buSzPts val="1400"/>
              <a:buFont typeface="Albert Sans"/>
              <a:buChar char="●"/>
              <a:defRPr u="none">
                <a:solidFill>
                  <a:schemeClr val="dk2"/>
                </a:solidFill>
              </a:defRPr>
            </a:lvl7pPr>
            <a:lvl8pPr indent="-317500" lvl="7" marL="3657600">
              <a:lnSpc>
                <a:spcPct val="115000"/>
              </a:lnSpc>
              <a:spcBef>
                <a:spcPts val="0"/>
              </a:spcBef>
              <a:spcAft>
                <a:spcPts val="0"/>
              </a:spcAft>
              <a:buClr>
                <a:schemeClr val="dk2"/>
              </a:buClr>
              <a:buSzPts val="1400"/>
              <a:buFont typeface="Albert Sans"/>
              <a:buChar char="○"/>
              <a:defRPr u="none">
                <a:solidFill>
                  <a:schemeClr val="dk2"/>
                </a:solidFill>
              </a:defRPr>
            </a:lvl8pPr>
            <a:lvl9pPr indent="-317500" lvl="8" marL="4114800">
              <a:lnSpc>
                <a:spcPct val="115000"/>
              </a:lnSpc>
              <a:spcBef>
                <a:spcPts val="0"/>
              </a:spcBef>
              <a:spcAft>
                <a:spcPts val="0"/>
              </a:spcAft>
              <a:buClr>
                <a:schemeClr val="dk2"/>
              </a:buClr>
              <a:buSzPts val="1400"/>
              <a:buFont typeface="Albert Sans"/>
              <a:buChar char="■"/>
              <a:defRPr u="none">
                <a:solidFill>
                  <a:schemeClr val="dk2"/>
                </a:solidFill>
              </a:defRPr>
            </a:lvl9pPr>
          </a:lstStyle>
          <a:p/>
        </p:txBody>
      </p:sp>
      <p:sp>
        <p:nvSpPr>
          <p:cNvPr id="98" name="Google Shape;98;p22"/>
          <p:cNvSpPr txBox="1"/>
          <p:nvPr>
            <p:ph idx="2" type="body"/>
          </p:nvPr>
        </p:nvSpPr>
        <p:spPr>
          <a:xfrm>
            <a:off x="5235220" y="750863"/>
            <a:ext cx="3729900" cy="16137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1pPr>
            <a:lvl2pPr indent="-381000" lvl="1" marL="914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2pPr>
            <a:lvl3pPr indent="-381000" lvl="2" marL="1371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3pPr>
            <a:lvl4pPr indent="-381000" lvl="3" marL="1828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4pPr>
            <a:lvl5pPr indent="-381000" lvl="4" marL="2286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5pPr>
            <a:lvl6pPr indent="-381000" lvl="5" marL="2743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6pPr>
            <a:lvl7pPr indent="-381000" lvl="6" marL="3200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7pPr>
            <a:lvl8pPr indent="-381000" lvl="7" marL="3657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8pPr>
            <a:lvl9pPr indent="-381000" lvl="8" marL="4114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9pPr>
          </a:lstStyle>
          <a:p/>
        </p:txBody>
      </p:sp>
      <p:sp>
        <p:nvSpPr>
          <p:cNvPr id="99" name="Google Shape;99;p22"/>
          <p:cNvSpPr txBox="1"/>
          <p:nvPr>
            <p:ph type="title"/>
          </p:nvPr>
        </p:nvSpPr>
        <p:spPr>
          <a:xfrm>
            <a:off x="5257467" y="327150"/>
            <a:ext cx="2743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Albert Sans"/>
              <a:buNone/>
              <a:defRPr b="1" sz="1400">
                <a:solidFill>
                  <a:schemeClr val="lt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22"/>
          <p:cNvSpPr/>
          <p:nvPr>
            <p:ph idx="3" type="pic"/>
          </p:nvPr>
        </p:nvSpPr>
        <p:spPr>
          <a:xfrm>
            <a:off x="8596800" y="223475"/>
            <a:ext cx="318600" cy="318600"/>
          </a:xfrm>
          <a:prstGeom prst="ellipse">
            <a:avLst/>
          </a:prstGeom>
          <a:noFill/>
          <a:ln>
            <a:noFill/>
          </a:ln>
        </p:spPr>
      </p:sp>
      <p:sp>
        <p:nvSpPr>
          <p:cNvPr id="101" name="Google Shape;101;p22"/>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22"/>
          <p:cNvSpPr/>
          <p:nvPr>
            <p:ph idx="5" type="pic"/>
          </p:nvPr>
        </p:nvSpPr>
        <p:spPr>
          <a:xfrm rot="10800000">
            <a:off x="228600" y="2561290"/>
            <a:ext cx="2262600" cy="2348400"/>
          </a:xfrm>
          <a:prstGeom prst="round1Rect">
            <a:avLst>
              <a:gd fmla="val 4873" name="adj"/>
            </a:avLst>
          </a:prstGeom>
          <a:noFill/>
          <a:ln>
            <a:noFill/>
          </a:ln>
        </p:spPr>
      </p:sp>
      <p:sp>
        <p:nvSpPr>
          <p:cNvPr id="103" name="Google Shape;103;p22"/>
          <p:cNvSpPr/>
          <p:nvPr>
            <p:ph idx="6" type="pic"/>
          </p:nvPr>
        </p:nvSpPr>
        <p:spPr>
          <a:xfrm>
            <a:off x="2486554" y="223525"/>
            <a:ext cx="2262600" cy="2348400"/>
          </a:xfrm>
          <a:prstGeom prst="round1Rect">
            <a:avLst>
              <a:gd fmla="val 4873" name="adj"/>
            </a:avLst>
          </a:prstGeom>
          <a:noFill/>
          <a:ln>
            <a:noFill/>
          </a:ln>
        </p:spPr>
      </p:sp>
      <p:sp>
        <p:nvSpPr>
          <p:cNvPr id="104" name="Google Shape;104;p22"/>
          <p:cNvSpPr/>
          <p:nvPr>
            <p:ph idx="7" type="pic"/>
          </p:nvPr>
        </p:nvSpPr>
        <p:spPr>
          <a:xfrm flipH="1" rot="10800000">
            <a:off x="2486554" y="2561290"/>
            <a:ext cx="2262600" cy="2348400"/>
          </a:xfrm>
          <a:prstGeom prst="round1Rect">
            <a:avLst>
              <a:gd fmla="val 4873" name="adj"/>
            </a:avLst>
          </a:prstGeom>
          <a:noFill/>
          <a:ln>
            <a:noFill/>
          </a:ln>
        </p:spPr>
      </p:sp>
      <p:sp>
        <p:nvSpPr>
          <p:cNvPr id="105" name="Google Shape;105;p22"/>
          <p:cNvSpPr/>
          <p:nvPr>
            <p:ph idx="8" type="pic"/>
          </p:nvPr>
        </p:nvSpPr>
        <p:spPr>
          <a:xfrm flipH="1">
            <a:off x="228600" y="224575"/>
            <a:ext cx="2262600" cy="2348400"/>
          </a:xfrm>
          <a:prstGeom prst="round1Rect">
            <a:avLst>
              <a:gd fmla="val 4873" name="adj"/>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allery">
  <p:cSld name="CUSTOM_3_1">
    <p:bg>
      <p:bgPr>
        <a:solidFill>
          <a:schemeClr val="lt2"/>
        </a:solidFill>
      </p:bgPr>
    </p:bg>
    <p:spTree>
      <p:nvGrpSpPr>
        <p:cNvPr id="106" name="Shape 106"/>
        <p:cNvGrpSpPr/>
        <p:nvPr/>
      </p:nvGrpSpPr>
      <p:grpSpPr>
        <a:xfrm>
          <a:off x="0" y="0"/>
          <a:ext cx="0" cy="0"/>
          <a:chOff x="0" y="0"/>
          <a:chExt cx="0" cy="0"/>
        </a:xfrm>
      </p:grpSpPr>
      <p:sp>
        <p:nvSpPr>
          <p:cNvPr id="107" name="Google Shape;107;p23"/>
          <p:cNvSpPr/>
          <p:nvPr>
            <p:ph idx="2" type="pic"/>
          </p:nvPr>
        </p:nvSpPr>
        <p:spPr>
          <a:xfrm>
            <a:off x="114275" y="114300"/>
            <a:ext cx="2919900" cy="2424300"/>
          </a:xfrm>
          <a:prstGeom prst="roundRect">
            <a:avLst>
              <a:gd fmla="val 2134" name="adj"/>
            </a:avLst>
          </a:prstGeom>
          <a:noFill/>
          <a:ln>
            <a:noFill/>
          </a:ln>
        </p:spPr>
      </p:sp>
      <p:sp>
        <p:nvSpPr>
          <p:cNvPr id="108" name="Google Shape;108;p23"/>
          <p:cNvSpPr/>
          <p:nvPr>
            <p:ph idx="3" type="pic"/>
          </p:nvPr>
        </p:nvSpPr>
        <p:spPr>
          <a:xfrm>
            <a:off x="3117080" y="114300"/>
            <a:ext cx="2919900" cy="2424300"/>
          </a:xfrm>
          <a:prstGeom prst="roundRect">
            <a:avLst>
              <a:gd fmla="val 2134" name="adj"/>
            </a:avLst>
          </a:prstGeom>
          <a:noFill/>
          <a:ln>
            <a:noFill/>
          </a:ln>
        </p:spPr>
      </p:sp>
      <p:sp>
        <p:nvSpPr>
          <p:cNvPr id="109" name="Google Shape;109;p23"/>
          <p:cNvSpPr/>
          <p:nvPr>
            <p:ph idx="4" type="pic"/>
          </p:nvPr>
        </p:nvSpPr>
        <p:spPr>
          <a:xfrm>
            <a:off x="114275" y="2604796"/>
            <a:ext cx="2919900" cy="2424300"/>
          </a:xfrm>
          <a:prstGeom prst="roundRect">
            <a:avLst>
              <a:gd fmla="val 2134" name="adj"/>
            </a:avLst>
          </a:prstGeom>
          <a:noFill/>
          <a:ln>
            <a:noFill/>
          </a:ln>
        </p:spPr>
      </p:sp>
      <p:sp>
        <p:nvSpPr>
          <p:cNvPr id="110" name="Google Shape;110;p23"/>
          <p:cNvSpPr/>
          <p:nvPr>
            <p:ph idx="5" type="pic"/>
          </p:nvPr>
        </p:nvSpPr>
        <p:spPr>
          <a:xfrm>
            <a:off x="3117080" y="2604796"/>
            <a:ext cx="2919900" cy="2424300"/>
          </a:xfrm>
          <a:prstGeom prst="roundRect">
            <a:avLst>
              <a:gd fmla="val 2134" name="adj"/>
            </a:avLst>
          </a:prstGeom>
          <a:noFill/>
          <a:ln>
            <a:noFill/>
          </a:ln>
        </p:spPr>
      </p:sp>
      <p:sp>
        <p:nvSpPr>
          <p:cNvPr id="111" name="Google Shape;111;p23"/>
          <p:cNvSpPr/>
          <p:nvPr>
            <p:ph idx="6" type="pic"/>
          </p:nvPr>
        </p:nvSpPr>
        <p:spPr>
          <a:xfrm>
            <a:off x="6109898" y="114300"/>
            <a:ext cx="2919900" cy="2424300"/>
          </a:xfrm>
          <a:prstGeom prst="roundRect">
            <a:avLst>
              <a:gd fmla="val 2134" name="adj"/>
            </a:avLst>
          </a:prstGeom>
          <a:noFill/>
          <a:ln>
            <a:noFill/>
          </a:ln>
        </p:spPr>
      </p:sp>
      <p:sp>
        <p:nvSpPr>
          <p:cNvPr id="112" name="Google Shape;112;p23"/>
          <p:cNvSpPr/>
          <p:nvPr>
            <p:ph idx="7" type="pic"/>
          </p:nvPr>
        </p:nvSpPr>
        <p:spPr>
          <a:xfrm>
            <a:off x="6109898" y="2604796"/>
            <a:ext cx="2919900" cy="2424300"/>
          </a:xfrm>
          <a:prstGeom prst="roundRect">
            <a:avLst>
              <a:gd fmla="val 2134" name="adj"/>
            </a:avLst>
          </a:prstGeom>
          <a:no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Text">
  <p:cSld name="CUSTOM_4">
    <p:bg>
      <p:bgPr>
        <a:solidFill>
          <a:schemeClr val="lt1"/>
        </a:solidFill>
      </p:bgPr>
    </p:bg>
    <p:spTree>
      <p:nvGrpSpPr>
        <p:cNvPr id="113" name="Shape 113"/>
        <p:cNvGrpSpPr/>
        <p:nvPr/>
      </p:nvGrpSpPr>
      <p:grpSpPr>
        <a:xfrm>
          <a:off x="0" y="0"/>
          <a:ext cx="0" cy="0"/>
          <a:chOff x="0" y="0"/>
          <a:chExt cx="0" cy="0"/>
        </a:xfrm>
      </p:grpSpPr>
      <p:sp>
        <p:nvSpPr>
          <p:cNvPr id="114" name="Google Shape;114;p24"/>
          <p:cNvSpPr txBox="1"/>
          <p:nvPr>
            <p:ph idx="1" type="body"/>
          </p:nvPr>
        </p:nvSpPr>
        <p:spPr>
          <a:xfrm>
            <a:off x="970234" y="770775"/>
            <a:ext cx="3729900" cy="1613700"/>
          </a:xfrm>
          <a:prstGeom prst="rect">
            <a:avLst/>
          </a:prstGeom>
          <a:noFill/>
        </p:spPr>
        <p:txBody>
          <a:bodyPr anchorCtr="0" anchor="t" bIns="91425" lIns="91425" spcFirstLastPara="1" rIns="91425" wrap="square" tIns="91425">
            <a:noAutofit/>
          </a:bodyPr>
          <a:lstStyle>
            <a:lvl1pPr indent="-381000" lvl="0" marL="457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1pPr>
            <a:lvl2pPr indent="-381000" lvl="1" marL="914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2pPr>
            <a:lvl3pPr indent="-381000" lvl="2" marL="1371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3pPr>
            <a:lvl4pPr indent="-381000" lvl="3" marL="1828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4pPr>
            <a:lvl5pPr indent="-381000" lvl="4" marL="2286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5pPr>
            <a:lvl6pPr indent="-381000" lvl="5" marL="2743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6pPr>
            <a:lvl7pPr indent="-381000" lvl="6" marL="3200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7pPr>
            <a:lvl8pPr indent="-381000" lvl="7" marL="3657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8pPr>
            <a:lvl9pPr indent="-381000" lvl="8" marL="4114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9pPr>
          </a:lstStyle>
          <a:p/>
        </p:txBody>
      </p:sp>
      <p:sp>
        <p:nvSpPr>
          <p:cNvPr id="115" name="Google Shape;115;p24"/>
          <p:cNvSpPr txBox="1"/>
          <p:nvPr>
            <p:ph type="title"/>
          </p:nvPr>
        </p:nvSpPr>
        <p:spPr>
          <a:xfrm>
            <a:off x="956138" y="327150"/>
            <a:ext cx="2743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Albert Sans"/>
              <a:buNone/>
              <a:defRPr b="1" sz="1400">
                <a:solidFill>
                  <a:schemeClr val="lt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6" name="Google Shape;116;p24"/>
          <p:cNvSpPr txBox="1"/>
          <p:nvPr>
            <p:ph idx="2" type="body"/>
          </p:nvPr>
        </p:nvSpPr>
        <p:spPr>
          <a:xfrm>
            <a:off x="5235225" y="824225"/>
            <a:ext cx="3321600" cy="3470400"/>
          </a:xfrm>
          <a:prstGeom prst="rect">
            <a:avLst/>
          </a:prstGeom>
          <a:noFill/>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2"/>
              </a:buClr>
              <a:buSzPts val="1400"/>
              <a:buFont typeface="Albert Sans"/>
              <a:buChar char="●"/>
              <a:defRPr u="none">
                <a:solidFill>
                  <a:schemeClr val="dk2"/>
                </a:solidFill>
              </a:defRPr>
            </a:lvl1pPr>
            <a:lvl2pPr indent="-317500" lvl="1" marL="914400">
              <a:lnSpc>
                <a:spcPct val="115000"/>
              </a:lnSpc>
              <a:spcBef>
                <a:spcPts val="1000"/>
              </a:spcBef>
              <a:spcAft>
                <a:spcPts val="0"/>
              </a:spcAft>
              <a:buClr>
                <a:schemeClr val="dk2"/>
              </a:buClr>
              <a:buSzPts val="1400"/>
              <a:buChar char="○"/>
              <a:defRPr u="none">
                <a:solidFill>
                  <a:schemeClr val="dk2"/>
                </a:solidFill>
              </a:defRPr>
            </a:lvl2pPr>
            <a:lvl3pPr indent="-317500" lvl="2" marL="1371600">
              <a:lnSpc>
                <a:spcPct val="115000"/>
              </a:lnSpc>
              <a:spcBef>
                <a:spcPts val="1000"/>
              </a:spcBef>
              <a:spcAft>
                <a:spcPts val="0"/>
              </a:spcAft>
              <a:buClr>
                <a:schemeClr val="dk2"/>
              </a:buClr>
              <a:buSzPts val="1400"/>
              <a:buChar char="■"/>
              <a:defRPr u="none">
                <a:solidFill>
                  <a:schemeClr val="dk2"/>
                </a:solidFill>
              </a:defRPr>
            </a:lvl3pPr>
            <a:lvl4pPr indent="-317500" lvl="3" marL="1828800">
              <a:lnSpc>
                <a:spcPct val="115000"/>
              </a:lnSpc>
              <a:spcBef>
                <a:spcPts val="1000"/>
              </a:spcBef>
              <a:spcAft>
                <a:spcPts val="0"/>
              </a:spcAft>
              <a:buClr>
                <a:schemeClr val="dk2"/>
              </a:buClr>
              <a:buSzPts val="1400"/>
              <a:buChar char="●"/>
              <a:defRPr u="none">
                <a:solidFill>
                  <a:schemeClr val="dk2"/>
                </a:solidFill>
              </a:defRPr>
            </a:lvl4pPr>
            <a:lvl5pPr indent="-317500" lvl="4" marL="2286000">
              <a:lnSpc>
                <a:spcPct val="115000"/>
              </a:lnSpc>
              <a:spcBef>
                <a:spcPts val="1000"/>
              </a:spcBef>
              <a:spcAft>
                <a:spcPts val="0"/>
              </a:spcAft>
              <a:buClr>
                <a:schemeClr val="dk2"/>
              </a:buClr>
              <a:buSzPts val="1400"/>
              <a:buChar char="○"/>
              <a:defRPr u="none">
                <a:solidFill>
                  <a:schemeClr val="dk2"/>
                </a:solidFill>
              </a:defRPr>
            </a:lvl5pPr>
            <a:lvl6pPr indent="-317500" lvl="5" marL="2743200">
              <a:lnSpc>
                <a:spcPct val="115000"/>
              </a:lnSpc>
              <a:spcBef>
                <a:spcPts val="1000"/>
              </a:spcBef>
              <a:spcAft>
                <a:spcPts val="0"/>
              </a:spcAft>
              <a:buClr>
                <a:schemeClr val="dk2"/>
              </a:buClr>
              <a:buSzPts val="1400"/>
              <a:buChar char="■"/>
              <a:defRPr u="none">
                <a:solidFill>
                  <a:schemeClr val="dk2"/>
                </a:solidFill>
              </a:defRPr>
            </a:lvl6pPr>
            <a:lvl7pPr indent="-317500" lvl="6" marL="3200400">
              <a:lnSpc>
                <a:spcPct val="115000"/>
              </a:lnSpc>
              <a:spcBef>
                <a:spcPts val="1000"/>
              </a:spcBef>
              <a:spcAft>
                <a:spcPts val="0"/>
              </a:spcAft>
              <a:buClr>
                <a:schemeClr val="dk2"/>
              </a:buClr>
              <a:buSzPts val="1400"/>
              <a:buChar char="●"/>
              <a:defRPr u="none">
                <a:solidFill>
                  <a:schemeClr val="dk2"/>
                </a:solidFill>
              </a:defRPr>
            </a:lvl7pPr>
            <a:lvl8pPr indent="-317500" lvl="7" marL="3657600">
              <a:lnSpc>
                <a:spcPct val="115000"/>
              </a:lnSpc>
              <a:spcBef>
                <a:spcPts val="1000"/>
              </a:spcBef>
              <a:spcAft>
                <a:spcPts val="0"/>
              </a:spcAft>
              <a:buClr>
                <a:schemeClr val="dk2"/>
              </a:buClr>
              <a:buSzPts val="1400"/>
              <a:buChar char="○"/>
              <a:defRPr u="none">
                <a:solidFill>
                  <a:schemeClr val="dk2"/>
                </a:solidFill>
              </a:defRPr>
            </a:lvl8pPr>
            <a:lvl9pPr indent="-317500" lvl="8" marL="4114800">
              <a:lnSpc>
                <a:spcPct val="115000"/>
              </a:lnSpc>
              <a:spcBef>
                <a:spcPts val="1000"/>
              </a:spcBef>
              <a:spcAft>
                <a:spcPts val="1000"/>
              </a:spcAft>
              <a:buClr>
                <a:schemeClr val="dk2"/>
              </a:buClr>
              <a:buSzPts val="1400"/>
              <a:buChar char="■"/>
              <a:defRPr u="none">
                <a:solidFill>
                  <a:schemeClr val="dk2"/>
                </a:solidFill>
              </a:defRPr>
            </a:lvl9pPr>
          </a:lstStyle>
          <a:p/>
        </p:txBody>
      </p:sp>
      <p:sp>
        <p:nvSpPr>
          <p:cNvPr id="117" name="Google Shape;117;p24"/>
          <p:cNvSpPr/>
          <p:nvPr>
            <p:ph idx="3" type="pic"/>
          </p:nvPr>
        </p:nvSpPr>
        <p:spPr>
          <a:xfrm>
            <a:off x="8596800" y="223475"/>
            <a:ext cx="318600" cy="318600"/>
          </a:xfrm>
          <a:prstGeom prst="ellipse">
            <a:avLst/>
          </a:prstGeom>
          <a:noFill/>
          <a:ln>
            <a:noFill/>
          </a:ln>
        </p:spPr>
      </p:sp>
      <p:sp>
        <p:nvSpPr>
          <p:cNvPr id="118" name="Google Shape;118;p24"/>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
  <p:cSld name="CUSTOM_4_1">
    <p:bg>
      <p:bgPr>
        <a:solidFill>
          <a:schemeClr val="lt1"/>
        </a:solidFill>
      </p:bgPr>
    </p:bg>
    <p:spTree>
      <p:nvGrpSpPr>
        <p:cNvPr id="119" name="Shape 119"/>
        <p:cNvGrpSpPr/>
        <p:nvPr/>
      </p:nvGrpSpPr>
      <p:grpSpPr>
        <a:xfrm>
          <a:off x="0" y="0"/>
          <a:ext cx="0" cy="0"/>
          <a:chOff x="0" y="0"/>
          <a:chExt cx="0" cy="0"/>
        </a:xfrm>
      </p:grpSpPr>
      <p:sp>
        <p:nvSpPr>
          <p:cNvPr id="120" name="Google Shape;120;p25"/>
          <p:cNvSpPr txBox="1"/>
          <p:nvPr>
            <p:ph idx="1" type="body"/>
          </p:nvPr>
        </p:nvSpPr>
        <p:spPr>
          <a:xfrm>
            <a:off x="949503" y="770775"/>
            <a:ext cx="7171500" cy="1613700"/>
          </a:xfrm>
          <a:prstGeom prst="rect">
            <a:avLst/>
          </a:prstGeom>
        </p:spPr>
        <p:txBody>
          <a:bodyPr anchorCtr="0" anchor="t" bIns="91425" lIns="91425" spcFirstLastPara="1" rIns="91425" wrap="square" tIns="91425">
            <a:noAutofit/>
          </a:bodyPr>
          <a:lstStyle>
            <a:lvl1pPr indent="-381000" lvl="0" marL="457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1pPr>
            <a:lvl2pPr indent="-381000" lvl="1" marL="914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2pPr>
            <a:lvl3pPr indent="-381000" lvl="2" marL="1371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3pPr>
            <a:lvl4pPr indent="-381000" lvl="3" marL="1828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4pPr>
            <a:lvl5pPr indent="-381000" lvl="4" marL="22860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5pPr>
            <a:lvl6pPr indent="-381000" lvl="5" marL="27432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6pPr>
            <a:lvl7pPr indent="-381000" lvl="6" marL="32004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7pPr>
            <a:lvl8pPr indent="-381000" lvl="7" marL="36576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8pPr>
            <a:lvl9pPr indent="-381000" lvl="8" marL="4114800">
              <a:spcBef>
                <a:spcPts val="0"/>
              </a:spcBef>
              <a:spcAft>
                <a:spcPts val="0"/>
              </a:spcAft>
              <a:buClr>
                <a:schemeClr val="dk2"/>
              </a:buClr>
              <a:buSzPts val="2400"/>
              <a:buFont typeface="Nanum Myeongjo"/>
              <a:buChar char="■"/>
              <a:defRPr sz="2400" u="none">
                <a:solidFill>
                  <a:schemeClr val="dk2"/>
                </a:solidFill>
                <a:latin typeface="Nanum Myeongjo"/>
                <a:ea typeface="Nanum Myeongjo"/>
                <a:cs typeface="Nanum Myeongjo"/>
                <a:sym typeface="Nanum Myeongjo"/>
              </a:defRPr>
            </a:lvl9pPr>
          </a:lstStyle>
          <a:p/>
        </p:txBody>
      </p:sp>
      <p:sp>
        <p:nvSpPr>
          <p:cNvPr id="121" name="Google Shape;121;p25"/>
          <p:cNvSpPr txBox="1"/>
          <p:nvPr>
            <p:ph type="title"/>
          </p:nvPr>
        </p:nvSpPr>
        <p:spPr>
          <a:xfrm>
            <a:off x="956138" y="327150"/>
            <a:ext cx="27432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1400"/>
              <a:buFont typeface="Albert Sans"/>
              <a:buNone/>
              <a:defRPr b="1" sz="1400">
                <a:solidFill>
                  <a:schemeClr val="lt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25"/>
          <p:cNvSpPr txBox="1"/>
          <p:nvPr>
            <p:ph idx="2" type="body"/>
          </p:nvPr>
        </p:nvSpPr>
        <p:spPr>
          <a:xfrm>
            <a:off x="961716" y="2599900"/>
            <a:ext cx="7145100" cy="18021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2"/>
              </a:buClr>
              <a:buSzPts val="1400"/>
              <a:buFont typeface="Albert Sans"/>
              <a:buChar char="●"/>
              <a:defRPr u="none">
                <a:solidFill>
                  <a:schemeClr val="dk2"/>
                </a:solidFill>
              </a:defRPr>
            </a:lvl1pPr>
            <a:lvl2pPr indent="-317500" lvl="1" marL="914400">
              <a:lnSpc>
                <a:spcPct val="115000"/>
              </a:lnSpc>
              <a:spcBef>
                <a:spcPts val="1000"/>
              </a:spcBef>
              <a:spcAft>
                <a:spcPts val="0"/>
              </a:spcAft>
              <a:buClr>
                <a:schemeClr val="dk2"/>
              </a:buClr>
              <a:buSzPts val="1400"/>
              <a:buChar char="○"/>
              <a:defRPr u="none">
                <a:solidFill>
                  <a:schemeClr val="dk2"/>
                </a:solidFill>
              </a:defRPr>
            </a:lvl2pPr>
            <a:lvl3pPr indent="-317500" lvl="2" marL="1371600">
              <a:lnSpc>
                <a:spcPct val="115000"/>
              </a:lnSpc>
              <a:spcBef>
                <a:spcPts val="1000"/>
              </a:spcBef>
              <a:spcAft>
                <a:spcPts val="0"/>
              </a:spcAft>
              <a:buClr>
                <a:schemeClr val="dk2"/>
              </a:buClr>
              <a:buSzPts val="1400"/>
              <a:buChar char="■"/>
              <a:defRPr u="none">
                <a:solidFill>
                  <a:schemeClr val="dk2"/>
                </a:solidFill>
              </a:defRPr>
            </a:lvl3pPr>
            <a:lvl4pPr indent="-317500" lvl="3" marL="1828800">
              <a:lnSpc>
                <a:spcPct val="115000"/>
              </a:lnSpc>
              <a:spcBef>
                <a:spcPts val="1000"/>
              </a:spcBef>
              <a:spcAft>
                <a:spcPts val="0"/>
              </a:spcAft>
              <a:buClr>
                <a:schemeClr val="dk2"/>
              </a:buClr>
              <a:buSzPts val="1400"/>
              <a:buChar char="●"/>
              <a:defRPr u="none">
                <a:solidFill>
                  <a:schemeClr val="dk2"/>
                </a:solidFill>
              </a:defRPr>
            </a:lvl4pPr>
            <a:lvl5pPr indent="-317500" lvl="4" marL="2286000">
              <a:lnSpc>
                <a:spcPct val="115000"/>
              </a:lnSpc>
              <a:spcBef>
                <a:spcPts val="1000"/>
              </a:spcBef>
              <a:spcAft>
                <a:spcPts val="0"/>
              </a:spcAft>
              <a:buClr>
                <a:schemeClr val="dk2"/>
              </a:buClr>
              <a:buSzPts val="1400"/>
              <a:buChar char="○"/>
              <a:defRPr u="none">
                <a:solidFill>
                  <a:schemeClr val="dk2"/>
                </a:solidFill>
              </a:defRPr>
            </a:lvl5pPr>
            <a:lvl6pPr indent="-317500" lvl="5" marL="2743200">
              <a:lnSpc>
                <a:spcPct val="115000"/>
              </a:lnSpc>
              <a:spcBef>
                <a:spcPts val="1000"/>
              </a:spcBef>
              <a:spcAft>
                <a:spcPts val="0"/>
              </a:spcAft>
              <a:buClr>
                <a:schemeClr val="dk2"/>
              </a:buClr>
              <a:buSzPts val="1400"/>
              <a:buChar char="■"/>
              <a:defRPr u="none">
                <a:solidFill>
                  <a:schemeClr val="dk2"/>
                </a:solidFill>
              </a:defRPr>
            </a:lvl6pPr>
            <a:lvl7pPr indent="-317500" lvl="6" marL="3200400">
              <a:lnSpc>
                <a:spcPct val="115000"/>
              </a:lnSpc>
              <a:spcBef>
                <a:spcPts val="1000"/>
              </a:spcBef>
              <a:spcAft>
                <a:spcPts val="0"/>
              </a:spcAft>
              <a:buClr>
                <a:schemeClr val="dk2"/>
              </a:buClr>
              <a:buSzPts val="1400"/>
              <a:buChar char="●"/>
              <a:defRPr u="none">
                <a:solidFill>
                  <a:schemeClr val="dk2"/>
                </a:solidFill>
              </a:defRPr>
            </a:lvl7pPr>
            <a:lvl8pPr indent="-317500" lvl="7" marL="3657600">
              <a:lnSpc>
                <a:spcPct val="115000"/>
              </a:lnSpc>
              <a:spcBef>
                <a:spcPts val="1000"/>
              </a:spcBef>
              <a:spcAft>
                <a:spcPts val="0"/>
              </a:spcAft>
              <a:buClr>
                <a:schemeClr val="dk2"/>
              </a:buClr>
              <a:buSzPts val="1400"/>
              <a:buChar char="○"/>
              <a:defRPr u="none">
                <a:solidFill>
                  <a:schemeClr val="dk2"/>
                </a:solidFill>
              </a:defRPr>
            </a:lvl8pPr>
            <a:lvl9pPr indent="-317500" lvl="8" marL="4114800">
              <a:lnSpc>
                <a:spcPct val="115000"/>
              </a:lnSpc>
              <a:spcBef>
                <a:spcPts val="1000"/>
              </a:spcBef>
              <a:spcAft>
                <a:spcPts val="1000"/>
              </a:spcAft>
              <a:buClr>
                <a:schemeClr val="dk2"/>
              </a:buClr>
              <a:buSzPts val="1400"/>
              <a:buChar char="■"/>
              <a:defRPr u="none">
                <a:solidFill>
                  <a:schemeClr val="dk2"/>
                </a:solidFill>
              </a:defRPr>
            </a:lvl9pPr>
          </a:lstStyle>
          <a:p/>
        </p:txBody>
      </p:sp>
      <p:sp>
        <p:nvSpPr>
          <p:cNvPr id="123" name="Google Shape;123;p25"/>
          <p:cNvSpPr/>
          <p:nvPr>
            <p:ph idx="3" type="pic"/>
          </p:nvPr>
        </p:nvSpPr>
        <p:spPr>
          <a:xfrm>
            <a:off x="8596800" y="223475"/>
            <a:ext cx="318600" cy="318600"/>
          </a:xfrm>
          <a:prstGeom prst="ellipse">
            <a:avLst/>
          </a:prstGeom>
          <a:noFill/>
          <a:ln>
            <a:noFill/>
          </a:ln>
        </p:spPr>
      </p:sp>
      <p:sp>
        <p:nvSpPr>
          <p:cNvPr id="124" name="Google Shape;124;p25"/>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Problem">
  <p:cSld name="CUSTOM_6">
    <p:spTree>
      <p:nvGrpSpPr>
        <p:cNvPr id="125" name="Shape 125"/>
        <p:cNvGrpSpPr/>
        <p:nvPr/>
      </p:nvGrpSpPr>
      <p:grpSpPr>
        <a:xfrm>
          <a:off x="0" y="0"/>
          <a:ext cx="0" cy="0"/>
          <a:chOff x="0" y="0"/>
          <a:chExt cx="0" cy="0"/>
        </a:xfrm>
      </p:grpSpPr>
      <p:sp>
        <p:nvSpPr>
          <p:cNvPr id="126" name="Google Shape;126;p26"/>
          <p:cNvSpPr/>
          <p:nvPr>
            <p:ph idx="2" type="pic"/>
          </p:nvPr>
        </p:nvSpPr>
        <p:spPr>
          <a:xfrm>
            <a:off x="8596800" y="223475"/>
            <a:ext cx="318600" cy="318600"/>
          </a:xfrm>
          <a:prstGeom prst="ellipse">
            <a:avLst/>
          </a:prstGeom>
          <a:noFill/>
          <a:ln>
            <a:noFill/>
          </a:ln>
        </p:spPr>
      </p:sp>
      <p:sp>
        <p:nvSpPr>
          <p:cNvPr id="127" name="Google Shape;127;p26"/>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28" name="Google Shape;128;p26"/>
          <p:cNvSpPr txBox="1"/>
          <p:nvPr>
            <p:ph idx="1" type="subTitle"/>
          </p:nvPr>
        </p:nvSpPr>
        <p:spPr>
          <a:xfrm>
            <a:off x="958450" y="2692875"/>
            <a:ext cx="7137900" cy="2013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400"/>
              <a:buFont typeface="Nanum Myeongjo"/>
              <a:buNone/>
              <a:defRPr b="0"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129" name="Google Shape;129;p26"/>
          <p:cNvSpPr txBox="1"/>
          <p:nvPr>
            <p:ph idx="3" type="title"/>
          </p:nvPr>
        </p:nvSpPr>
        <p:spPr>
          <a:xfrm>
            <a:off x="956150" y="555750"/>
            <a:ext cx="35586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1400"/>
              <a:buFont typeface="Albert Sans"/>
              <a:buNone/>
              <a:defRPr b="1" sz="1400">
                <a:solidFill>
                  <a:schemeClr val="accent1"/>
                </a:solidFill>
                <a:latin typeface="Albert Sans"/>
                <a:ea typeface="Albert Sans"/>
                <a:cs typeface="Albert Sans"/>
                <a:sym typeface="Albert Sans"/>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p:txBody>
      </p:sp>
      <p:sp>
        <p:nvSpPr>
          <p:cNvPr id="130" name="Google Shape;130;p26"/>
          <p:cNvSpPr txBox="1"/>
          <p:nvPr>
            <p:ph idx="4" type="title"/>
          </p:nvPr>
        </p:nvSpPr>
        <p:spPr>
          <a:xfrm>
            <a:off x="941263" y="866159"/>
            <a:ext cx="7137900" cy="2013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6000"/>
              <a:buFont typeface="Albert Sans"/>
              <a:buNone/>
              <a:defRPr sz="6000">
                <a:latin typeface="Albert Sans"/>
                <a:ea typeface="Albert Sans"/>
                <a:cs typeface="Albert Sans"/>
                <a:sym typeface="Albert Sans"/>
              </a:defRPr>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eatures &amp; Benefits">
  <p:cSld name="CUSTOM_7">
    <p:spTree>
      <p:nvGrpSpPr>
        <p:cNvPr id="131" name="Shape 131"/>
        <p:cNvGrpSpPr/>
        <p:nvPr/>
      </p:nvGrpSpPr>
      <p:grpSpPr>
        <a:xfrm>
          <a:off x="0" y="0"/>
          <a:ext cx="0" cy="0"/>
          <a:chOff x="0" y="0"/>
          <a:chExt cx="0" cy="0"/>
        </a:xfrm>
      </p:grpSpPr>
      <p:sp>
        <p:nvSpPr>
          <p:cNvPr id="132" name="Google Shape;132;p27"/>
          <p:cNvSpPr txBox="1"/>
          <p:nvPr>
            <p:ph idx="1" type="subTitle"/>
          </p:nvPr>
        </p:nvSpPr>
        <p:spPr>
          <a:xfrm>
            <a:off x="-394525" y="762900"/>
            <a:ext cx="29583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133" name="Google Shape;133;p27"/>
          <p:cNvSpPr txBox="1"/>
          <p:nvPr>
            <p:ph idx="2" type="subTitle"/>
          </p:nvPr>
        </p:nvSpPr>
        <p:spPr>
          <a:xfrm>
            <a:off x="7780000" y="762900"/>
            <a:ext cx="19617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400"/>
              <a:buFont typeface="Albert Sans"/>
              <a:buNone/>
              <a:defRPr/>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p:txBody>
      </p:sp>
      <p:sp>
        <p:nvSpPr>
          <p:cNvPr id="134" name="Google Shape;134;p27"/>
          <p:cNvSpPr txBox="1"/>
          <p:nvPr>
            <p:ph idx="3" type="subTitle"/>
          </p:nvPr>
        </p:nvSpPr>
        <p:spPr>
          <a:xfrm>
            <a:off x="-867225" y="1991550"/>
            <a:ext cx="20115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400"/>
              <a:buFont typeface="Albert Sans"/>
              <a:buNone/>
              <a:defRPr/>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p:txBody>
      </p:sp>
      <p:sp>
        <p:nvSpPr>
          <p:cNvPr id="135" name="Google Shape;135;p27"/>
          <p:cNvSpPr txBox="1"/>
          <p:nvPr>
            <p:ph idx="4" type="subTitle"/>
          </p:nvPr>
        </p:nvSpPr>
        <p:spPr>
          <a:xfrm>
            <a:off x="1384800" y="1991550"/>
            <a:ext cx="19617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136" name="Google Shape;136;p27"/>
          <p:cNvSpPr txBox="1"/>
          <p:nvPr>
            <p:ph idx="5" type="subTitle"/>
          </p:nvPr>
        </p:nvSpPr>
        <p:spPr>
          <a:xfrm>
            <a:off x="3556975" y="1991550"/>
            <a:ext cx="44034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b="0" sz="6000"/>
            </a:lvl1pPr>
            <a:lvl2pPr lvl="1">
              <a:spcBef>
                <a:spcPts val="0"/>
              </a:spcBef>
              <a:spcAft>
                <a:spcPts val="0"/>
              </a:spcAft>
              <a:buClr>
                <a:schemeClr val="lt1"/>
              </a:buClr>
              <a:buSzPts val="6000"/>
              <a:buFont typeface="Albert Sans"/>
              <a:buNone/>
              <a:defRPr sz="6000"/>
            </a:lvl2pPr>
            <a:lvl3pPr lvl="2">
              <a:spcBef>
                <a:spcPts val="0"/>
              </a:spcBef>
              <a:spcAft>
                <a:spcPts val="0"/>
              </a:spcAft>
              <a:buClr>
                <a:schemeClr val="lt1"/>
              </a:buClr>
              <a:buSzPts val="6000"/>
              <a:buFont typeface="Albert Sans"/>
              <a:buNone/>
              <a:defRPr sz="6000"/>
            </a:lvl3pPr>
            <a:lvl4pPr lvl="3">
              <a:spcBef>
                <a:spcPts val="0"/>
              </a:spcBef>
              <a:spcAft>
                <a:spcPts val="0"/>
              </a:spcAft>
              <a:buClr>
                <a:schemeClr val="lt1"/>
              </a:buClr>
              <a:buSzPts val="6000"/>
              <a:buFont typeface="Albert Sans"/>
              <a:buNone/>
              <a:defRPr sz="6000"/>
            </a:lvl4pPr>
            <a:lvl5pPr lvl="4">
              <a:spcBef>
                <a:spcPts val="0"/>
              </a:spcBef>
              <a:spcAft>
                <a:spcPts val="0"/>
              </a:spcAft>
              <a:buClr>
                <a:schemeClr val="lt1"/>
              </a:buClr>
              <a:buSzPts val="6000"/>
              <a:buFont typeface="Albert Sans"/>
              <a:buNone/>
              <a:defRPr sz="6000"/>
            </a:lvl5pPr>
            <a:lvl6pPr lvl="5">
              <a:spcBef>
                <a:spcPts val="0"/>
              </a:spcBef>
              <a:spcAft>
                <a:spcPts val="0"/>
              </a:spcAft>
              <a:buClr>
                <a:schemeClr val="lt1"/>
              </a:buClr>
              <a:buSzPts val="6000"/>
              <a:buFont typeface="Albert Sans"/>
              <a:buNone/>
              <a:defRPr sz="6000"/>
            </a:lvl6pPr>
            <a:lvl7pPr lvl="6">
              <a:spcBef>
                <a:spcPts val="0"/>
              </a:spcBef>
              <a:spcAft>
                <a:spcPts val="0"/>
              </a:spcAft>
              <a:buClr>
                <a:schemeClr val="lt1"/>
              </a:buClr>
              <a:buSzPts val="6000"/>
              <a:buFont typeface="Albert Sans"/>
              <a:buNone/>
              <a:defRPr sz="6000"/>
            </a:lvl7pPr>
            <a:lvl8pPr lvl="7">
              <a:spcBef>
                <a:spcPts val="0"/>
              </a:spcBef>
              <a:spcAft>
                <a:spcPts val="0"/>
              </a:spcAft>
              <a:buClr>
                <a:schemeClr val="lt1"/>
              </a:buClr>
              <a:buSzPts val="6000"/>
              <a:buFont typeface="Albert Sans"/>
              <a:buNone/>
              <a:defRPr sz="6000"/>
            </a:lvl8pPr>
            <a:lvl9pPr lvl="8">
              <a:spcBef>
                <a:spcPts val="0"/>
              </a:spcBef>
              <a:spcAft>
                <a:spcPts val="0"/>
              </a:spcAft>
              <a:buClr>
                <a:schemeClr val="lt1"/>
              </a:buClr>
              <a:buSzPts val="6000"/>
              <a:buFont typeface="Albert Sans"/>
              <a:buNone/>
              <a:defRPr sz="6000"/>
            </a:lvl9pPr>
          </a:lstStyle>
          <a:p/>
        </p:txBody>
      </p:sp>
      <p:sp>
        <p:nvSpPr>
          <p:cNvPr id="137" name="Google Shape;137;p27"/>
          <p:cNvSpPr txBox="1"/>
          <p:nvPr>
            <p:ph idx="6" type="subTitle"/>
          </p:nvPr>
        </p:nvSpPr>
        <p:spPr>
          <a:xfrm>
            <a:off x="8207225" y="1991550"/>
            <a:ext cx="22164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138" name="Google Shape;138;p27"/>
          <p:cNvSpPr txBox="1"/>
          <p:nvPr>
            <p:ph idx="7" type="subTitle"/>
          </p:nvPr>
        </p:nvSpPr>
        <p:spPr>
          <a:xfrm>
            <a:off x="307950" y="3220200"/>
            <a:ext cx="38076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139" name="Google Shape;139;p27"/>
          <p:cNvSpPr txBox="1"/>
          <p:nvPr>
            <p:ph idx="8" type="subTitle"/>
          </p:nvPr>
        </p:nvSpPr>
        <p:spPr>
          <a:xfrm>
            <a:off x="4367925" y="3220200"/>
            <a:ext cx="21210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400"/>
              <a:buFont typeface="Albert Sans"/>
              <a:buNone/>
              <a:defRPr/>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p:txBody>
      </p:sp>
      <p:sp>
        <p:nvSpPr>
          <p:cNvPr id="140" name="Google Shape;140;p27"/>
          <p:cNvSpPr txBox="1"/>
          <p:nvPr>
            <p:ph idx="9" type="subTitle"/>
          </p:nvPr>
        </p:nvSpPr>
        <p:spPr>
          <a:xfrm>
            <a:off x="6718750" y="3220200"/>
            <a:ext cx="23832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141" name="Google Shape;141;p27"/>
          <p:cNvSpPr txBox="1"/>
          <p:nvPr>
            <p:ph idx="13" type="subTitle"/>
          </p:nvPr>
        </p:nvSpPr>
        <p:spPr>
          <a:xfrm>
            <a:off x="2793625" y="762900"/>
            <a:ext cx="21435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1400"/>
              <a:buFont typeface="Albert Sans"/>
              <a:buNone/>
              <a:defRPr/>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p:txBody>
      </p:sp>
      <p:sp>
        <p:nvSpPr>
          <p:cNvPr id="142" name="Google Shape;142;p27"/>
          <p:cNvSpPr txBox="1"/>
          <p:nvPr>
            <p:ph idx="14" type="subTitle"/>
          </p:nvPr>
        </p:nvSpPr>
        <p:spPr>
          <a:xfrm>
            <a:off x="5151963" y="762900"/>
            <a:ext cx="2413200" cy="1160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1pPr>
            <a:lvl2pPr lvl="1">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2pPr>
            <a:lvl3pPr lvl="2">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3pPr>
            <a:lvl4pPr lvl="3">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4pPr>
            <a:lvl5pPr lvl="4">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5pPr>
            <a:lvl6pPr lvl="5">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6pPr>
            <a:lvl7pPr lvl="6">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7pPr>
            <a:lvl8pPr lvl="7">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8pPr>
            <a:lvl9pPr lvl="8">
              <a:spcBef>
                <a:spcPts val="0"/>
              </a:spcBef>
              <a:spcAft>
                <a:spcPts val="0"/>
              </a:spcAft>
              <a:buClr>
                <a:schemeClr val="lt1"/>
              </a:buClr>
              <a:buSzPts val="2400"/>
              <a:buFont typeface="Nanum Myeongjo"/>
              <a:buNone/>
              <a:defRPr sz="2400">
                <a:latin typeface="Nanum Myeongjo"/>
                <a:ea typeface="Nanum Myeongjo"/>
                <a:cs typeface="Nanum Myeongjo"/>
                <a:sym typeface="Nanum Myeongjo"/>
              </a:defRPr>
            </a:lvl9pPr>
          </a:lstStyle>
          <a:p/>
        </p:txBody>
      </p:sp>
      <p:sp>
        <p:nvSpPr>
          <p:cNvPr id="143" name="Google Shape;143;p27"/>
          <p:cNvSpPr/>
          <p:nvPr>
            <p:ph idx="15" type="pic"/>
          </p:nvPr>
        </p:nvSpPr>
        <p:spPr>
          <a:xfrm>
            <a:off x="8596800" y="223475"/>
            <a:ext cx="318600" cy="318600"/>
          </a:xfrm>
          <a:prstGeom prst="ellipse">
            <a:avLst/>
          </a:prstGeom>
          <a:noFill/>
          <a:ln>
            <a:noFill/>
          </a:ln>
        </p:spPr>
      </p:sp>
      <p:sp>
        <p:nvSpPr>
          <p:cNvPr id="144" name="Google Shape;144;p27"/>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ne Graph">
  <p:cSld name="CUSTOM_8">
    <p:spTree>
      <p:nvGrpSpPr>
        <p:cNvPr id="145" name="Shape 145"/>
        <p:cNvGrpSpPr/>
        <p:nvPr/>
      </p:nvGrpSpPr>
      <p:grpSpPr>
        <a:xfrm>
          <a:off x="0" y="0"/>
          <a:ext cx="0" cy="0"/>
          <a:chOff x="0" y="0"/>
          <a:chExt cx="0" cy="0"/>
        </a:xfrm>
      </p:grpSpPr>
      <p:sp>
        <p:nvSpPr>
          <p:cNvPr id="146" name="Google Shape;146;p28"/>
          <p:cNvSpPr txBox="1"/>
          <p:nvPr>
            <p:ph type="title"/>
          </p:nvPr>
        </p:nvSpPr>
        <p:spPr>
          <a:xfrm>
            <a:off x="956150" y="327150"/>
            <a:ext cx="35586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1400"/>
              <a:buFont typeface="Albert Sans"/>
              <a:buNone/>
              <a:defRPr b="1" sz="1400">
                <a:solidFill>
                  <a:schemeClr val="accent1"/>
                </a:solidFill>
                <a:latin typeface="Albert Sans"/>
                <a:ea typeface="Albert Sans"/>
                <a:cs typeface="Albert Sans"/>
                <a:sym typeface="Albert Sans"/>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p:txBody>
      </p:sp>
      <p:sp>
        <p:nvSpPr>
          <p:cNvPr id="147" name="Google Shape;147;p28"/>
          <p:cNvSpPr/>
          <p:nvPr>
            <p:ph idx="2" type="pic"/>
          </p:nvPr>
        </p:nvSpPr>
        <p:spPr>
          <a:xfrm>
            <a:off x="8596800" y="223475"/>
            <a:ext cx="318600" cy="318600"/>
          </a:xfrm>
          <a:prstGeom prst="ellipse">
            <a:avLst/>
          </a:prstGeom>
          <a:noFill/>
          <a:ln>
            <a:noFill/>
          </a:ln>
        </p:spPr>
      </p:sp>
      <p:sp>
        <p:nvSpPr>
          <p:cNvPr id="148" name="Google Shape;148;p28"/>
          <p:cNvSpPr txBox="1"/>
          <p:nvPr>
            <p:ph idx="1" type="subTitle"/>
          </p:nvPr>
        </p:nvSpPr>
        <p:spPr>
          <a:xfrm>
            <a:off x="3831000" y="327150"/>
            <a:ext cx="4500300" cy="12021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28"/>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e Graph">
  <p:cSld name="CUSTOM_8_1">
    <p:spTree>
      <p:nvGrpSpPr>
        <p:cNvPr id="150" name="Shape 150"/>
        <p:cNvGrpSpPr/>
        <p:nvPr/>
      </p:nvGrpSpPr>
      <p:grpSpPr>
        <a:xfrm>
          <a:off x="0" y="0"/>
          <a:ext cx="0" cy="0"/>
          <a:chOff x="0" y="0"/>
          <a:chExt cx="0" cy="0"/>
        </a:xfrm>
      </p:grpSpPr>
      <p:sp>
        <p:nvSpPr>
          <p:cNvPr id="151" name="Google Shape;151;p29"/>
          <p:cNvSpPr txBox="1"/>
          <p:nvPr>
            <p:ph idx="1" type="subTitle"/>
          </p:nvPr>
        </p:nvSpPr>
        <p:spPr>
          <a:xfrm>
            <a:off x="955475" y="1615450"/>
            <a:ext cx="3291600" cy="2850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 name="Google Shape;152;p29"/>
          <p:cNvSpPr txBox="1"/>
          <p:nvPr>
            <p:ph type="title"/>
          </p:nvPr>
        </p:nvSpPr>
        <p:spPr>
          <a:xfrm>
            <a:off x="956150" y="327150"/>
            <a:ext cx="35586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400"/>
              <a:buFont typeface="Albert Sans"/>
              <a:buNone/>
              <a:defRPr b="1" sz="1400">
                <a:solidFill>
                  <a:schemeClr val="accent1"/>
                </a:solidFill>
                <a:latin typeface="Albert Sans"/>
                <a:ea typeface="Albert Sans"/>
                <a:cs typeface="Albert Sans"/>
                <a:sym typeface="Albert Sans"/>
              </a:defRPr>
            </a:lvl1pPr>
            <a:lvl2pPr lvl="1">
              <a:spcBef>
                <a:spcPts val="0"/>
              </a:spcBef>
              <a:spcAft>
                <a:spcPts val="0"/>
              </a:spcAft>
              <a:buClr>
                <a:schemeClr val="accent1"/>
              </a:buClr>
              <a:buSzPts val="1400"/>
              <a:buNone/>
              <a:defRPr>
                <a:solidFill>
                  <a:schemeClr val="accent1"/>
                </a:solidFill>
              </a:defRPr>
            </a:lvl2pPr>
            <a:lvl3pPr lvl="2">
              <a:spcBef>
                <a:spcPts val="0"/>
              </a:spcBef>
              <a:spcAft>
                <a:spcPts val="0"/>
              </a:spcAft>
              <a:buClr>
                <a:schemeClr val="accent1"/>
              </a:buClr>
              <a:buSzPts val="1400"/>
              <a:buNone/>
              <a:defRPr>
                <a:solidFill>
                  <a:schemeClr val="accent1"/>
                </a:solidFill>
              </a:defRPr>
            </a:lvl3pPr>
            <a:lvl4pPr lvl="3">
              <a:spcBef>
                <a:spcPts val="0"/>
              </a:spcBef>
              <a:spcAft>
                <a:spcPts val="0"/>
              </a:spcAft>
              <a:buClr>
                <a:schemeClr val="accent1"/>
              </a:buClr>
              <a:buSzPts val="1400"/>
              <a:buNone/>
              <a:defRPr>
                <a:solidFill>
                  <a:schemeClr val="accent1"/>
                </a:solidFill>
              </a:defRPr>
            </a:lvl4pPr>
            <a:lvl5pPr lvl="4">
              <a:spcBef>
                <a:spcPts val="0"/>
              </a:spcBef>
              <a:spcAft>
                <a:spcPts val="0"/>
              </a:spcAft>
              <a:buClr>
                <a:schemeClr val="accent1"/>
              </a:buClr>
              <a:buSzPts val="1400"/>
              <a:buNone/>
              <a:defRPr>
                <a:solidFill>
                  <a:schemeClr val="accent1"/>
                </a:solidFill>
              </a:defRPr>
            </a:lvl5pPr>
            <a:lvl6pPr lvl="5">
              <a:spcBef>
                <a:spcPts val="0"/>
              </a:spcBef>
              <a:spcAft>
                <a:spcPts val="0"/>
              </a:spcAft>
              <a:buClr>
                <a:schemeClr val="accent1"/>
              </a:buClr>
              <a:buSzPts val="1400"/>
              <a:buNone/>
              <a:defRPr>
                <a:solidFill>
                  <a:schemeClr val="accent1"/>
                </a:solidFill>
              </a:defRPr>
            </a:lvl6pPr>
            <a:lvl7pPr lvl="6">
              <a:spcBef>
                <a:spcPts val="0"/>
              </a:spcBef>
              <a:spcAft>
                <a:spcPts val="0"/>
              </a:spcAft>
              <a:buClr>
                <a:schemeClr val="accent1"/>
              </a:buClr>
              <a:buSzPts val="1400"/>
              <a:buNone/>
              <a:defRPr>
                <a:solidFill>
                  <a:schemeClr val="accent1"/>
                </a:solidFill>
              </a:defRPr>
            </a:lvl7pPr>
            <a:lvl8pPr lvl="7">
              <a:spcBef>
                <a:spcPts val="0"/>
              </a:spcBef>
              <a:spcAft>
                <a:spcPts val="0"/>
              </a:spcAft>
              <a:buClr>
                <a:schemeClr val="accent1"/>
              </a:buClr>
              <a:buSzPts val="1400"/>
              <a:buNone/>
              <a:defRPr>
                <a:solidFill>
                  <a:schemeClr val="accent1"/>
                </a:solidFill>
              </a:defRPr>
            </a:lvl8pPr>
            <a:lvl9pPr lvl="8">
              <a:spcBef>
                <a:spcPts val="0"/>
              </a:spcBef>
              <a:spcAft>
                <a:spcPts val="0"/>
              </a:spcAft>
              <a:buClr>
                <a:schemeClr val="accent1"/>
              </a:buClr>
              <a:buSzPts val="1400"/>
              <a:buNone/>
              <a:defRPr>
                <a:solidFill>
                  <a:schemeClr val="accent1"/>
                </a:solidFill>
              </a:defRPr>
            </a:lvl9pPr>
          </a:lstStyle>
          <a:p/>
        </p:txBody>
      </p:sp>
      <p:sp>
        <p:nvSpPr>
          <p:cNvPr id="153" name="Google Shape;153;p29"/>
          <p:cNvSpPr/>
          <p:nvPr>
            <p:ph idx="2" type="pic"/>
          </p:nvPr>
        </p:nvSpPr>
        <p:spPr>
          <a:xfrm>
            <a:off x="8596800" y="223475"/>
            <a:ext cx="318600" cy="318600"/>
          </a:xfrm>
          <a:prstGeom prst="ellipse">
            <a:avLst/>
          </a:prstGeom>
          <a:noFill/>
          <a:ln>
            <a:noFill/>
          </a:ln>
        </p:spPr>
      </p:sp>
      <p:sp>
        <p:nvSpPr>
          <p:cNvPr id="154" name="Google Shape;154;p29"/>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Solution">
  <p:cSld name="CUSTOM_9">
    <p:bg>
      <p:bgPr>
        <a:solidFill>
          <a:schemeClr val="accent1"/>
        </a:solidFill>
      </p:bgPr>
    </p:bg>
    <p:spTree>
      <p:nvGrpSpPr>
        <p:cNvPr id="155" name="Shape 155"/>
        <p:cNvGrpSpPr/>
        <p:nvPr/>
      </p:nvGrpSpPr>
      <p:grpSpPr>
        <a:xfrm>
          <a:off x="0" y="0"/>
          <a:ext cx="0" cy="0"/>
          <a:chOff x="0" y="0"/>
          <a:chExt cx="0" cy="0"/>
        </a:xfrm>
      </p:grpSpPr>
      <p:sp>
        <p:nvSpPr>
          <p:cNvPr id="156" name="Google Shape;156;p30"/>
          <p:cNvSpPr/>
          <p:nvPr/>
        </p:nvSpPr>
        <p:spPr>
          <a:xfrm>
            <a:off x="116350" y="93175"/>
            <a:ext cx="8904000" cy="4914900"/>
          </a:xfrm>
          <a:prstGeom prst="roundRect">
            <a:avLst>
              <a:gd fmla="val 261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30"/>
          <p:cNvSpPr txBox="1"/>
          <p:nvPr>
            <p:ph idx="1" type="subTitle"/>
          </p:nvPr>
        </p:nvSpPr>
        <p:spPr>
          <a:xfrm>
            <a:off x="958450" y="2692875"/>
            <a:ext cx="7137900" cy="2013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Font typeface="Nanum Myeongjo"/>
              <a:buNone/>
              <a:defRPr b="0" sz="2400">
                <a:solidFill>
                  <a:schemeClr val="dk2"/>
                </a:solidFill>
                <a:latin typeface="Nanum Myeongjo"/>
                <a:ea typeface="Nanum Myeongjo"/>
                <a:cs typeface="Nanum Myeongjo"/>
                <a:sym typeface="Nanum Myeongjo"/>
              </a:defRPr>
            </a:lvl1pPr>
            <a:lvl2pPr lvl="1">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2pPr>
            <a:lvl3pPr lvl="2">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3pPr>
            <a:lvl4pPr lvl="3">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4pPr>
            <a:lvl5pPr lvl="4">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5pPr>
            <a:lvl6pPr lvl="5">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6pPr>
            <a:lvl7pPr lvl="6">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7pPr>
            <a:lvl8pPr lvl="7">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8pPr>
            <a:lvl9pPr lvl="8">
              <a:spcBef>
                <a:spcPts val="0"/>
              </a:spcBef>
              <a:spcAft>
                <a:spcPts val="0"/>
              </a:spcAft>
              <a:buClr>
                <a:schemeClr val="dk2"/>
              </a:buClr>
              <a:buSzPts val="2400"/>
              <a:buFont typeface="Nanum Myeongjo"/>
              <a:buNone/>
              <a:defRPr sz="2400">
                <a:solidFill>
                  <a:schemeClr val="dk2"/>
                </a:solidFill>
                <a:latin typeface="Nanum Myeongjo"/>
                <a:ea typeface="Nanum Myeongjo"/>
                <a:cs typeface="Nanum Myeongjo"/>
                <a:sym typeface="Nanum Myeongjo"/>
              </a:defRPr>
            </a:lvl9pPr>
          </a:lstStyle>
          <a:p/>
        </p:txBody>
      </p:sp>
      <p:sp>
        <p:nvSpPr>
          <p:cNvPr id="158" name="Google Shape;158;p30"/>
          <p:cNvSpPr txBox="1"/>
          <p:nvPr>
            <p:ph type="title"/>
          </p:nvPr>
        </p:nvSpPr>
        <p:spPr>
          <a:xfrm>
            <a:off x="956150" y="555750"/>
            <a:ext cx="35586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59" name="Google Shape;159;p30"/>
          <p:cNvSpPr txBox="1"/>
          <p:nvPr>
            <p:ph idx="2" type="title"/>
          </p:nvPr>
        </p:nvSpPr>
        <p:spPr>
          <a:xfrm>
            <a:off x="941263" y="866159"/>
            <a:ext cx="7137900" cy="2013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60" name="Google Shape;160;p30"/>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1" name="Google Shape;161;p30"/>
          <p:cNvSpPr/>
          <p:nvPr>
            <p:ph idx="4" type="pic"/>
          </p:nvPr>
        </p:nvSpPr>
        <p:spPr>
          <a:xfrm>
            <a:off x="8596800" y="223475"/>
            <a:ext cx="318600" cy="318600"/>
          </a:xfrm>
          <a:prstGeom prst="ellipse">
            <a:avLst/>
          </a:prstGeom>
          <a:noFill/>
          <a:ln>
            <a:no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y It Works">
  <p:cSld name="CUSTOM_9_1">
    <p:bg>
      <p:bgPr>
        <a:solidFill>
          <a:schemeClr val="accent1"/>
        </a:solidFill>
      </p:bgPr>
    </p:bg>
    <p:spTree>
      <p:nvGrpSpPr>
        <p:cNvPr id="162" name="Shape 162"/>
        <p:cNvGrpSpPr/>
        <p:nvPr/>
      </p:nvGrpSpPr>
      <p:grpSpPr>
        <a:xfrm>
          <a:off x="0" y="0"/>
          <a:ext cx="0" cy="0"/>
          <a:chOff x="0" y="0"/>
          <a:chExt cx="0" cy="0"/>
        </a:xfrm>
      </p:grpSpPr>
      <p:sp>
        <p:nvSpPr>
          <p:cNvPr id="163" name="Google Shape;163;p31"/>
          <p:cNvSpPr/>
          <p:nvPr/>
        </p:nvSpPr>
        <p:spPr>
          <a:xfrm>
            <a:off x="116350" y="93175"/>
            <a:ext cx="8904000" cy="4914900"/>
          </a:xfrm>
          <a:prstGeom prst="roundRect">
            <a:avLst>
              <a:gd fmla="val 261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1"/>
          <p:cNvSpPr/>
          <p:nvPr>
            <p:ph idx="2" type="pic"/>
          </p:nvPr>
        </p:nvSpPr>
        <p:spPr>
          <a:xfrm rot="-5400000">
            <a:off x="-113050" y="322725"/>
            <a:ext cx="4911300" cy="4450500"/>
          </a:xfrm>
          <a:prstGeom prst="round2SameRect">
            <a:avLst>
              <a:gd fmla="val 2860" name="adj1"/>
              <a:gd fmla="val 0" name="adj2"/>
            </a:avLst>
          </a:prstGeom>
          <a:noFill/>
          <a:ln>
            <a:noFill/>
          </a:ln>
        </p:spPr>
      </p:sp>
      <p:sp>
        <p:nvSpPr>
          <p:cNvPr id="165" name="Google Shape;165;p31"/>
          <p:cNvSpPr txBox="1"/>
          <p:nvPr>
            <p:ph idx="1" type="body"/>
          </p:nvPr>
        </p:nvSpPr>
        <p:spPr>
          <a:xfrm>
            <a:off x="5364025" y="704025"/>
            <a:ext cx="3437700" cy="3537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Clr>
                <a:schemeClr val="dk2"/>
              </a:buClr>
              <a:buSzPts val="1400"/>
              <a:buFont typeface="Albert Sans"/>
              <a:buChar char="●"/>
              <a:defRPr>
                <a:solidFill>
                  <a:schemeClr val="dk2"/>
                </a:solidFill>
              </a:defRPr>
            </a:lvl1pPr>
            <a:lvl2pPr indent="-317500" lvl="1" marL="914400">
              <a:spcBef>
                <a:spcPts val="0"/>
              </a:spcBef>
              <a:spcAft>
                <a:spcPts val="0"/>
              </a:spcAft>
              <a:buClr>
                <a:schemeClr val="dk2"/>
              </a:buClr>
              <a:buSzPts val="1400"/>
              <a:buFont typeface="Albert Sans"/>
              <a:buChar char="○"/>
              <a:defRPr>
                <a:solidFill>
                  <a:schemeClr val="dk2"/>
                </a:solidFill>
              </a:defRPr>
            </a:lvl2pPr>
            <a:lvl3pPr indent="-317500" lvl="2" marL="1371600">
              <a:spcBef>
                <a:spcPts val="0"/>
              </a:spcBef>
              <a:spcAft>
                <a:spcPts val="0"/>
              </a:spcAft>
              <a:buClr>
                <a:schemeClr val="dk2"/>
              </a:buClr>
              <a:buSzPts val="1400"/>
              <a:buFont typeface="Albert Sans"/>
              <a:buChar char="■"/>
              <a:defRPr>
                <a:solidFill>
                  <a:schemeClr val="dk2"/>
                </a:solidFill>
              </a:defRPr>
            </a:lvl3pPr>
            <a:lvl4pPr indent="-317500" lvl="3" marL="1828800">
              <a:spcBef>
                <a:spcPts val="0"/>
              </a:spcBef>
              <a:spcAft>
                <a:spcPts val="0"/>
              </a:spcAft>
              <a:buClr>
                <a:schemeClr val="dk2"/>
              </a:buClr>
              <a:buSzPts val="1400"/>
              <a:buFont typeface="Albert Sans"/>
              <a:buChar char="●"/>
              <a:defRPr>
                <a:solidFill>
                  <a:schemeClr val="dk2"/>
                </a:solidFill>
              </a:defRPr>
            </a:lvl4pPr>
            <a:lvl5pPr indent="-317500" lvl="4" marL="2286000">
              <a:spcBef>
                <a:spcPts val="0"/>
              </a:spcBef>
              <a:spcAft>
                <a:spcPts val="0"/>
              </a:spcAft>
              <a:buClr>
                <a:schemeClr val="dk2"/>
              </a:buClr>
              <a:buSzPts val="1400"/>
              <a:buFont typeface="Albert Sans"/>
              <a:buChar char="○"/>
              <a:defRPr>
                <a:solidFill>
                  <a:schemeClr val="dk2"/>
                </a:solidFill>
              </a:defRPr>
            </a:lvl5pPr>
            <a:lvl6pPr indent="-317500" lvl="5" marL="2743200">
              <a:spcBef>
                <a:spcPts val="0"/>
              </a:spcBef>
              <a:spcAft>
                <a:spcPts val="0"/>
              </a:spcAft>
              <a:buClr>
                <a:schemeClr val="dk2"/>
              </a:buClr>
              <a:buSzPts val="1400"/>
              <a:buFont typeface="Albert Sans"/>
              <a:buChar char="■"/>
              <a:defRPr>
                <a:solidFill>
                  <a:schemeClr val="dk2"/>
                </a:solidFill>
              </a:defRPr>
            </a:lvl6pPr>
            <a:lvl7pPr indent="-317500" lvl="6" marL="3200400">
              <a:spcBef>
                <a:spcPts val="0"/>
              </a:spcBef>
              <a:spcAft>
                <a:spcPts val="0"/>
              </a:spcAft>
              <a:buClr>
                <a:schemeClr val="dk2"/>
              </a:buClr>
              <a:buSzPts val="1400"/>
              <a:buFont typeface="Albert Sans"/>
              <a:buChar char="●"/>
              <a:defRPr>
                <a:solidFill>
                  <a:schemeClr val="dk2"/>
                </a:solidFill>
              </a:defRPr>
            </a:lvl7pPr>
            <a:lvl8pPr indent="-317500" lvl="7" marL="3657600">
              <a:spcBef>
                <a:spcPts val="0"/>
              </a:spcBef>
              <a:spcAft>
                <a:spcPts val="0"/>
              </a:spcAft>
              <a:buClr>
                <a:schemeClr val="dk2"/>
              </a:buClr>
              <a:buSzPts val="1400"/>
              <a:buFont typeface="Albert Sans"/>
              <a:buChar char="○"/>
              <a:defRPr>
                <a:solidFill>
                  <a:schemeClr val="dk2"/>
                </a:solidFill>
              </a:defRPr>
            </a:lvl8pPr>
            <a:lvl9pPr indent="-317500" lvl="8" marL="4114800">
              <a:spcBef>
                <a:spcPts val="0"/>
              </a:spcBef>
              <a:spcAft>
                <a:spcPts val="0"/>
              </a:spcAft>
              <a:buClr>
                <a:schemeClr val="dk2"/>
              </a:buClr>
              <a:buSzPts val="1400"/>
              <a:buFont typeface="Albert Sans"/>
              <a:buChar char="■"/>
              <a:defRPr>
                <a:solidFill>
                  <a:schemeClr val="dk2"/>
                </a:solidFill>
              </a:defRPr>
            </a:lvl9pPr>
          </a:lstStyle>
          <a:p/>
        </p:txBody>
      </p:sp>
      <p:sp>
        <p:nvSpPr>
          <p:cNvPr id="166" name="Google Shape;166;p31"/>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31"/>
          <p:cNvSpPr/>
          <p:nvPr>
            <p:ph idx="3" type="pic"/>
          </p:nvPr>
        </p:nvSpPr>
        <p:spPr>
          <a:xfrm>
            <a:off x="8596800" y="223475"/>
            <a:ext cx="318600" cy="318600"/>
          </a:xfrm>
          <a:prstGeom prst="ellipse">
            <a:avLst/>
          </a:prstGeom>
          <a:no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Audience Venn Diagram">
  <p:cSld name="CUSTOM_10">
    <p:spTree>
      <p:nvGrpSpPr>
        <p:cNvPr id="168" name="Shape 168"/>
        <p:cNvGrpSpPr/>
        <p:nvPr/>
      </p:nvGrpSpPr>
      <p:grpSpPr>
        <a:xfrm>
          <a:off x="0" y="0"/>
          <a:ext cx="0" cy="0"/>
          <a:chOff x="0" y="0"/>
          <a:chExt cx="0" cy="0"/>
        </a:xfrm>
      </p:grpSpPr>
      <p:sp>
        <p:nvSpPr>
          <p:cNvPr id="169" name="Google Shape;169;p32"/>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 name="Google Shape;170;p32"/>
          <p:cNvSpPr txBox="1"/>
          <p:nvPr>
            <p:ph idx="2" type="title"/>
          </p:nvPr>
        </p:nvSpPr>
        <p:spPr>
          <a:xfrm>
            <a:off x="956150" y="394200"/>
            <a:ext cx="35586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400"/>
              <a:buFont typeface="Albert Sans"/>
              <a:buNone/>
              <a:defRPr sz="1400">
                <a:latin typeface="Albert Sans"/>
                <a:ea typeface="Albert Sans"/>
                <a:cs typeface="Albert Sans"/>
                <a:sym typeface="Albert Sans"/>
              </a:defRPr>
            </a:lvl1pPr>
            <a:lvl2pPr lvl="1">
              <a:spcBef>
                <a:spcPts val="0"/>
              </a:spcBef>
              <a:spcAft>
                <a:spcPts val="0"/>
              </a:spcAft>
              <a:buClr>
                <a:schemeClr val="lt1"/>
              </a:buClr>
              <a:buSzPts val="1400"/>
              <a:buFont typeface="Albert Sans"/>
              <a:buNone/>
              <a:defRPr>
                <a:latin typeface="Albert Sans"/>
                <a:ea typeface="Albert Sans"/>
                <a:cs typeface="Albert Sans"/>
                <a:sym typeface="Albert Sans"/>
              </a:defRPr>
            </a:lvl2pPr>
            <a:lvl3pPr lvl="2">
              <a:spcBef>
                <a:spcPts val="0"/>
              </a:spcBef>
              <a:spcAft>
                <a:spcPts val="0"/>
              </a:spcAft>
              <a:buClr>
                <a:schemeClr val="lt1"/>
              </a:buClr>
              <a:buSzPts val="1400"/>
              <a:buFont typeface="Albert Sans"/>
              <a:buNone/>
              <a:defRPr>
                <a:latin typeface="Albert Sans"/>
                <a:ea typeface="Albert Sans"/>
                <a:cs typeface="Albert Sans"/>
                <a:sym typeface="Albert Sans"/>
              </a:defRPr>
            </a:lvl3pPr>
            <a:lvl4pPr lvl="3">
              <a:spcBef>
                <a:spcPts val="0"/>
              </a:spcBef>
              <a:spcAft>
                <a:spcPts val="0"/>
              </a:spcAft>
              <a:buClr>
                <a:schemeClr val="lt1"/>
              </a:buClr>
              <a:buSzPts val="1400"/>
              <a:buFont typeface="Albert Sans"/>
              <a:buNone/>
              <a:defRPr>
                <a:latin typeface="Albert Sans"/>
                <a:ea typeface="Albert Sans"/>
                <a:cs typeface="Albert Sans"/>
                <a:sym typeface="Albert Sans"/>
              </a:defRPr>
            </a:lvl4pPr>
            <a:lvl5pPr lvl="4">
              <a:spcBef>
                <a:spcPts val="0"/>
              </a:spcBef>
              <a:spcAft>
                <a:spcPts val="0"/>
              </a:spcAft>
              <a:buClr>
                <a:schemeClr val="lt1"/>
              </a:buClr>
              <a:buSzPts val="1400"/>
              <a:buFont typeface="Albert Sans"/>
              <a:buNone/>
              <a:defRPr>
                <a:latin typeface="Albert Sans"/>
                <a:ea typeface="Albert Sans"/>
                <a:cs typeface="Albert Sans"/>
                <a:sym typeface="Albert Sans"/>
              </a:defRPr>
            </a:lvl5pPr>
            <a:lvl6pPr lvl="5">
              <a:spcBef>
                <a:spcPts val="0"/>
              </a:spcBef>
              <a:spcAft>
                <a:spcPts val="0"/>
              </a:spcAft>
              <a:buClr>
                <a:schemeClr val="lt1"/>
              </a:buClr>
              <a:buSzPts val="1400"/>
              <a:buFont typeface="Albert Sans"/>
              <a:buNone/>
              <a:defRPr>
                <a:latin typeface="Albert Sans"/>
                <a:ea typeface="Albert Sans"/>
                <a:cs typeface="Albert Sans"/>
                <a:sym typeface="Albert Sans"/>
              </a:defRPr>
            </a:lvl6pPr>
            <a:lvl7pPr lvl="6">
              <a:spcBef>
                <a:spcPts val="0"/>
              </a:spcBef>
              <a:spcAft>
                <a:spcPts val="0"/>
              </a:spcAft>
              <a:buClr>
                <a:schemeClr val="lt1"/>
              </a:buClr>
              <a:buSzPts val="1400"/>
              <a:buFont typeface="Albert Sans"/>
              <a:buNone/>
              <a:defRPr>
                <a:latin typeface="Albert Sans"/>
                <a:ea typeface="Albert Sans"/>
                <a:cs typeface="Albert Sans"/>
                <a:sym typeface="Albert Sans"/>
              </a:defRPr>
            </a:lvl7pPr>
            <a:lvl8pPr lvl="7">
              <a:spcBef>
                <a:spcPts val="0"/>
              </a:spcBef>
              <a:spcAft>
                <a:spcPts val="0"/>
              </a:spcAft>
              <a:buClr>
                <a:schemeClr val="lt1"/>
              </a:buClr>
              <a:buSzPts val="1400"/>
              <a:buFont typeface="Albert Sans"/>
              <a:buNone/>
              <a:defRPr>
                <a:latin typeface="Albert Sans"/>
                <a:ea typeface="Albert Sans"/>
                <a:cs typeface="Albert Sans"/>
                <a:sym typeface="Albert Sans"/>
              </a:defRPr>
            </a:lvl8pPr>
            <a:lvl9pPr lvl="8">
              <a:spcBef>
                <a:spcPts val="0"/>
              </a:spcBef>
              <a:spcAft>
                <a:spcPts val="0"/>
              </a:spcAft>
              <a:buClr>
                <a:schemeClr val="lt1"/>
              </a:buClr>
              <a:buSzPts val="1400"/>
              <a:buFont typeface="Albert Sans"/>
              <a:buNone/>
              <a:defRPr>
                <a:latin typeface="Albert Sans"/>
                <a:ea typeface="Albert Sans"/>
                <a:cs typeface="Albert Sans"/>
                <a:sym typeface="Albert Sans"/>
              </a:defRPr>
            </a:lvl9pPr>
          </a:lstStyle>
          <a:p/>
        </p:txBody>
      </p:sp>
      <p:sp>
        <p:nvSpPr>
          <p:cNvPr id="171" name="Google Shape;171;p32"/>
          <p:cNvSpPr/>
          <p:nvPr>
            <p:ph idx="3" type="pic"/>
          </p:nvPr>
        </p:nvSpPr>
        <p:spPr>
          <a:xfrm>
            <a:off x="8596800" y="223475"/>
            <a:ext cx="318600" cy="318600"/>
          </a:xfrm>
          <a:prstGeom prst="ellipse">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f 3 Concepts">
  <p:cSld name="CUSTOM_11">
    <p:bg>
      <p:bgPr>
        <a:solidFill>
          <a:schemeClr val="accent2"/>
        </a:solidFill>
      </p:bgPr>
    </p:bg>
    <p:spTree>
      <p:nvGrpSpPr>
        <p:cNvPr id="172" name="Shape 172"/>
        <p:cNvGrpSpPr/>
        <p:nvPr/>
      </p:nvGrpSpPr>
      <p:grpSpPr>
        <a:xfrm>
          <a:off x="0" y="0"/>
          <a:ext cx="0" cy="0"/>
          <a:chOff x="0" y="0"/>
          <a:chExt cx="0" cy="0"/>
        </a:xfrm>
      </p:grpSpPr>
      <p:sp>
        <p:nvSpPr>
          <p:cNvPr id="173" name="Google Shape;173;p33"/>
          <p:cNvSpPr/>
          <p:nvPr/>
        </p:nvSpPr>
        <p:spPr>
          <a:xfrm>
            <a:off x="116350" y="93175"/>
            <a:ext cx="8904000" cy="4914900"/>
          </a:xfrm>
          <a:prstGeom prst="roundRect">
            <a:avLst>
              <a:gd fmla="val 261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3"/>
          <p:cNvSpPr txBox="1"/>
          <p:nvPr>
            <p:ph type="title"/>
          </p:nvPr>
        </p:nvSpPr>
        <p:spPr>
          <a:xfrm>
            <a:off x="941780" y="715125"/>
            <a:ext cx="7860000" cy="8304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1pPr>
            <a:lvl2pPr lvl="1">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2pPr>
            <a:lvl3pPr lvl="2">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3pPr>
            <a:lvl4pPr lvl="3">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4pPr>
            <a:lvl5pPr lvl="4">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5pPr>
            <a:lvl6pPr lvl="5">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6pPr>
            <a:lvl7pPr lvl="6">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7pPr>
            <a:lvl8pPr lvl="7">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8pPr>
            <a:lvl9pPr lvl="8">
              <a:lnSpc>
                <a:spcPct val="90000"/>
              </a:lnSpc>
              <a:spcBef>
                <a:spcPts val="0"/>
              </a:spcBef>
              <a:spcAft>
                <a:spcPts val="0"/>
              </a:spcAft>
              <a:buClr>
                <a:schemeClr val="dk2"/>
              </a:buClr>
              <a:buSzPts val="1400"/>
              <a:buFont typeface="Albert Sans"/>
              <a:buNone/>
              <a:defRPr>
                <a:solidFill>
                  <a:schemeClr val="dk2"/>
                </a:solidFill>
                <a:latin typeface="Albert Sans"/>
                <a:ea typeface="Albert Sans"/>
                <a:cs typeface="Albert Sans"/>
                <a:sym typeface="Albert Sans"/>
              </a:defRPr>
            </a:lvl9pPr>
          </a:lstStyle>
          <a:p/>
        </p:txBody>
      </p:sp>
      <p:sp>
        <p:nvSpPr>
          <p:cNvPr id="175" name="Google Shape;175;p33"/>
          <p:cNvSpPr txBox="1"/>
          <p:nvPr>
            <p:ph idx="1" type="body"/>
          </p:nvPr>
        </p:nvSpPr>
        <p:spPr>
          <a:xfrm>
            <a:off x="1188971" y="2402817"/>
            <a:ext cx="1893300" cy="1685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76" name="Google Shape;176;p33"/>
          <p:cNvSpPr txBox="1"/>
          <p:nvPr>
            <p:ph idx="2" type="body"/>
          </p:nvPr>
        </p:nvSpPr>
        <p:spPr>
          <a:xfrm>
            <a:off x="3628515" y="2402817"/>
            <a:ext cx="1893300" cy="1685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77" name="Google Shape;177;p33"/>
          <p:cNvSpPr txBox="1"/>
          <p:nvPr>
            <p:ph idx="3" type="subTitle"/>
          </p:nvPr>
        </p:nvSpPr>
        <p:spPr>
          <a:xfrm>
            <a:off x="1078092" y="1852966"/>
            <a:ext cx="21255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78" name="Google Shape;178;p33"/>
          <p:cNvSpPr txBox="1"/>
          <p:nvPr>
            <p:ph idx="4" type="subTitle"/>
          </p:nvPr>
        </p:nvSpPr>
        <p:spPr>
          <a:xfrm>
            <a:off x="3524146" y="1852966"/>
            <a:ext cx="21255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79" name="Google Shape;179;p33"/>
          <p:cNvSpPr txBox="1"/>
          <p:nvPr>
            <p:ph idx="5" type="subTitle"/>
          </p:nvPr>
        </p:nvSpPr>
        <p:spPr>
          <a:xfrm>
            <a:off x="5970200" y="1852966"/>
            <a:ext cx="21255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80" name="Google Shape;180;p33"/>
          <p:cNvSpPr txBox="1"/>
          <p:nvPr>
            <p:ph idx="6" type="body"/>
          </p:nvPr>
        </p:nvSpPr>
        <p:spPr>
          <a:xfrm>
            <a:off x="6068972" y="2402817"/>
            <a:ext cx="1893300" cy="16854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81" name="Google Shape;181;p33"/>
          <p:cNvSpPr/>
          <p:nvPr>
            <p:ph idx="7" type="pic"/>
          </p:nvPr>
        </p:nvSpPr>
        <p:spPr>
          <a:xfrm>
            <a:off x="8596800" y="223475"/>
            <a:ext cx="318600" cy="318600"/>
          </a:xfrm>
          <a:prstGeom prst="ellipse">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of 6 Concepts">
  <p:cSld name="CUSTOM_11_1">
    <p:bg>
      <p:bgPr>
        <a:solidFill>
          <a:schemeClr val="accent2"/>
        </a:solidFill>
      </p:bgPr>
    </p:bg>
    <p:spTree>
      <p:nvGrpSpPr>
        <p:cNvPr id="182" name="Shape 182"/>
        <p:cNvGrpSpPr/>
        <p:nvPr/>
      </p:nvGrpSpPr>
      <p:grpSpPr>
        <a:xfrm>
          <a:off x="0" y="0"/>
          <a:ext cx="0" cy="0"/>
          <a:chOff x="0" y="0"/>
          <a:chExt cx="0" cy="0"/>
        </a:xfrm>
      </p:grpSpPr>
      <p:sp>
        <p:nvSpPr>
          <p:cNvPr id="183" name="Google Shape;183;p34"/>
          <p:cNvSpPr/>
          <p:nvPr/>
        </p:nvSpPr>
        <p:spPr>
          <a:xfrm>
            <a:off x="116350" y="93175"/>
            <a:ext cx="8904000" cy="4914900"/>
          </a:xfrm>
          <a:prstGeom prst="roundRect">
            <a:avLst>
              <a:gd fmla="val 2610"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4"/>
          <p:cNvSpPr txBox="1"/>
          <p:nvPr>
            <p:ph idx="1" type="subTitle"/>
          </p:nvPr>
        </p:nvSpPr>
        <p:spPr>
          <a:xfrm>
            <a:off x="1062065" y="917207"/>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85" name="Google Shape;185;p34"/>
          <p:cNvSpPr txBox="1"/>
          <p:nvPr>
            <p:ph idx="2" type="subTitle"/>
          </p:nvPr>
        </p:nvSpPr>
        <p:spPr>
          <a:xfrm>
            <a:off x="3507690" y="917207"/>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86" name="Google Shape;186;p34"/>
          <p:cNvSpPr txBox="1"/>
          <p:nvPr>
            <p:ph idx="3" type="subTitle"/>
          </p:nvPr>
        </p:nvSpPr>
        <p:spPr>
          <a:xfrm>
            <a:off x="5956640" y="917207"/>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87" name="Google Shape;187;p34"/>
          <p:cNvSpPr txBox="1"/>
          <p:nvPr>
            <p:ph idx="4" type="body"/>
          </p:nvPr>
        </p:nvSpPr>
        <p:spPr>
          <a:xfrm>
            <a:off x="1172475" y="1372575"/>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88" name="Google Shape;188;p34"/>
          <p:cNvSpPr txBox="1"/>
          <p:nvPr>
            <p:ph idx="5" type="body"/>
          </p:nvPr>
        </p:nvSpPr>
        <p:spPr>
          <a:xfrm>
            <a:off x="3618100" y="1372575"/>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89" name="Google Shape;189;p34"/>
          <p:cNvSpPr txBox="1"/>
          <p:nvPr>
            <p:ph idx="6" type="body"/>
          </p:nvPr>
        </p:nvSpPr>
        <p:spPr>
          <a:xfrm>
            <a:off x="6067050" y="1372575"/>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90" name="Google Shape;190;p34"/>
          <p:cNvSpPr txBox="1"/>
          <p:nvPr>
            <p:ph idx="7" type="subTitle"/>
          </p:nvPr>
        </p:nvSpPr>
        <p:spPr>
          <a:xfrm>
            <a:off x="5956640" y="2552219"/>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91" name="Google Shape;191;p34"/>
          <p:cNvSpPr txBox="1"/>
          <p:nvPr>
            <p:ph idx="8" type="body"/>
          </p:nvPr>
        </p:nvSpPr>
        <p:spPr>
          <a:xfrm>
            <a:off x="3618088" y="3007588"/>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92" name="Google Shape;192;p34"/>
          <p:cNvSpPr txBox="1"/>
          <p:nvPr>
            <p:ph idx="9" type="subTitle"/>
          </p:nvPr>
        </p:nvSpPr>
        <p:spPr>
          <a:xfrm>
            <a:off x="3508752" y="2552219"/>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93" name="Google Shape;193;p34"/>
          <p:cNvSpPr txBox="1"/>
          <p:nvPr>
            <p:ph idx="13" type="body"/>
          </p:nvPr>
        </p:nvSpPr>
        <p:spPr>
          <a:xfrm>
            <a:off x="1171275" y="3007588"/>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94" name="Google Shape;194;p34"/>
          <p:cNvSpPr txBox="1"/>
          <p:nvPr>
            <p:ph idx="14" type="subTitle"/>
          </p:nvPr>
        </p:nvSpPr>
        <p:spPr>
          <a:xfrm>
            <a:off x="1060865" y="2552219"/>
            <a:ext cx="2021100" cy="373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95" name="Google Shape;195;p34"/>
          <p:cNvSpPr txBox="1"/>
          <p:nvPr>
            <p:ph idx="15" type="body"/>
          </p:nvPr>
        </p:nvSpPr>
        <p:spPr>
          <a:xfrm>
            <a:off x="6067050" y="3007588"/>
            <a:ext cx="1913100" cy="8109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a:solidFill>
                  <a:schemeClr val="dk2"/>
                </a:solidFill>
              </a:defRPr>
            </a:lvl1pPr>
            <a:lvl2pPr indent="-292100" lvl="1" marL="914400">
              <a:spcBef>
                <a:spcPts val="0"/>
              </a:spcBef>
              <a:spcAft>
                <a:spcPts val="0"/>
              </a:spcAft>
              <a:buClr>
                <a:schemeClr val="dk2"/>
              </a:buClr>
              <a:buSzPts val="1000"/>
              <a:buFont typeface="Albert Sans"/>
              <a:buChar char="○"/>
              <a:defRPr sz="1000">
                <a:solidFill>
                  <a:schemeClr val="dk2"/>
                </a:solidFill>
              </a:defRPr>
            </a:lvl2pPr>
            <a:lvl3pPr indent="-292100" lvl="2" marL="1371600">
              <a:spcBef>
                <a:spcPts val="0"/>
              </a:spcBef>
              <a:spcAft>
                <a:spcPts val="0"/>
              </a:spcAft>
              <a:buClr>
                <a:schemeClr val="dk2"/>
              </a:buClr>
              <a:buSzPts val="1000"/>
              <a:buFont typeface="Albert Sans"/>
              <a:buChar char="■"/>
              <a:defRPr sz="1000">
                <a:solidFill>
                  <a:schemeClr val="dk2"/>
                </a:solidFill>
              </a:defRPr>
            </a:lvl3pPr>
            <a:lvl4pPr indent="-292100" lvl="3" marL="1828800">
              <a:spcBef>
                <a:spcPts val="0"/>
              </a:spcBef>
              <a:spcAft>
                <a:spcPts val="0"/>
              </a:spcAft>
              <a:buClr>
                <a:schemeClr val="dk2"/>
              </a:buClr>
              <a:buSzPts val="1000"/>
              <a:buFont typeface="Albert Sans"/>
              <a:buChar char="●"/>
              <a:defRPr sz="1000">
                <a:solidFill>
                  <a:schemeClr val="dk2"/>
                </a:solidFill>
              </a:defRPr>
            </a:lvl4pPr>
            <a:lvl5pPr indent="-292100" lvl="4" marL="2286000">
              <a:spcBef>
                <a:spcPts val="0"/>
              </a:spcBef>
              <a:spcAft>
                <a:spcPts val="0"/>
              </a:spcAft>
              <a:buClr>
                <a:schemeClr val="dk2"/>
              </a:buClr>
              <a:buSzPts val="1000"/>
              <a:buFont typeface="Albert Sans"/>
              <a:buChar char="○"/>
              <a:defRPr sz="1000">
                <a:solidFill>
                  <a:schemeClr val="dk2"/>
                </a:solidFill>
              </a:defRPr>
            </a:lvl5pPr>
            <a:lvl6pPr indent="-292100" lvl="5" marL="2743200">
              <a:spcBef>
                <a:spcPts val="0"/>
              </a:spcBef>
              <a:spcAft>
                <a:spcPts val="0"/>
              </a:spcAft>
              <a:buClr>
                <a:schemeClr val="dk2"/>
              </a:buClr>
              <a:buSzPts val="1000"/>
              <a:buFont typeface="Albert Sans"/>
              <a:buChar char="■"/>
              <a:defRPr sz="1000">
                <a:solidFill>
                  <a:schemeClr val="dk2"/>
                </a:solidFill>
              </a:defRPr>
            </a:lvl6pPr>
            <a:lvl7pPr indent="-292100" lvl="6" marL="3200400">
              <a:spcBef>
                <a:spcPts val="0"/>
              </a:spcBef>
              <a:spcAft>
                <a:spcPts val="0"/>
              </a:spcAft>
              <a:buClr>
                <a:schemeClr val="dk2"/>
              </a:buClr>
              <a:buSzPts val="1000"/>
              <a:buFont typeface="Albert Sans"/>
              <a:buChar char="●"/>
              <a:defRPr sz="1000">
                <a:solidFill>
                  <a:schemeClr val="dk2"/>
                </a:solidFill>
              </a:defRPr>
            </a:lvl7pPr>
            <a:lvl8pPr indent="-292100" lvl="7" marL="3657600">
              <a:spcBef>
                <a:spcPts val="0"/>
              </a:spcBef>
              <a:spcAft>
                <a:spcPts val="0"/>
              </a:spcAft>
              <a:buClr>
                <a:schemeClr val="dk2"/>
              </a:buClr>
              <a:buSzPts val="1000"/>
              <a:buFont typeface="Albert Sans"/>
              <a:buChar char="○"/>
              <a:defRPr sz="1000">
                <a:solidFill>
                  <a:schemeClr val="dk2"/>
                </a:solidFill>
              </a:defRPr>
            </a:lvl8pPr>
            <a:lvl9pPr indent="-292100" lvl="8" marL="4114800">
              <a:spcBef>
                <a:spcPts val="0"/>
              </a:spcBef>
              <a:spcAft>
                <a:spcPts val="0"/>
              </a:spcAft>
              <a:buClr>
                <a:schemeClr val="dk2"/>
              </a:buClr>
              <a:buSzPts val="1000"/>
              <a:buFont typeface="Albert Sans"/>
              <a:buChar char="■"/>
              <a:defRPr sz="1000">
                <a:solidFill>
                  <a:schemeClr val="dk2"/>
                </a:solidFill>
              </a:defRPr>
            </a:lvl9pPr>
          </a:lstStyle>
          <a:p/>
        </p:txBody>
      </p:sp>
      <p:sp>
        <p:nvSpPr>
          <p:cNvPr id="196" name="Google Shape;196;p34"/>
          <p:cNvSpPr txBox="1"/>
          <p:nvPr>
            <p:ph type="title"/>
          </p:nvPr>
        </p:nvSpPr>
        <p:spPr>
          <a:xfrm>
            <a:off x="956150" y="327150"/>
            <a:ext cx="3558600" cy="393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197" name="Google Shape;197;p34"/>
          <p:cNvSpPr/>
          <p:nvPr>
            <p:ph idx="16" type="pic"/>
          </p:nvPr>
        </p:nvSpPr>
        <p:spPr>
          <a:xfrm>
            <a:off x="8596800" y="223475"/>
            <a:ext cx="318600" cy="318600"/>
          </a:xfrm>
          <a:prstGeom prst="ellipse">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Size Graph">
  <p:cSld name="CUSTOM_12">
    <p:spTree>
      <p:nvGrpSpPr>
        <p:cNvPr id="198" name="Shape 198"/>
        <p:cNvGrpSpPr/>
        <p:nvPr/>
      </p:nvGrpSpPr>
      <p:grpSpPr>
        <a:xfrm>
          <a:off x="0" y="0"/>
          <a:ext cx="0" cy="0"/>
          <a:chOff x="0" y="0"/>
          <a:chExt cx="0" cy="0"/>
        </a:xfrm>
      </p:grpSpPr>
      <p:sp>
        <p:nvSpPr>
          <p:cNvPr id="199" name="Google Shape;199;p35"/>
          <p:cNvSpPr txBox="1"/>
          <p:nvPr>
            <p:ph idx="1" type="subTitle"/>
          </p:nvPr>
        </p:nvSpPr>
        <p:spPr>
          <a:xfrm>
            <a:off x="960850" y="3191652"/>
            <a:ext cx="4082700" cy="1568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None/>
              <a:defRPr b="0"/>
            </a:lvl1pPr>
            <a:lvl2pPr lvl="1">
              <a:spcBef>
                <a:spcPts val="0"/>
              </a:spcBef>
              <a:spcAft>
                <a:spcPts val="0"/>
              </a:spcAft>
              <a:buClr>
                <a:schemeClr val="lt1"/>
              </a:buClr>
              <a:buSzPts val="1400"/>
              <a:buFont typeface="Albert Sans"/>
              <a:buNone/>
              <a:defRPr/>
            </a:lvl2pPr>
            <a:lvl3pPr lvl="2">
              <a:spcBef>
                <a:spcPts val="0"/>
              </a:spcBef>
              <a:spcAft>
                <a:spcPts val="0"/>
              </a:spcAft>
              <a:buClr>
                <a:schemeClr val="lt1"/>
              </a:buClr>
              <a:buSzPts val="1400"/>
              <a:buFont typeface="Albert Sans"/>
              <a:buNone/>
              <a:defRPr/>
            </a:lvl3pPr>
            <a:lvl4pPr lvl="3">
              <a:spcBef>
                <a:spcPts val="0"/>
              </a:spcBef>
              <a:spcAft>
                <a:spcPts val="0"/>
              </a:spcAft>
              <a:buClr>
                <a:schemeClr val="lt1"/>
              </a:buClr>
              <a:buSzPts val="1400"/>
              <a:buFont typeface="Albert Sans"/>
              <a:buNone/>
              <a:defRPr/>
            </a:lvl4pPr>
            <a:lvl5pPr lvl="4">
              <a:spcBef>
                <a:spcPts val="0"/>
              </a:spcBef>
              <a:spcAft>
                <a:spcPts val="0"/>
              </a:spcAft>
              <a:buClr>
                <a:schemeClr val="lt1"/>
              </a:buClr>
              <a:buSzPts val="1400"/>
              <a:buFont typeface="Albert Sans"/>
              <a:buNone/>
              <a:defRPr/>
            </a:lvl5pPr>
            <a:lvl6pPr lvl="5">
              <a:spcBef>
                <a:spcPts val="0"/>
              </a:spcBef>
              <a:spcAft>
                <a:spcPts val="0"/>
              </a:spcAft>
              <a:buClr>
                <a:schemeClr val="lt1"/>
              </a:buClr>
              <a:buSzPts val="1400"/>
              <a:buFont typeface="Albert Sans"/>
              <a:buNone/>
              <a:defRPr/>
            </a:lvl6pPr>
            <a:lvl7pPr lvl="6">
              <a:spcBef>
                <a:spcPts val="0"/>
              </a:spcBef>
              <a:spcAft>
                <a:spcPts val="0"/>
              </a:spcAft>
              <a:buClr>
                <a:schemeClr val="lt1"/>
              </a:buClr>
              <a:buSzPts val="1400"/>
              <a:buFont typeface="Albert Sans"/>
              <a:buNone/>
              <a:defRPr/>
            </a:lvl7pPr>
            <a:lvl8pPr lvl="7">
              <a:spcBef>
                <a:spcPts val="0"/>
              </a:spcBef>
              <a:spcAft>
                <a:spcPts val="0"/>
              </a:spcAft>
              <a:buClr>
                <a:schemeClr val="lt1"/>
              </a:buClr>
              <a:buSzPts val="1400"/>
              <a:buFont typeface="Albert Sans"/>
              <a:buNone/>
              <a:defRPr/>
            </a:lvl8pPr>
            <a:lvl9pPr lvl="8">
              <a:spcBef>
                <a:spcPts val="0"/>
              </a:spcBef>
              <a:spcAft>
                <a:spcPts val="0"/>
              </a:spcAft>
              <a:buClr>
                <a:schemeClr val="lt1"/>
              </a:buClr>
              <a:buSzPts val="1400"/>
              <a:buFont typeface="Albert Sans"/>
              <a:buNone/>
              <a:defRPr/>
            </a:lvl9pPr>
          </a:lstStyle>
          <a:p/>
        </p:txBody>
      </p:sp>
      <p:sp>
        <p:nvSpPr>
          <p:cNvPr id="200" name="Google Shape;200;p35"/>
          <p:cNvSpPr txBox="1"/>
          <p:nvPr>
            <p:ph type="title"/>
          </p:nvPr>
        </p:nvSpPr>
        <p:spPr>
          <a:xfrm>
            <a:off x="932850" y="730375"/>
            <a:ext cx="4082700" cy="2103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1pPr>
            <a:lvl2pPr lvl="1">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2pPr>
            <a:lvl3pPr lvl="2">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3pPr>
            <a:lvl4pPr lvl="3">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4pPr>
            <a:lvl5pPr lvl="4">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5pPr>
            <a:lvl6pPr lvl="5">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6pPr>
            <a:lvl7pPr lvl="6">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7pPr>
            <a:lvl8pPr lvl="7">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8pPr>
            <a:lvl9pPr lvl="8">
              <a:lnSpc>
                <a:spcPct val="80000"/>
              </a:lnSpc>
              <a:spcBef>
                <a:spcPts val="0"/>
              </a:spcBef>
              <a:spcAft>
                <a:spcPts val="0"/>
              </a:spcAft>
              <a:buClr>
                <a:schemeClr val="lt1"/>
              </a:buClr>
              <a:buSzPts val="6000"/>
              <a:buFont typeface="Albert Sans"/>
              <a:buNone/>
              <a:defRPr sz="6000">
                <a:latin typeface="Albert Sans"/>
                <a:ea typeface="Albert Sans"/>
                <a:cs typeface="Albert Sans"/>
                <a:sym typeface="Albert Sans"/>
              </a:defRPr>
            </a:lvl9pPr>
          </a:lstStyle>
          <a:p/>
        </p:txBody>
      </p:sp>
      <p:sp>
        <p:nvSpPr>
          <p:cNvPr id="201" name="Google Shape;201;p35"/>
          <p:cNvSpPr txBox="1"/>
          <p:nvPr>
            <p:ph idx="2"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2" name="Google Shape;202;p35"/>
          <p:cNvSpPr/>
          <p:nvPr>
            <p:ph idx="3" type="pic"/>
          </p:nvPr>
        </p:nvSpPr>
        <p:spPr>
          <a:xfrm>
            <a:off x="8596800" y="223475"/>
            <a:ext cx="318600" cy="318600"/>
          </a:xfrm>
          <a:prstGeom prst="ellipse">
            <a:avLst/>
          </a:prstGeom>
          <a:no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Graph">
  <p:cSld name="CUSTOM_13">
    <p:bg>
      <p:bgPr>
        <a:solidFill>
          <a:schemeClr val="accent2"/>
        </a:solidFill>
      </p:bgPr>
    </p:bg>
    <p:spTree>
      <p:nvGrpSpPr>
        <p:cNvPr id="203" name="Shape 203"/>
        <p:cNvGrpSpPr/>
        <p:nvPr/>
      </p:nvGrpSpPr>
      <p:grpSpPr>
        <a:xfrm>
          <a:off x="0" y="0"/>
          <a:ext cx="0" cy="0"/>
          <a:chOff x="0" y="0"/>
          <a:chExt cx="0" cy="0"/>
        </a:xfrm>
      </p:grpSpPr>
      <p:sp>
        <p:nvSpPr>
          <p:cNvPr id="204" name="Google Shape;204;p36"/>
          <p:cNvSpPr/>
          <p:nvPr/>
        </p:nvSpPr>
        <p:spPr>
          <a:xfrm>
            <a:off x="114300" y="114300"/>
            <a:ext cx="8915400" cy="4914900"/>
          </a:xfrm>
          <a:prstGeom prst="roundRect">
            <a:avLst>
              <a:gd fmla="val 3305"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6"/>
          <p:cNvSpPr txBox="1"/>
          <p:nvPr>
            <p:ph idx="1" type="subTitle"/>
          </p:nvPr>
        </p:nvSpPr>
        <p:spPr>
          <a:xfrm>
            <a:off x="5251039" y="2593520"/>
            <a:ext cx="2571600" cy="1568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None/>
              <a:defRPr b="0">
                <a:solidFill>
                  <a:schemeClr val="dk2"/>
                </a:solidFill>
              </a:defRPr>
            </a:lvl1pPr>
            <a:lvl2pPr lvl="1">
              <a:spcBef>
                <a:spcPts val="0"/>
              </a:spcBef>
              <a:spcAft>
                <a:spcPts val="0"/>
              </a:spcAft>
              <a:buClr>
                <a:schemeClr val="dk2"/>
              </a:buClr>
              <a:buSzPts val="1400"/>
              <a:buFont typeface="Albert Sans"/>
              <a:buNone/>
              <a:defRPr>
                <a:solidFill>
                  <a:schemeClr val="dk2"/>
                </a:solidFill>
              </a:defRPr>
            </a:lvl2pPr>
            <a:lvl3pPr lvl="2">
              <a:spcBef>
                <a:spcPts val="0"/>
              </a:spcBef>
              <a:spcAft>
                <a:spcPts val="0"/>
              </a:spcAft>
              <a:buClr>
                <a:schemeClr val="dk2"/>
              </a:buClr>
              <a:buSzPts val="1400"/>
              <a:buFont typeface="Albert Sans"/>
              <a:buNone/>
              <a:defRPr>
                <a:solidFill>
                  <a:schemeClr val="dk2"/>
                </a:solidFill>
              </a:defRPr>
            </a:lvl3pPr>
            <a:lvl4pPr lvl="3">
              <a:spcBef>
                <a:spcPts val="0"/>
              </a:spcBef>
              <a:spcAft>
                <a:spcPts val="0"/>
              </a:spcAft>
              <a:buClr>
                <a:schemeClr val="dk2"/>
              </a:buClr>
              <a:buSzPts val="1400"/>
              <a:buFont typeface="Albert Sans"/>
              <a:buNone/>
              <a:defRPr>
                <a:solidFill>
                  <a:schemeClr val="dk2"/>
                </a:solidFill>
              </a:defRPr>
            </a:lvl4pPr>
            <a:lvl5pPr lvl="4">
              <a:spcBef>
                <a:spcPts val="0"/>
              </a:spcBef>
              <a:spcAft>
                <a:spcPts val="0"/>
              </a:spcAft>
              <a:buClr>
                <a:schemeClr val="dk2"/>
              </a:buClr>
              <a:buSzPts val="1400"/>
              <a:buFont typeface="Albert Sans"/>
              <a:buNone/>
              <a:defRPr>
                <a:solidFill>
                  <a:schemeClr val="dk2"/>
                </a:solidFill>
              </a:defRPr>
            </a:lvl5pPr>
            <a:lvl6pPr lvl="5">
              <a:spcBef>
                <a:spcPts val="0"/>
              </a:spcBef>
              <a:spcAft>
                <a:spcPts val="0"/>
              </a:spcAft>
              <a:buClr>
                <a:schemeClr val="dk2"/>
              </a:buClr>
              <a:buSzPts val="1400"/>
              <a:buFont typeface="Albert Sans"/>
              <a:buNone/>
              <a:defRPr>
                <a:solidFill>
                  <a:schemeClr val="dk2"/>
                </a:solidFill>
              </a:defRPr>
            </a:lvl6pPr>
            <a:lvl7pPr lvl="6">
              <a:spcBef>
                <a:spcPts val="0"/>
              </a:spcBef>
              <a:spcAft>
                <a:spcPts val="0"/>
              </a:spcAft>
              <a:buClr>
                <a:schemeClr val="dk2"/>
              </a:buClr>
              <a:buSzPts val="1400"/>
              <a:buFont typeface="Albert Sans"/>
              <a:buNone/>
              <a:defRPr>
                <a:solidFill>
                  <a:schemeClr val="dk2"/>
                </a:solidFill>
              </a:defRPr>
            </a:lvl7pPr>
            <a:lvl8pPr lvl="7">
              <a:spcBef>
                <a:spcPts val="0"/>
              </a:spcBef>
              <a:spcAft>
                <a:spcPts val="0"/>
              </a:spcAft>
              <a:buClr>
                <a:schemeClr val="dk2"/>
              </a:buClr>
              <a:buSzPts val="1400"/>
              <a:buFont typeface="Albert Sans"/>
              <a:buNone/>
              <a:defRPr>
                <a:solidFill>
                  <a:schemeClr val="dk2"/>
                </a:solidFill>
              </a:defRPr>
            </a:lvl8pPr>
            <a:lvl9pPr lvl="8">
              <a:spcBef>
                <a:spcPts val="0"/>
              </a:spcBef>
              <a:spcAft>
                <a:spcPts val="0"/>
              </a:spcAft>
              <a:buClr>
                <a:schemeClr val="dk2"/>
              </a:buClr>
              <a:buSzPts val="1400"/>
              <a:buFont typeface="Albert Sans"/>
              <a:buNone/>
              <a:defRPr>
                <a:solidFill>
                  <a:schemeClr val="dk2"/>
                </a:solidFill>
              </a:defRPr>
            </a:lvl9pPr>
          </a:lstStyle>
          <a:p/>
        </p:txBody>
      </p:sp>
      <p:sp>
        <p:nvSpPr>
          <p:cNvPr id="206" name="Google Shape;206;p36"/>
          <p:cNvSpPr txBox="1"/>
          <p:nvPr>
            <p:ph idx="2" type="subTitle"/>
          </p:nvPr>
        </p:nvSpPr>
        <p:spPr>
          <a:xfrm>
            <a:off x="5233275" y="763675"/>
            <a:ext cx="3576600" cy="1339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Font typeface="Nanum Myeongjo"/>
              <a:buNone/>
              <a:defRPr b="0" sz="2400">
                <a:solidFill>
                  <a:schemeClr val="dk2"/>
                </a:solidFill>
                <a:latin typeface="Nanum Myeongjo"/>
                <a:ea typeface="Nanum Myeongjo"/>
                <a:cs typeface="Nanum Myeongjo"/>
                <a:sym typeface="Nanum Myeongjo"/>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07" name="Google Shape;207;p36"/>
          <p:cNvSpPr txBox="1"/>
          <p:nvPr>
            <p:ph type="title"/>
          </p:nvPr>
        </p:nvSpPr>
        <p:spPr>
          <a:xfrm>
            <a:off x="956150" y="327150"/>
            <a:ext cx="35586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Albert Sans"/>
              <a:buNone/>
              <a:defRPr b="1" sz="1400">
                <a:solidFill>
                  <a:schemeClr val="accent2"/>
                </a:solidFill>
                <a:latin typeface="Albert Sans"/>
                <a:ea typeface="Albert Sans"/>
                <a:cs typeface="Albert Sans"/>
                <a:sym typeface="Albert Sans"/>
              </a:defRPr>
            </a:lvl1pPr>
            <a:lvl2pPr lvl="1">
              <a:spcBef>
                <a:spcPts val="0"/>
              </a:spcBef>
              <a:spcAft>
                <a:spcPts val="0"/>
              </a:spcAft>
              <a:buClr>
                <a:schemeClr val="accent2"/>
              </a:buClr>
              <a:buSzPts val="1400"/>
              <a:buNone/>
              <a:defRPr>
                <a:solidFill>
                  <a:schemeClr val="accent2"/>
                </a:solidFill>
              </a:defRPr>
            </a:lvl2pPr>
            <a:lvl3pPr lvl="2">
              <a:spcBef>
                <a:spcPts val="0"/>
              </a:spcBef>
              <a:spcAft>
                <a:spcPts val="0"/>
              </a:spcAft>
              <a:buClr>
                <a:schemeClr val="accent2"/>
              </a:buClr>
              <a:buSzPts val="1400"/>
              <a:buNone/>
              <a:defRPr>
                <a:solidFill>
                  <a:schemeClr val="accent2"/>
                </a:solidFill>
              </a:defRPr>
            </a:lvl3pPr>
            <a:lvl4pPr lvl="3">
              <a:spcBef>
                <a:spcPts val="0"/>
              </a:spcBef>
              <a:spcAft>
                <a:spcPts val="0"/>
              </a:spcAft>
              <a:buClr>
                <a:schemeClr val="accent2"/>
              </a:buClr>
              <a:buSzPts val="1400"/>
              <a:buNone/>
              <a:defRPr>
                <a:solidFill>
                  <a:schemeClr val="accent2"/>
                </a:solidFill>
              </a:defRPr>
            </a:lvl4pPr>
            <a:lvl5pPr lvl="4">
              <a:spcBef>
                <a:spcPts val="0"/>
              </a:spcBef>
              <a:spcAft>
                <a:spcPts val="0"/>
              </a:spcAft>
              <a:buClr>
                <a:schemeClr val="accent2"/>
              </a:buClr>
              <a:buSzPts val="1400"/>
              <a:buNone/>
              <a:defRPr>
                <a:solidFill>
                  <a:schemeClr val="accent2"/>
                </a:solidFill>
              </a:defRPr>
            </a:lvl5pPr>
            <a:lvl6pPr lvl="5">
              <a:spcBef>
                <a:spcPts val="0"/>
              </a:spcBef>
              <a:spcAft>
                <a:spcPts val="0"/>
              </a:spcAft>
              <a:buClr>
                <a:schemeClr val="accent2"/>
              </a:buClr>
              <a:buSzPts val="1400"/>
              <a:buNone/>
              <a:defRPr>
                <a:solidFill>
                  <a:schemeClr val="accent2"/>
                </a:solidFill>
              </a:defRPr>
            </a:lvl6pPr>
            <a:lvl7pPr lvl="6">
              <a:spcBef>
                <a:spcPts val="0"/>
              </a:spcBef>
              <a:spcAft>
                <a:spcPts val="0"/>
              </a:spcAft>
              <a:buClr>
                <a:schemeClr val="accent2"/>
              </a:buClr>
              <a:buSzPts val="1400"/>
              <a:buNone/>
              <a:defRPr>
                <a:solidFill>
                  <a:schemeClr val="accent2"/>
                </a:solidFill>
              </a:defRPr>
            </a:lvl7pPr>
            <a:lvl8pPr lvl="7">
              <a:spcBef>
                <a:spcPts val="0"/>
              </a:spcBef>
              <a:spcAft>
                <a:spcPts val="0"/>
              </a:spcAft>
              <a:buClr>
                <a:schemeClr val="accent2"/>
              </a:buClr>
              <a:buSzPts val="1400"/>
              <a:buNone/>
              <a:defRPr>
                <a:solidFill>
                  <a:schemeClr val="accent2"/>
                </a:solidFill>
              </a:defRPr>
            </a:lvl8pPr>
            <a:lvl9pPr lvl="8">
              <a:spcBef>
                <a:spcPts val="0"/>
              </a:spcBef>
              <a:spcAft>
                <a:spcPts val="0"/>
              </a:spcAft>
              <a:buClr>
                <a:schemeClr val="accent2"/>
              </a:buClr>
              <a:buSzPts val="1400"/>
              <a:buNone/>
              <a:defRPr>
                <a:solidFill>
                  <a:schemeClr val="accent2"/>
                </a:solidFill>
              </a:defRPr>
            </a:lvl9pPr>
          </a:lstStyle>
          <a:p/>
        </p:txBody>
      </p:sp>
      <p:sp>
        <p:nvSpPr>
          <p:cNvPr id="208" name="Google Shape;208;p36"/>
          <p:cNvSpPr txBox="1"/>
          <p:nvPr>
            <p:ph idx="3" type="title"/>
          </p:nvPr>
        </p:nvSpPr>
        <p:spPr>
          <a:xfrm>
            <a:off x="5251132" y="327150"/>
            <a:ext cx="3558600" cy="393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Albert Sans"/>
              <a:buNone/>
              <a:defRPr b="1" sz="1400">
                <a:solidFill>
                  <a:schemeClr val="accent2"/>
                </a:solidFill>
                <a:latin typeface="Albert Sans"/>
                <a:ea typeface="Albert Sans"/>
                <a:cs typeface="Albert Sans"/>
                <a:sym typeface="Albert Sans"/>
              </a:defRPr>
            </a:lvl1pPr>
            <a:lvl2pPr lvl="1">
              <a:spcBef>
                <a:spcPts val="0"/>
              </a:spcBef>
              <a:spcAft>
                <a:spcPts val="0"/>
              </a:spcAft>
              <a:buClr>
                <a:schemeClr val="accent2"/>
              </a:buClr>
              <a:buSzPts val="1400"/>
              <a:buNone/>
              <a:defRPr>
                <a:solidFill>
                  <a:schemeClr val="accent2"/>
                </a:solidFill>
              </a:defRPr>
            </a:lvl2pPr>
            <a:lvl3pPr lvl="2">
              <a:spcBef>
                <a:spcPts val="0"/>
              </a:spcBef>
              <a:spcAft>
                <a:spcPts val="0"/>
              </a:spcAft>
              <a:buClr>
                <a:schemeClr val="accent2"/>
              </a:buClr>
              <a:buSzPts val="1400"/>
              <a:buNone/>
              <a:defRPr>
                <a:solidFill>
                  <a:schemeClr val="accent2"/>
                </a:solidFill>
              </a:defRPr>
            </a:lvl3pPr>
            <a:lvl4pPr lvl="3">
              <a:spcBef>
                <a:spcPts val="0"/>
              </a:spcBef>
              <a:spcAft>
                <a:spcPts val="0"/>
              </a:spcAft>
              <a:buClr>
                <a:schemeClr val="accent2"/>
              </a:buClr>
              <a:buSzPts val="1400"/>
              <a:buNone/>
              <a:defRPr>
                <a:solidFill>
                  <a:schemeClr val="accent2"/>
                </a:solidFill>
              </a:defRPr>
            </a:lvl4pPr>
            <a:lvl5pPr lvl="4">
              <a:spcBef>
                <a:spcPts val="0"/>
              </a:spcBef>
              <a:spcAft>
                <a:spcPts val="0"/>
              </a:spcAft>
              <a:buClr>
                <a:schemeClr val="accent2"/>
              </a:buClr>
              <a:buSzPts val="1400"/>
              <a:buNone/>
              <a:defRPr>
                <a:solidFill>
                  <a:schemeClr val="accent2"/>
                </a:solidFill>
              </a:defRPr>
            </a:lvl5pPr>
            <a:lvl6pPr lvl="5">
              <a:spcBef>
                <a:spcPts val="0"/>
              </a:spcBef>
              <a:spcAft>
                <a:spcPts val="0"/>
              </a:spcAft>
              <a:buClr>
                <a:schemeClr val="accent2"/>
              </a:buClr>
              <a:buSzPts val="1400"/>
              <a:buNone/>
              <a:defRPr>
                <a:solidFill>
                  <a:schemeClr val="accent2"/>
                </a:solidFill>
              </a:defRPr>
            </a:lvl6pPr>
            <a:lvl7pPr lvl="6">
              <a:spcBef>
                <a:spcPts val="0"/>
              </a:spcBef>
              <a:spcAft>
                <a:spcPts val="0"/>
              </a:spcAft>
              <a:buClr>
                <a:schemeClr val="accent2"/>
              </a:buClr>
              <a:buSzPts val="1400"/>
              <a:buNone/>
              <a:defRPr>
                <a:solidFill>
                  <a:schemeClr val="accent2"/>
                </a:solidFill>
              </a:defRPr>
            </a:lvl7pPr>
            <a:lvl8pPr lvl="7">
              <a:spcBef>
                <a:spcPts val="0"/>
              </a:spcBef>
              <a:spcAft>
                <a:spcPts val="0"/>
              </a:spcAft>
              <a:buClr>
                <a:schemeClr val="accent2"/>
              </a:buClr>
              <a:buSzPts val="1400"/>
              <a:buNone/>
              <a:defRPr>
                <a:solidFill>
                  <a:schemeClr val="accent2"/>
                </a:solidFill>
              </a:defRPr>
            </a:lvl8pPr>
            <a:lvl9pPr lvl="8">
              <a:spcBef>
                <a:spcPts val="0"/>
              </a:spcBef>
              <a:spcAft>
                <a:spcPts val="0"/>
              </a:spcAft>
              <a:buClr>
                <a:schemeClr val="accent2"/>
              </a:buClr>
              <a:buSzPts val="1400"/>
              <a:buNone/>
              <a:defRPr>
                <a:solidFill>
                  <a:schemeClr val="accent2"/>
                </a:solidFill>
              </a:defRPr>
            </a:lvl9pPr>
          </a:lstStyle>
          <a:p/>
        </p:txBody>
      </p:sp>
      <p:sp>
        <p:nvSpPr>
          <p:cNvPr id="209" name="Google Shape;209;p36"/>
          <p:cNvSpPr txBox="1"/>
          <p:nvPr>
            <p:ph idx="4"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p36"/>
          <p:cNvSpPr/>
          <p:nvPr>
            <p:ph idx="5" type="pic"/>
          </p:nvPr>
        </p:nvSpPr>
        <p:spPr>
          <a:xfrm>
            <a:off x="8596800" y="223475"/>
            <a:ext cx="318600" cy="318600"/>
          </a:xfrm>
          <a:prstGeom prst="ellipse">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or Landscape">
  <p:cSld name="CUSTOM_14">
    <p:bg>
      <p:bgPr>
        <a:solidFill>
          <a:schemeClr val="lt1"/>
        </a:solidFill>
      </p:bgPr>
    </p:bg>
    <p:spTree>
      <p:nvGrpSpPr>
        <p:cNvPr id="211" name="Shape 211"/>
        <p:cNvGrpSpPr/>
        <p:nvPr/>
      </p:nvGrpSpPr>
      <p:grpSpPr>
        <a:xfrm>
          <a:off x="0" y="0"/>
          <a:ext cx="0" cy="0"/>
          <a:chOff x="0" y="0"/>
          <a:chExt cx="0" cy="0"/>
        </a:xfrm>
      </p:grpSpPr>
      <p:sp>
        <p:nvSpPr>
          <p:cNvPr id="212" name="Google Shape;212;p37"/>
          <p:cNvSpPr txBox="1"/>
          <p:nvPr>
            <p:ph idx="1" type="body"/>
          </p:nvPr>
        </p:nvSpPr>
        <p:spPr>
          <a:xfrm>
            <a:off x="6564350" y="577612"/>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213" name="Google Shape;213;p37"/>
          <p:cNvSpPr txBox="1"/>
          <p:nvPr>
            <p:ph idx="2" type="body"/>
          </p:nvPr>
        </p:nvSpPr>
        <p:spPr>
          <a:xfrm>
            <a:off x="6564350" y="1810914"/>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214" name="Google Shape;214;p37"/>
          <p:cNvSpPr txBox="1"/>
          <p:nvPr>
            <p:ph idx="3" type="body"/>
          </p:nvPr>
        </p:nvSpPr>
        <p:spPr>
          <a:xfrm>
            <a:off x="6564350" y="3038996"/>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215" name="Google Shape;215;p37"/>
          <p:cNvSpPr txBox="1"/>
          <p:nvPr>
            <p:ph type="title"/>
          </p:nvPr>
        </p:nvSpPr>
        <p:spPr>
          <a:xfrm>
            <a:off x="3706300" y="327150"/>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16" name="Google Shape;216;p37"/>
          <p:cNvSpPr txBox="1"/>
          <p:nvPr>
            <p:ph idx="4" type="body"/>
          </p:nvPr>
        </p:nvSpPr>
        <p:spPr>
          <a:xfrm>
            <a:off x="3706300" y="577612"/>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217" name="Google Shape;217;p37"/>
          <p:cNvSpPr txBox="1"/>
          <p:nvPr>
            <p:ph idx="5"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18" name="Google Shape;218;p37"/>
          <p:cNvSpPr txBox="1"/>
          <p:nvPr>
            <p:ph idx="6" type="title"/>
          </p:nvPr>
        </p:nvSpPr>
        <p:spPr>
          <a:xfrm>
            <a:off x="956150" y="327150"/>
            <a:ext cx="2009100" cy="13254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Albert Sans"/>
              <a:buNone/>
              <a:defRPr b="1" sz="1400">
                <a:solidFill>
                  <a:schemeClr val="accent2"/>
                </a:solidFill>
                <a:latin typeface="Albert Sans"/>
                <a:ea typeface="Albert Sans"/>
                <a:cs typeface="Albert Sans"/>
                <a:sym typeface="Albert Sans"/>
              </a:defRPr>
            </a:lvl1pPr>
            <a:lvl2pPr lvl="1">
              <a:spcBef>
                <a:spcPts val="0"/>
              </a:spcBef>
              <a:spcAft>
                <a:spcPts val="0"/>
              </a:spcAft>
              <a:buClr>
                <a:schemeClr val="accent2"/>
              </a:buClr>
              <a:buSzPts val="1400"/>
              <a:buNone/>
              <a:defRPr>
                <a:solidFill>
                  <a:schemeClr val="accent2"/>
                </a:solidFill>
              </a:defRPr>
            </a:lvl2pPr>
            <a:lvl3pPr lvl="2">
              <a:spcBef>
                <a:spcPts val="0"/>
              </a:spcBef>
              <a:spcAft>
                <a:spcPts val="0"/>
              </a:spcAft>
              <a:buClr>
                <a:schemeClr val="accent2"/>
              </a:buClr>
              <a:buSzPts val="1400"/>
              <a:buNone/>
              <a:defRPr>
                <a:solidFill>
                  <a:schemeClr val="accent2"/>
                </a:solidFill>
              </a:defRPr>
            </a:lvl3pPr>
            <a:lvl4pPr lvl="3">
              <a:spcBef>
                <a:spcPts val="0"/>
              </a:spcBef>
              <a:spcAft>
                <a:spcPts val="0"/>
              </a:spcAft>
              <a:buClr>
                <a:schemeClr val="accent2"/>
              </a:buClr>
              <a:buSzPts val="1400"/>
              <a:buNone/>
              <a:defRPr>
                <a:solidFill>
                  <a:schemeClr val="accent2"/>
                </a:solidFill>
              </a:defRPr>
            </a:lvl4pPr>
            <a:lvl5pPr lvl="4">
              <a:spcBef>
                <a:spcPts val="0"/>
              </a:spcBef>
              <a:spcAft>
                <a:spcPts val="0"/>
              </a:spcAft>
              <a:buClr>
                <a:schemeClr val="accent2"/>
              </a:buClr>
              <a:buSzPts val="1400"/>
              <a:buNone/>
              <a:defRPr>
                <a:solidFill>
                  <a:schemeClr val="accent2"/>
                </a:solidFill>
              </a:defRPr>
            </a:lvl5pPr>
            <a:lvl6pPr lvl="5">
              <a:spcBef>
                <a:spcPts val="0"/>
              </a:spcBef>
              <a:spcAft>
                <a:spcPts val="0"/>
              </a:spcAft>
              <a:buClr>
                <a:schemeClr val="accent2"/>
              </a:buClr>
              <a:buSzPts val="1400"/>
              <a:buNone/>
              <a:defRPr>
                <a:solidFill>
                  <a:schemeClr val="accent2"/>
                </a:solidFill>
              </a:defRPr>
            </a:lvl6pPr>
            <a:lvl7pPr lvl="6">
              <a:spcBef>
                <a:spcPts val="0"/>
              </a:spcBef>
              <a:spcAft>
                <a:spcPts val="0"/>
              </a:spcAft>
              <a:buClr>
                <a:schemeClr val="accent2"/>
              </a:buClr>
              <a:buSzPts val="1400"/>
              <a:buNone/>
              <a:defRPr>
                <a:solidFill>
                  <a:schemeClr val="accent2"/>
                </a:solidFill>
              </a:defRPr>
            </a:lvl7pPr>
            <a:lvl8pPr lvl="7">
              <a:spcBef>
                <a:spcPts val="0"/>
              </a:spcBef>
              <a:spcAft>
                <a:spcPts val="0"/>
              </a:spcAft>
              <a:buClr>
                <a:schemeClr val="accent2"/>
              </a:buClr>
              <a:buSzPts val="1400"/>
              <a:buNone/>
              <a:defRPr>
                <a:solidFill>
                  <a:schemeClr val="accent2"/>
                </a:solidFill>
              </a:defRPr>
            </a:lvl8pPr>
            <a:lvl9pPr lvl="8">
              <a:spcBef>
                <a:spcPts val="0"/>
              </a:spcBef>
              <a:spcAft>
                <a:spcPts val="0"/>
              </a:spcAft>
              <a:buClr>
                <a:schemeClr val="accent2"/>
              </a:buClr>
              <a:buSzPts val="1400"/>
              <a:buNone/>
              <a:defRPr>
                <a:solidFill>
                  <a:schemeClr val="accent2"/>
                </a:solidFill>
              </a:defRPr>
            </a:lvl9pPr>
          </a:lstStyle>
          <a:p/>
        </p:txBody>
      </p:sp>
      <p:sp>
        <p:nvSpPr>
          <p:cNvPr id="219" name="Google Shape;219;p37"/>
          <p:cNvSpPr/>
          <p:nvPr>
            <p:ph idx="7" type="pic"/>
          </p:nvPr>
        </p:nvSpPr>
        <p:spPr>
          <a:xfrm>
            <a:off x="3205625" y="423875"/>
            <a:ext cx="422400" cy="422400"/>
          </a:xfrm>
          <a:prstGeom prst="ellipse">
            <a:avLst/>
          </a:prstGeom>
          <a:noFill/>
          <a:ln>
            <a:noFill/>
          </a:ln>
        </p:spPr>
      </p:sp>
      <p:sp>
        <p:nvSpPr>
          <p:cNvPr id="220" name="Google Shape;220;p37"/>
          <p:cNvSpPr/>
          <p:nvPr>
            <p:ph idx="8" type="pic"/>
          </p:nvPr>
        </p:nvSpPr>
        <p:spPr>
          <a:xfrm>
            <a:off x="6063675" y="423875"/>
            <a:ext cx="422400" cy="422400"/>
          </a:xfrm>
          <a:prstGeom prst="ellipse">
            <a:avLst/>
          </a:prstGeom>
          <a:noFill/>
          <a:ln>
            <a:noFill/>
          </a:ln>
        </p:spPr>
      </p:sp>
      <p:sp>
        <p:nvSpPr>
          <p:cNvPr id="221" name="Google Shape;221;p37"/>
          <p:cNvSpPr/>
          <p:nvPr>
            <p:ph idx="9" type="pic"/>
          </p:nvPr>
        </p:nvSpPr>
        <p:spPr>
          <a:xfrm>
            <a:off x="3205625" y="1653438"/>
            <a:ext cx="422400" cy="422400"/>
          </a:xfrm>
          <a:prstGeom prst="ellipse">
            <a:avLst/>
          </a:prstGeom>
          <a:noFill/>
          <a:ln>
            <a:noFill/>
          </a:ln>
        </p:spPr>
      </p:sp>
      <p:sp>
        <p:nvSpPr>
          <p:cNvPr id="222" name="Google Shape;222;p37"/>
          <p:cNvSpPr/>
          <p:nvPr>
            <p:ph idx="13" type="pic"/>
          </p:nvPr>
        </p:nvSpPr>
        <p:spPr>
          <a:xfrm>
            <a:off x="6063675" y="1653438"/>
            <a:ext cx="422400" cy="422400"/>
          </a:xfrm>
          <a:prstGeom prst="ellipse">
            <a:avLst/>
          </a:prstGeom>
          <a:noFill/>
          <a:ln>
            <a:noFill/>
          </a:ln>
        </p:spPr>
      </p:sp>
      <p:sp>
        <p:nvSpPr>
          <p:cNvPr id="223" name="Google Shape;223;p37"/>
          <p:cNvSpPr/>
          <p:nvPr>
            <p:ph idx="14" type="pic"/>
          </p:nvPr>
        </p:nvSpPr>
        <p:spPr>
          <a:xfrm>
            <a:off x="3205625" y="2881163"/>
            <a:ext cx="422400" cy="422400"/>
          </a:xfrm>
          <a:prstGeom prst="ellipse">
            <a:avLst/>
          </a:prstGeom>
          <a:noFill/>
          <a:ln>
            <a:noFill/>
          </a:ln>
        </p:spPr>
      </p:sp>
      <p:sp>
        <p:nvSpPr>
          <p:cNvPr id="224" name="Google Shape;224;p37"/>
          <p:cNvSpPr/>
          <p:nvPr>
            <p:ph idx="15" type="pic"/>
          </p:nvPr>
        </p:nvSpPr>
        <p:spPr>
          <a:xfrm>
            <a:off x="6063675" y="2881163"/>
            <a:ext cx="422400" cy="422400"/>
          </a:xfrm>
          <a:prstGeom prst="ellipse">
            <a:avLst/>
          </a:prstGeom>
          <a:noFill/>
          <a:ln>
            <a:noFill/>
          </a:ln>
        </p:spPr>
      </p:sp>
      <p:sp>
        <p:nvSpPr>
          <p:cNvPr id="225" name="Google Shape;225;p37"/>
          <p:cNvSpPr txBox="1"/>
          <p:nvPr>
            <p:ph idx="16" type="title"/>
          </p:nvPr>
        </p:nvSpPr>
        <p:spPr>
          <a:xfrm>
            <a:off x="6564350" y="327150"/>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26" name="Google Shape;226;p37"/>
          <p:cNvSpPr txBox="1"/>
          <p:nvPr>
            <p:ph idx="17" type="title"/>
          </p:nvPr>
        </p:nvSpPr>
        <p:spPr>
          <a:xfrm>
            <a:off x="3706300" y="1554125"/>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27" name="Google Shape;227;p37"/>
          <p:cNvSpPr txBox="1"/>
          <p:nvPr>
            <p:ph idx="18" type="title"/>
          </p:nvPr>
        </p:nvSpPr>
        <p:spPr>
          <a:xfrm>
            <a:off x="6564350" y="1554125"/>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28" name="Google Shape;228;p37"/>
          <p:cNvSpPr txBox="1"/>
          <p:nvPr>
            <p:ph idx="19" type="title"/>
          </p:nvPr>
        </p:nvSpPr>
        <p:spPr>
          <a:xfrm>
            <a:off x="3706300" y="2781100"/>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29" name="Google Shape;229;p37"/>
          <p:cNvSpPr txBox="1"/>
          <p:nvPr>
            <p:ph idx="20" type="title"/>
          </p:nvPr>
        </p:nvSpPr>
        <p:spPr>
          <a:xfrm>
            <a:off x="6564350" y="2781100"/>
            <a:ext cx="2009100" cy="422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230" name="Google Shape;230;p37"/>
          <p:cNvSpPr txBox="1"/>
          <p:nvPr>
            <p:ph idx="21" type="body"/>
          </p:nvPr>
        </p:nvSpPr>
        <p:spPr>
          <a:xfrm>
            <a:off x="3706300" y="1810914"/>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231" name="Google Shape;231;p37"/>
          <p:cNvSpPr txBox="1"/>
          <p:nvPr>
            <p:ph idx="22" type="body"/>
          </p:nvPr>
        </p:nvSpPr>
        <p:spPr>
          <a:xfrm>
            <a:off x="3706300" y="3038996"/>
            <a:ext cx="2237400" cy="64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dk2"/>
              </a:buClr>
              <a:buSzPts val="1000"/>
              <a:buFont typeface="Albert Sans"/>
              <a:buChar char="●"/>
              <a:defRPr sz="1000" u="none">
                <a:solidFill>
                  <a:schemeClr val="dk2"/>
                </a:solidFill>
              </a:defRPr>
            </a:lvl1pPr>
            <a:lvl2pPr indent="-292100" lvl="1" marL="914400">
              <a:spcBef>
                <a:spcPts val="0"/>
              </a:spcBef>
              <a:spcAft>
                <a:spcPts val="0"/>
              </a:spcAft>
              <a:buClr>
                <a:schemeClr val="dk2"/>
              </a:buClr>
              <a:buSzPts val="1000"/>
              <a:buFont typeface="Albert Sans"/>
              <a:buChar char="○"/>
              <a:defRPr sz="1000" u="none">
                <a:solidFill>
                  <a:schemeClr val="dk2"/>
                </a:solidFill>
              </a:defRPr>
            </a:lvl2pPr>
            <a:lvl3pPr indent="-292100" lvl="2" marL="1371600">
              <a:spcBef>
                <a:spcPts val="0"/>
              </a:spcBef>
              <a:spcAft>
                <a:spcPts val="0"/>
              </a:spcAft>
              <a:buClr>
                <a:schemeClr val="dk2"/>
              </a:buClr>
              <a:buSzPts val="1000"/>
              <a:buFont typeface="Albert Sans"/>
              <a:buChar char="■"/>
              <a:defRPr sz="1000" u="none">
                <a:solidFill>
                  <a:schemeClr val="dk2"/>
                </a:solidFill>
              </a:defRPr>
            </a:lvl3pPr>
            <a:lvl4pPr indent="-292100" lvl="3" marL="1828800">
              <a:spcBef>
                <a:spcPts val="0"/>
              </a:spcBef>
              <a:spcAft>
                <a:spcPts val="0"/>
              </a:spcAft>
              <a:buClr>
                <a:schemeClr val="dk2"/>
              </a:buClr>
              <a:buSzPts val="1000"/>
              <a:buFont typeface="Albert Sans"/>
              <a:buChar char="●"/>
              <a:defRPr sz="1000" u="none">
                <a:solidFill>
                  <a:schemeClr val="dk2"/>
                </a:solidFill>
              </a:defRPr>
            </a:lvl4pPr>
            <a:lvl5pPr indent="-292100" lvl="4" marL="2286000">
              <a:spcBef>
                <a:spcPts val="0"/>
              </a:spcBef>
              <a:spcAft>
                <a:spcPts val="0"/>
              </a:spcAft>
              <a:buClr>
                <a:schemeClr val="dk2"/>
              </a:buClr>
              <a:buSzPts val="1000"/>
              <a:buFont typeface="Albert Sans"/>
              <a:buChar char="○"/>
              <a:defRPr sz="1000" u="none">
                <a:solidFill>
                  <a:schemeClr val="dk2"/>
                </a:solidFill>
              </a:defRPr>
            </a:lvl5pPr>
            <a:lvl6pPr indent="-292100" lvl="5" marL="2743200">
              <a:spcBef>
                <a:spcPts val="0"/>
              </a:spcBef>
              <a:spcAft>
                <a:spcPts val="0"/>
              </a:spcAft>
              <a:buClr>
                <a:schemeClr val="dk2"/>
              </a:buClr>
              <a:buSzPts val="1000"/>
              <a:buFont typeface="Albert Sans"/>
              <a:buChar char="■"/>
              <a:defRPr sz="1000" u="none">
                <a:solidFill>
                  <a:schemeClr val="dk2"/>
                </a:solidFill>
              </a:defRPr>
            </a:lvl6pPr>
            <a:lvl7pPr indent="-292100" lvl="6" marL="3200400">
              <a:spcBef>
                <a:spcPts val="0"/>
              </a:spcBef>
              <a:spcAft>
                <a:spcPts val="0"/>
              </a:spcAft>
              <a:buClr>
                <a:schemeClr val="dk2"/>
              </a:buClr>
              <a:buSzPts val="1000"/>
              <a:buFont typeface="Albert Sans"/>
              <a:buChar char="●"/>
              <a:defRPr sz="1000" u="none">
                <a:solidFill>
                  <a:schemeClr val="dk2"/>
                </a:solidFill>
              </a:defRPr>
            </a:lvl7pPr>
            <a:lvl8pPr indent="-292100" lvl="7" marL="3657600">
              <a:spcBef>
                <a:spcPts val="0"/>
              </a:spcBef>
              <a:spcAft>
                <a:spcPts val="0"/>
              </a:spcAft>
              <a:buClr>
                <a:schemeClr val="dk2"/>
              </a:buClr>
              <a:buSzPts val="1000"/>
              <a:buFont typeface="Albert Sans"/>
              <a:buChar char="○"/>
              <a:defRPr sz="1000" u="none">
                <a:solidFill>
                  <a:schemeClr val="dk2"/>
                </a:solidFill>
              </a:defRPr>
            </a:lvl8pPr>
            <a:lvl9pPr indent="-292100" lvl="8" marL="4114800">
              <a:spcBef>
                <a:spcPts val="0"/>
              </a:spcBef>
              <a:spcAft>
                <a:spcPts val="0"/>
              </a:spcAft>
              <a:buClr>
                <a:schemeClr val="dk2"/>
              </a:buClr>
              <a:buSzPts val="1000"/>
              <a:buFont typeface="Albert Sans"/>
              <a:buChar char="■"/>
              <a:defRPr sz="1000" u="none">
                <a:solidFill>
                  <a:schemeClr val="dk2"/>
                </a:solidFill>
              </a:defRPr>
            </a:lvl9pPr>
          </a:lstStyle>
          <a:p/>
        </p:txBody>
      </p:sp>
      <p:sp>
        <p:nvSpPr>
          <p:cNvPr id="232" name="Google Shape;232;p37"/>
          <p:cNvSpPr/>
          <p:nvPr>
            <p:ph idx="23" type="pic"/>
          </p:nvPr>
        </p:nvSpPr>
        <p:spPr>
          <a:xfrm>
            <a:off x="8596800" y="223475"/>
            <a:ext cx="318600" cy="318600"/>
          </a:xfrm>
          <a:prstGeom prst="ellipse">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Content">
  <p:cSld name="CUSTOM_15">
    <p:bg>
      <p:bgPr>
        <a:solidFill>
          <a:schemeClr val="lt1"/>
        </a:solidFill>
      </p:bgPr>
    </p:bg>
    <p:spTree>
      <p:nvGrpSpPr>
        <p:cNvPr id="233" name="Shape 233"/>
        <p:cNvGrpSpPr/>
        <p:nvPr/>
      </p:nvGrpSpPr>
      <p:grpSpPr>
        <a:xfrm>
          <a:off x="0" y="0"/>
          <a:ext cx="0" cy="0"/>
          <a:chOff x="0" y="0"/>
          <a:chExt cx="0" cy="0"/>
        </a:xfrm>
      </p:grpSpPr>
      <p:sp>
        <p:nvSpPr>
          <p:cNvPr id="234" name="Google Shape;234;p38"/>
          <p:cNvSpPr/>
          <p:nvPr/>
        </p:nvSpPr>
        <p:spPr>
          <a:xfrm rot="5400000">
            <a:off x="4342200" y="341250"/>
            <a:ext cx="4914900" cy="4460100"/>
          </a:xfrm>
          <a:prstGeom prst="round2SameRect">
            <a:avLst>
              <a:gd fmla="val 3491"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8"/>
          <p:cNvSpPr txBox="1"/>
          <p:nvPr>
            <p:ph type="title"/>
          </p:nvPr>
        </p:nvSpPr>
        <p:spPr>
          <a:xfrm>
            <a:off x="932850" y="730375"/>
            <a:ext cx="3280800" cy="21033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1pPr>
            <a:lvl2pPr lvl="1">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2pPr>
            <a:lvl3pPr lvl="2">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3pPr>
            <a:lvl4pPr lvl="3">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4pPr>
            <a:lvl5pPr lvl="4">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5pPr>
            <a:lvl6pPr lvl="5">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6pPr>
            <a:lvl7pPr lvl="6">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7pPr>
            <a:lvl8pPr lvl="7">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8pPr>
            <a:lvl9pPr lvl="8">
              <a:lnSpc>
                <a:spcPct val="80000"/>
              </a:lnSpc>
              <a:spcBef>
                <a:spcPts val="0"/>
              </a:spcBef>
              <a:spcAft>
                <a:spcPts val="0"/>
              </a:spcAft>
              <a:buClr>
                <a:schemeClr val="dk2"/>
              </a:buClr>
              <a:buSzPts val="6000"/>
              <a:buFont typeface="Albert Sans"/>
              <a:buNone/>
              <a:defRPr sz="6000">
                <a:solidFill>
                  <a:schemeClr val="dk2"/>
                </a:solidFill>
                <a:latin typeface="Albert Sans"/>
                <a:ea typeface="Albert Sans"/>
                <a:cs typeface="Albert Sans"/>
                <a:sym typeface="Albert Sans"/>
              </a:defRPr>
            </a:lvl9pPr>
          </a:lstStyle>
          <a:p/>
        </p:txBody>
      </p:sp>
      <p:sp>
        <p:nvSpPr>
          <p:cNvPr id="236" name="Google Shape;236;p38"/>
          <p:cNvSpPr txBox="1"/>
          <p:nvPr>
            <p:ph idx="1" type="subTitle"/>
          </p:nvPr>
        </p:nvSpPr>
        <p:spPr>
          <a:xfrm>
            <a:off x="5233275" y="763675"/>
            <a:ext cx="3503700" cy="3640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Font typeface="Nanum Myeongjo"/>
              <a:buNone/>
              <a:defRPr b="0" sz="2400">
                <a:solidFill>
                  <a:schemeClr val="dk2"/>
                </a:solidFill>
                <a:latin typeface="Nanum Myeongjo"/>
                <a:ea typeface="Nanum Myeongjo"/>
                <a:cs typeface="Nanum Myeongjo"/>
                <a:sym typeface="Nanum Myeongj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38"/>
          <p:cNvSpPr txBox="1"/>
          <p:nvPr>
            <p:ph idx="2" type="subTitle"/>
          </p:nvPr>
        </p:nvSpPr>
        <p:spPr>
          <a:xfrm>
            <a:off x="955350" y="2928709"/>
            <a:ext cx="2844900" cy="1568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None/>
              <a:defRPr b="0">
                <a:solidFill>
                  <a:schemeClr val="dk2"/>
                </a:solidFill>
              </a:defRPr>
            </a:lvl1pPr>
            <a:lvl2pPr lvl="1">
              <a:spcBef>
                <a:spcPts val="0"/>
              </a:spcBef>
              <a:spcAft>
                <a:spcPts val="0"/>
              </a:spcAft>
              <a:buClr>
                <a:schemeClr val="dk2"/>
              </a:buClr>
              <a:buSzPts val="1400"/>
              <a:buFont typeface="Albert Sans"/>
              <a:buNone/>
              <a:defRPr>
                <a:solidFill>
                  <a:schemeClr val="dk2"/>
                </a:solidFill>
              </a:defRPr>
            </a:lvl2pPr>
            <a:lvl3pPr lvl="2">
              <a:spcBef>
                <a:spcPts val="0"/>
              </a:spcBef>
              <a:spcAft>
                <a:spcPts val="0"/>
              </a:spcAft>
              <a:buClr>
                <a:schemeClr val="dk2"/>
              </a:buClr>
              <a:buSzPts val="1400"/>
              <a:buFont typeface="Albert Sans"/>
              <a:buNone/>
              <a:defRPr>
                <a:solidFill>
                  <a:schemeClr val="dk2"/>
                </a:solidFill>
              </a:defRPr>
            </a:lvl3pPr>
            <a:lvl4pPr lvl="3">
              <a:spcBef>
                <a:spcPts val="0"/>
              </a:spcBef>
              <a:spcAft>
                <a:spcPts val="0"/>
              </a:spcAft>
              <a:buClr>
                <a:schemeClr val="dk2"/>
              </a:buClr>
              <a:buSzPts val="1400"/>
              <a:buFont typeface="Albert Sans"/>
              <a:buNone/>
              <a:defRPr>
                <a:solidFill>
                  <a:schemeClr val="dk2"/>
                </a:solidFill>
              </a:defRPr>
            </a:lvl4pPr>
            <a:lvl5pPr lvl="4">
              <a:spcBef>
                <a:spcPts val="0"/>
              </a:spcBef>
              <a:spcAft>
                <a:spcPts val="0"/>
              </a:spcAft>
              <a:buClr>
                <a:schemeClr val="dk2"/>
              </a:buClr>
              <a:buSzPts val="1400"/>
              <a:buFont typeface="Albert Sans"/>
              <a:buNone/>
              <a:defRPr>
                <a:solidFill>
                  <a:schemeClr val="dk2"/>
                </a:solidFill>
              </a:defRPr>
            </a:lvl5pPr>
            <a:lvl6pPr lvl="5">
              <a:spcBef>
                <a:spcPts val="0"/>
              </a:spcBef>
              <a:spcAft>
                <a:spcPts val="0"/>
              </a:spcAft>
              <a:buClr>
                <a:schemeClr val="dk2"/>
              </a:buClr>
              <a:buSzPts val="1400"/>
              <a:buFont typeface="Albert Sans"/>
              <a:buNone/>
              <a:defRPr>
                <a:solidFill>
                  <a:schemeClr val="dk2"/>
                </a:solidFill>
              </a:defRPr>
            </a:lvl6pPr>
            <a:lvl7pPr lvl="6">
              <a:spcBef>
                <a:spcPts val="0"/>
              </a:spcBef>
              <a:spcAft>
                <a:spcPts val="0"/>
              </a:spcAft>
              <a:buClr>
                <a:schemeClr val="dk2"/>
              </a:buClr>
              <a:buSzPts val="1400"/>
              <a:buFont typeface="Albert Sans"/>
              <a:buNone/>
              <a:defRPr>
                <a:solidFill>
                  <a:schemeClr val="dk2"/>
                </a:solidFill>
              </a:defRPr>
            </a:lvl7pPr>
            <a:lvl8pPr lvl="7">
              <a:spcBef>
                <a:spcPts val="0"/>
              </a:spcBef>
              <a:spcAft>
                <a:spcPts val="0"/>
              </a:spcAft>
              <a:buClr>
                <a:schemeClr val="dk2"/>
              </a:buClr>
              <a:buSzPts val="1400"/>
              <a:buFont typeface="Albert Sans"/>
              <a:buNone/>
              <a:defRPr>
                <a:solidFill>
                  <a:schemeClr val="dk2"/>
                </a:solidFill>
              </a:defRPr>
            </a:lvl8pPr>
            <a:lvl9pPr lvl="8">
              <a:spcBef>
                <a:spcPts val="0"/>
              </a:spcBef>
              <a:spcAft>
                <a:spcPts val="0"/>
              </a:spcAft>
              <a:buClr>
                <a:schemeClr val="dk2"/>
              </a:buClr>
              <a:buSzPts val="1400"/>
              <a:buFont typeface="Albert Sans"/>
              <a:buNone/>
              <a:defRPr>
                <a:solidFill>
                  <a:schemeClr val="dk2"/>
                </a:solidFill>
              </a:defRPr>
            </a:lvl9pPr>
          </a:lstStyle>
          <a:p/>
        </p:txBody>
      </p:sp>
      <p:sp>
        <p:nvSpPr>
          <p:cNvPr id="238" name="Google Shape;238;p38"/>
          <p:cNvSpPr txBox="1"/>
          <p:nvPr>
            <p:ph idx="3"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9" name="Google Shape;239;p38"/>
          <p:cNvSpPr/>
          <p:nvPr>
            <p:ph idx="4" type="pic"/>
          </p:nvPr>
        </p:nvSpPr>
        <p:spPr>
          <a:xfrm>
            <a:off x="8596800" y="223475"/>
            <a:ext cx="318600" cy="318600"/>
          </a:xfrm>
          <a:prstGeom prst="ellipse">
            <a:avLst/>
          </a:prstGeom>
          <a:no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 Phone + Desktop">
  <p:cSld name="CUSTOM_16">
    <p:bg>
      <p:bgPr>
        <a:solidFill>
          <a:schemeClr val="lt1"/>
        </a:solidFill>
      </p:bgPr>
    </p:bg>
    <p:spTree>
      <p:nvGrpSpPr>
        <p:cNvPr id="240" name="Shape 240"/>
        <p:cNvGrpSpPr/>
        <p:nvPr/>
      </p:nvGrpSpPr>
      <p:grpSpPr>
        <a:xfrm>
          <a:off x="0" y="0"/>
          <a:ext cx="0" cy="0"/>
          <a:chOff x="0" y="0"/>
          <a:chExt cx="0" cy="0"/>
        </a:xfrm>
      </p:grpSpPr>
      <p:sp>
        <p:nvSpPr>
          <p:cNvPr id="241" name="Google Shape;241;p39"/>
          <p:cNvSpPr/>
          <p:nvPr/>
        </p:nvSpPr>
        <p:spPr>
          <a:xfrm rot="5400000">
            <a:off x="3618000" y="-382950"/>
            <a:ext cx="4914900" cy="5908500"/>
          </a:xfrm>
          <a:prstGeom prst="round2SameRect">
            <a:avLst>
              <a:gd fmla="val 3196" name="adj1"/>
              <a:gd fmla="val 0" name="adj2"/>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9"/>
          <p:cNvSpPr/>
          <p:nvPr>
            <p:ph idx="2" type="pic"/>
          </p:nvPr>
        </p:nvSpPr>
        <p:spPr>
          <a:xfrm>
            <a:off x="3768625" y="934850"/>
            <a:ext cx="4630500" cy="2606700"/>
          </a:xfrm>
          <a:prstGeom prst="roundRect">
            <a:avLst>
              <a:gd fmla="val 1120" name="adj"/>
            </a:avLst>
          </a:prstGeom>
          <a:noFill/>
          <a:ln cap="flat" cmpd="sng" w="76200">
            <a:solidFill>
              <a:schemeClr val="dk2"/>
            </a:solidFill>
            <a:prstDash val="solid"/>
            <a:round/>
            <a:headEnd len="sm" w="sm" type="none"/>
            <a:tailEnd len="sm" w="sm" type="none"/>
          </a:ln>
        </p:spPr>
      </p:sp>
      <p:sp>
        <p:nvSpPr>
          <p:cNvPr id="243" name="Google Shape;243;p39"/>
          <p:cNvSpPr/>
          <p:nvPr>
            <p:ph idx="3" type="pic"/>
          </p:nvPr>
        </p:nvSpPr>
        <p:spPr>
          <a:xfrm>
            <a:off x="812850" y="867000"/>
            <a:ext cx="1614000" cy="3409500"/>
          </a:xfrm>
          <a:prstGeom prst="roundRect">
            <a:avLst>
              <a:gd fmla="val 8265" name="adj"/>
            </a:avLst>
          </a:prstGeom>
          <a:noFill/>
          <a:ln cap="flat" cmpd="sng" w="76200">
            <a:solidFill>
              <a:schemeClr val="lt1"/>
            </a:solidFill>
            <a:prstDash val="solid"/>
            <a:round/>
            <a:headEnd len="sm" w="sm" type="none"/>
            <a:tailEnd len="sm" w="sm" type="none"/>
          </a:ln>
        </p:spPr>
      </p:sp>
      <p:sp>
        <p:nvSpPr>
          <p:cNvPr id="244" name="Google Shape;244;p39"/>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5" name="Google Shape;245;p39"/>
          <p:cNvSpPr/>
          <p:nvPr>
            <p:ph idx="4" type="pic"/>
          </p:nvPr>
        </p:nvSpPr>
        <p:spPr>
          <a:xfrm>
            <a:off x="8596800" y="223475"/>
            <a:ext cx="318600" cy="318600"/>
          </a:xfrm>
          <a:prstGeom prst="ellipse">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 Desktop">
  <p:cSld name="CUSTOM_16_2">
    <p:bg>
      <p:bgPr>
        <a:solidFill>
          <a:schemeClr val="lt1"/>
        </a:solidFill>
      </p:bgPr>
    </p:bg>
    <p:spTree>
      <p:nvGrpSpPr>
        <p:cNvPr id="246" name="Shape 246"/>
        <p:cNvGrpSpPr/>
        <p:nvPr/>
      </p:nvGrpSpPr>
      <p:grpSpPr>
        <a:xfrm>
          <a:off x="0" y="0"/>
          <a:ext cx="0" cy="0"/>
          <a:chOff x="0" y="0"/>
          <a:chExt cx="0" cy="0"/>
        </a:xfrm>
      </p:grpSpPr>
      <p:sp>
        <p:nvSpPr>
          <p:cNvPr id="247" name="Google Shape;247;p40"/>
          <p:cNvSpPr/>
          <p:nvPr/>
        </p:nvSpPr>
        <p:spPr>
          <a:xfrm rot="5400000">
            <a:off x="3618000" y="-382950"/>
            <a:ext cx="4914900" cy="5908500"/>
          </a:xfrm>
          <a:prstGeom prst="round2SameRect">
            <a:avLst>
              <a:gd fmla="val 319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0"/>
          <p:cNvSpPr/>
          <p:nvPr/>
        </p:nvSpPr>
        <p:spPr>
          <a:xfrm rot="-5400000">
            <a:off x="-837600" y="1065750"/>
            <a:ext cx="4914900" cy="3011100"/>
          </a:xfrm>
          <a:prstGeom prst="round2SameRect">
            <a:avLst>
              <a:gd fmla="val 525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40"/>
          <p:cNvSpPr/>
          <p:nvPr>
            <p:ph idx="2" type="pic"/>
          </p:nvPr>
        </p:nvSpPr>
        <p:spPr>
          <a:xfrm>
            <a:off x="8596800" y="223475"/>
            <a:ext cx="318600" cy="318600"/>
          </a:xfrm>
          <a:prstGeom prst="ellipse">
            <a:avLst/>
          </a:prstGeom>
          <a:noFill/>
          <a:ln>
            <a:noFill/>
          </a:ln>
        </p:spPr>
      </p:sp>
      <p:sp>
        <p:nvSpPr>
          <p:cNvPr id="250" name="Google Shape;250;p40"/>
          <p:cNvSpPr/>
          <p:nvPr>
            <p:ph idx="3" type="pic"/>
          </p:nvPr>
        </p:nvSpPr>
        <p:spPr>
          <a:xfrm>
            <a:off x="1931050" y="789375"/>
            <a:ext cx="5281800" cy="2973300"/>
          </a:xfrm>
          <a:prstGeom prst="roundRect">
            <a:avLst>
              <a:gd fmla="val 1120" name="adj"/>
            </a:avLst>
          </a:prstGeom>
          <a:noFill/>
          <a:ln cap="flat" cmpd="sng" w="76200">
            <a:solidFill>
              <a:schemeClr val="dk2"/>
            </a:solidFill>
            <a:prstDash val="solid"/>
            <a:round/>
            <a:headEnd len="sm" w="sm" type="none"/>
            <a:tailEnd len="sm" w="sm" type="none"/>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 3 Phone">
  <p:cSld name="CUSTOM_16_1">
    <p:bg>
      <p:bgPr>
        <a:solidFill>
          <a:schemeClr val="lt1"/>
        </a:solidFill>
      </p:bgPr>
    </p:bg>
    <p:spTree>
      <p:nvGrpSpPr>
        <p:cNvPr id="251" name="Shape 251"/>
        <p:cNvGrpSpPr/>
        <p:nvPr/>
      </p:nvGrpSpPr>
      <p:grpSpPr>
        <a:xfrm>
          <a:off x="0" y="0"/>
          <a:ext cx="0" cy="0"/>
          <a:chOff x="0" y="0"/>
          <a:chExt cx="0" cy="0"/>
        </a:xfrm>
      </p:grpSpPr>
      <p:sp>
        <p:nvSpPr>
          <p:cNvPr id="252" name="Google Shape;252;p41"/>
          <p:cNvSpPr/>
          <p:nvPr/>
        </p:nvSpPr>
        <p:spPr>
          <a:xfrm rot="5400000">
            <a:off x="3618000" y="-382950"/>
            <a:ext cx="4914900" cy="5908500"/>
          </a:xfrm>
          <a:prstGeom prst="round2SameRect">
            <a:avLst>
              <a:gd fmla="val 319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41"/>
          <p:cNvSpPr/>
          <p:nvPr/>
        </p:nvSpPr>
        <p:spPr>
          <a:xfrm rot="-5400000">
            <a:off x="-837600" y="1065750"/>
            <a:ext cx="4914900" cy="3011100"/>
          </a:xfrm>
          <a:prstGeom prst="round2SameRect">
            <a:avLst>
              <a:gd fmla="val 525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41"/>
          <p:cNvSpPr/>
          <p:nvPr>
            <p:ph idx="2" type="pic"/>
          </p:nvPr>
        </p:nvSpPr>
        <p:spPr>
          <a:xfrm>
            <a:off x="812850" y="867000"/>
            <a:ext cx="1614000" cy="3409500"/>
          </a:xfrm>
          <a:prstGeom prst="roundRect">
            <a:avLst>
              <a:gd fmla="val 8265" name="adj"/>
            </a:avLst>
          </a:prstGeom>
          <a:noFill/>
          <a:ln cap="flat" cmpd="sng" w="76200">
            <a:solidFill>
              <a:schemeClr val="lt1"/>
            </a:solidFill>
            <a:prstDash val="solid"/>
            <a:round/>
            <a:headEnd len="sm" w="sm" type="none"/>
            <a:tailEnd len="sm" w="sm" type="none"/>
          </a:ln>
        </p:spPr>
      </p:sp>
      <p:sp>
        <p:nvSpPr>
          <p:cNvPr id="255" name="Google Shape;255;p41"/>
          <p:cNvSpPr/>
          <p:nvPr>
            <p:ph idx="3" type="pic"/>
          </p:nvPr>
        </p:nvSpPr>
        <p:spPr>
          <a:xfrm>
            <a:off x="8596800" y="223475"/>
            <a:ext cx="318600" cy="318600"/>
          </a:xfrm>
          <a:prstGeom prst="ellipse">
            <a:avLst/>
          </a:prstGeom>
          <a:noFill/>
          <a:ln>
            <a:noFill/>
          </a:ln>
        </p:spPr>
      </p:sp>
      <p:sp>
        <p:nvSpPr>
          <p:cNvPr id="256" name="Google Shape;256;p41"/>
          <p:cNvSpPr/>
          <p:nvPr>
            <p:ph idx="4" type="pic"/>
          </p:nvPr>
        </p:nvSpPr>
        <p:spPr>
          <a:xfrm>
            <a:off x="3765000" y="867000"/>
            <a:ext cx="1614000" cy="3409500"/>
          </a:xfrm>
          <a:prstGeom prst="roundRect">
            <a:avLst>
              <a:gd fmla="val 8265" name="adj"/>
            </a:avLst>
          </a:prstGeom>
          <a:noFill/>
          <a:ln cap="flat" cmpd="sng" w="76200">
            <a:solidFill>
              <a:schemeClr val="lt1"/>
            </a:solidFill>
            <a:prstDash val="solid"/>
            <a:round/>
            <a:headEnd len="sm" w="sm" type="none"/>
            <a:tailEnd len="sm" w="sm" type="none"/>
          </a:ln>
        </p:spPr>
      </p:sp>
      <p:sp>
        <p:nvSpPr>
          <p:cNvPr id="257" name="Google Shape;257;p41"/>
          <p:cNvSpPr/>
          <p:nvPr>
            <p:ph idx="5" type="pic"/>
          </p:nvPr>
        </p:nvSpPr>
        <p:spPr>
          <a:xfrm>
            <a:off x="6717150" y="867000"/>
            <a:ext cx="1614000" cy="3409500"/>
          </a:xfrm>
          <a:prstGeom prst="roundRect">
            <a:avLst>
              <a:gd fmla="val 8265" name="adj"/>
            </a:avLst>
          </a:prstGeom>
          <a:noFill/>
          <a:ln cap="flat" cmpd="sng" w="76200">
            <a:solidFill>
              <a:schemeClr val="lt1"/>
            </a:solidFill>
            <a:prstDash val="solid"/>
            <a:round/>
            <a:headEnd len="sm" w="sm" type="none"/>
            <a:tailEnd len="sm" w="sm" type="none"/>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 Tablet">
  <p:cSld name="CUSTOM_16_2_1">
    <p:bg>
      <p:bgPr>
        <a:solidFill>
          <a:schemeClr val="lt1"/>
        </a:solidFill>
      </p:bgPr>
    </p:bg>
    <p:spTree>
      <p:nvGrpSpPr>
        <p:cNvPr id="258" name="Shape 258"/>
        <p:cNvGrpSpPr/>
        <p:nvPr/>
      </p:nvGrpSpPr>
      <p:grpSpPr>
        <a:xfrm>
          <a:off x="0" y="0"/>
          <a:ext cx="0" cy="0"/>
          <a:chOff x="0" y="0"/>
          <a:chExt cx="0" cy="0"/>
        </a:xfrm>
      </p:grpSpPr>
      <p:sp>
        <p:nvSpPr>
          <p:cNvPr id="259" name="Google Shape;259;p42"/>
          <p:cNvSpPr/>
          <p:nvPr/>
        </p:nvSpPr>
        <p:spPr>
          <a:xfrm rot="5400000">
            <a:off x="3618000" y="-382950"/>
            <a:ext cx="4914900" cy="5908500"/>
          </a:xfrm>
          <a:prstGeom prst="round2SameRect">
            <a:avLst>
              <a:gd fmla="val 319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42"/>
          <p:cNvSpPr/>
          <p:nvPr/>
        </p:nvSpPr>
        <p:spPr>
          <a:xfrm rot="-5400000">
            <a:off x="-837600" y="1065750"/>
            <a:ext cx="4914900" cy="3011100"/>
          </a:xfrm>
          <a:prstGeom prst="round2SameRect">
            <a:avLst>
              <a:gd fmla="val 5256"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42"/>
          <p:cNvSpPr/>
          <p:nvPr>
            <p:ph idx="2" type="pic"/>
          </p:nvPr>
        </p:nvSpPr>
        <p:spPr>
          <a:xfrm>
            <a:off x="8596800" y="223475"/>
            <a:ext cx="318600" cy="318600"/>
          </a:xfrm>
          <a:prstGeom prst="ellipse">
            <a:avLst/>
          </a:prstGeom>
          <a:noFill/>
          <a:ln>
            <a:noFill/>
          </a:ln>
        </p:spPr>
      </p:sp>
      <p:sp>
        <p:nvSpPr>
          <p:cNvPr id="262" name="Google Shape;262;p42"/>
          <p:cNvSpPr/>
          <p:nvPr>
            <p:ph idx="3" type="pic"/>
          </p:nvPr>
        </p:nvSpPr>
        <p:spPr>
          <a:xfrm>
            <a:off x="1988050" y="627575"/>
            <a:ext cx="5167800" cy="3888300"/>
          </a:xfrm>
          <a:prstGeom prst="roundRect">
            <a:avLst>
              <a:gd fmla="val 4099" name="adj"/>
            </a:avLst>
          </a:prstGeom>
          <a:noFill/>
          <a:ln cap="flat" cmpd="sng" w="76200">
            <a:solidFill>
              <a:schemeClr val="dk2"/>
            </a:solidFill>
            <a:prstDash val="solid"/>
            <a:round/>
            <a:headEnd len="sm" w="sm" type="none"/>
            <a:tailEnd len="sm" w="sm" type="none"/>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s Phone + Tablet">
  <p:cSld name="CUSTOM_16_1_1">
    <p:bg>
      <p:bgPr>
        <a:solidFill>
          <a:schemeClr val="lt1"/>
        </a:solidFill>
      </p:bgPr>
    </p:bg>
    <p:spTree>
      <p:nvGrpSpPr>
        <p:cNvPr id="263" name="Shape 263"/>
        <p:cNvGrpSpPr/>
        <p:nvPr/>
      </p:nvGrpSpPr>
      <p:grpSpPr>
        <a:xfrm>
          <a:off x="0" y="0"/>
          <a:ext cx="0" cy="0"/>
          <a:chOff x="0" y="0"/>
          <a:chExt cx="0" cy="0"/>
        </a:xfrm>
      </p:grpSpPr>
      <p:sp>
        <p:nvSpPr>
          <p:cNvPr id="264" name="Google Shape;264;p43"/>
          <p:cNvSpPr/>
          <p:nvPr>
            <p:ph idx="2" type="pic"/>
          </p:nvPr>
        </p:nvSpPr>
        <p:spPr>
          <a:xfrm>
            <a:off x="812850" y="867000"/>
            <a:ext cx="1614000" cy="3409500"/>
          </a:xfrm>
          <a:prstGeom prst="roundRect">
            <a:avLst>
              <a:gd fmla="val 8265" name="adj"/>
            </a:avLst>
          </a:prstGeom>
          <a:noFill/>
          <a:ln cap="flat" cmpd="sng" w="76200">
            <a:solidFill>
              <a:schemeClr val="lt1"/>
            </a:solidFill>
            <a:prstDash val="solid"/>
            <a:round/>
            <a:headEnd len="sm" w="sm" type="none"/>
            <a:tailEnd len="sm" w="sm" type="none"/>
          </a:ln>
        </p:spPr>
      </p:sp>
      <p:sp>
        <p:nvSpPr>
          <p:cNvPr id="265" name="Google Shape;265;p43"/>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6" name="Google Shape;266;p43"/>
          <p:cNvSpPr/>
          <p:nvPr>
            <p:ph idx="3" type="pic"/>
          </p:nvPr>
        </p:nvSpPr>
        <p:spPr>
          <a:xfrm>
            <a:off x="8596800" y="223475"/>
            <a:ext cx="318600" cy="318600"/>
          </a:xfrm>
          <a:prstGeom prst="ellipse">
            <a:avLst/>
          </a:prstGeom>
          <a:noFill/>
          <a:ln>
            <a:noFill/>
          </a:ln>
        </p:spPr>
      </p:sp>
      <p:sp>
        <p:nvSpPr>
          <p:cNvPr id="267" name="Google Shape;267;p43"/>
          <p:cNvSpPr/>
          <p:nvPr>
            <p:ph idx="4" type="pic"/>
          </p:nvPr>
        </p:nvSpPr>
        <p:spPr>
          <a:xfrm>
            <a:off x="3874125" y="866550"/>
            <a:ext cx="4531500" cy="3409500"/>
          </a:xfrm>
          <a:prstGeom prst="roundRect">
            <a:avLst>
              <a:gd fmla="val 4099" name="adj"/>
            </a:avLst>
          </a:prstGeom>
          <a:noFill/>
          <a:ln cap="flat" cmpd="sng" w="76200">
            <a:solidFill>
              <a:schemeClr val="dk2"/>
            </a:solidFill>
            <a:prstDash val="solid"/>
            <a:round/>
            <a:headEnd len="sm" w="sm" type="none"/>
            <a:tailEnd len="sm" w="sm" type="none"/>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17">
    <p:bg>
      <p:bgPr>
        <a:solidFill>
          <a:schemeClr val="lt1"/>
        </a:solidFill>
      </p:bgPr>
    </p:bg>
    <p:spTree>
      <p:nvGrpSpPr>
        <p:cNvPr id="268" name="Shape 268"/>
        <p:cNvGrpSpPr/>
        <p:nvPr/>
      </p:nvGrpSpPr>
      <p:grpSpPr>
        <a:xfrm>
          <a:off x="0" y="0"/>
          <a:ext cx="0" cy="0"/>
          <a:chOff x="0" y="0"/>
          <a:chExt cx="0" cy="0"/>
        </a:xfrm>
      </p:grpSpPr>
      <p:sp>
        <p:nvSpPr>
          <p:cNvPr id="269" name="Google Shape;269;p44"/>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0" name="Google Shape;270;p44"/>
          <p:cNvSpPr txBox="1"/>
          <p:nvPr>
            <p:ph idx="1" type="subTitle"/>
          </p:nvPr>
        </p:nvSpPr>
        <p:spPr>
          <a:xfrm>
            <a:off x="440281" y="763675"/>
            <a:ext cx="2070300" cy="3640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400"/>
              <a:buFont typeface="Nanum Myeongjo"/>
              <a:buNone/>
              <a:defRPr b="0" sz="2400">
                <a:solidFill>
                  <a:schemeClr val="dk2"/>
                </a:solidFill>
                <a:latin typeface="Nanum Myeongjo"/>
                <a:ea typeface="Nanum Myeongjo"/>
                <a:cs typeface="Nanum Myeongjo"/>
                <a:sym typeface="Nanum Myeongj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44"/>
          <p:cNvSpPr txBox="1"/>
          <p:nvPr/>
        </p:nvSpPr>
        <p:spPr>
          <a:xfrm>
            <a:off x="871975" y="114300"/>
            <a:ext cx="1385400" cy="819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200"/>
              </a:spcAft>
              <a:buNone/>
            </a:pPr>
            <a:r>
              <a:rPr b="1" lang="en">
                <a:solidFill>
                  <a:schemeClr val="accent4"/>
                </a:solidFill>
                <a:latin typeface="Albert Sans"/>
                <a:ea typeface="Albert Sans"/>
                <a:cs typeface="Albert Sans"/>
                <a:sym typeface="Albert Sans"/>
              </a:rPr>
              <a:t>Future Focused</a:t>
            </a:r>
            <a:endParaRPr b="1">
              <a:solidFill>
                <a:schemeClr val="accent4"/>
              </a:solidFill>
              <a:latin typeface="Albert Sans"/>
              <a:ea typeface="Albert Sans"/>
              <a:cs typeface="Albert Sans"/>
              <a:sym typeface="Albert Sans"/>
            </a:endParaRPr>
          </a:p>
        </p:txBody>
      </p:sp>
      <p:sp>
        <p:nvSpPr>
          <p:cNvPr id="272" name="Google Shape;272;p44"/>
          <p:cNvSpPr txBox="1"/>
          <p:nvPr>
            <p:ph idx="2" type="subTitle"/>
          </p:nvPr>
        </p:nvSpPr>
        <p:spPr>
          <a:xfrm>
            <a:off x="580888" y="3286575"/>
            <a:ext cx="1757100" cy="1189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None/>
              <a:defRPr b="0" sz="1000">
                <a:solidFill>
                  <a:schemeClr val="dk2"/>
                </a:solidFill>
              </a:defRPr>
            </a:lvl1pPr>
            <a:lvl2pPr lvl="1">
              <a:spcBef>
                <a:spcPts val="0"/>
              </a:spcBef>
              <a:spcAft>
                <a:spcPts val="0"/>
              </a:spcAft>
              <a:buClr>
                <a:schemeClr val="dk2"/>
              </a:buClr>
              <a:buSzPts val="1400"/>
              <a:buFont typeface="Albert Sans"/>
              <a:buNone/>
              <a:defRPr>
                <a:solidFill>
                  <a:schemeClr val="dk2"/>
                </a:solidFill>
              </a:defRPr>
            </a:lvl2pPr>
            <a:lvl3pPr lvl="2">
              <a:spcBef>
                <a:spcPts val="0"/>
              </a:spcBef>
              <a:spcAft>
                <a:spcPts val="0"/>
              </a:spcAft>
              <a:buClr>
                <a:schemeClr val="dk2"/>
              </a:buClr>
              <a:buSzPts val="1400"/>
              <a:buFont typeface="Albert Sans"/>
              <a:buNone/>
              <a:defRPr>
                <a:solidFill>
                  <a:schemeClr val="dk2"/>
                </a:solidFill>
              </a:defRPr>
            </a:lvl3pPr>
            <a:lvl4pPr lvl="3">
              <a:spcBef>
                <a:spcPts val="0"/>
              </a:spcBef>
              <a:spcAft>
                <a:spcPts val="0"/>
              </a:spcAft>
              <a:buClr>
                <a:schemeClr val="dk2"/>
              </a:buClr>
              <a:buSzPts val="1400"/>
              <a:buFont typeface="Albert Sans"/>
              <a:buNone/>
              <a:defRPr>
                <a:solidFill>
                  <a:schemeClr val="dk2"/>
                </a:solidFill>
              </a:defRPr>
            </a:lvl4pPr>
            <a:lvl5pPr lvl="4">
              <a:spcBef>
                <a:spcPts val="0"/>
              </a:spcBef>
              <a:spcAft>
                <a:spcPts val="0"/>
              </a:spcAft>
              <a:buClr>
                <a:schemeClr val="dk2"/>
              </a:buClr>
              <a:buSzPts val="1400"/>
              <a:buFont typeface="Albert Sans"/>
              <a:buNone/>
              <a:defRPr>
                <a:solidFill>
                  <a:schemeClr val="dk2"/>
                </a:solidFill>
              </a:defRPr>
            </a:lvl5pPr>
            <a:lvl6pPr lvl="5">
              <a:spcBef>
                <a:spcPts val="0"/>
              </a:spcBef>
              <a:spcAft>
                <a:spcPts val="0"/>
              </a:spcAft>
              <a:buClr>
                <a:schemeClr val="dk2"/>
              </a:buClr>
              <a:buSzPts val="1400"/>
              <a:buFont typeface="Albert Sans"/>
              <a:buNone/>
              <a:defRPr>
                <a:solidFill>
                  <a:schemeClr val="dk2"/>
                </a:solidFill>
              </a:defRPr>
            </a:lvl6pPr>
            <a:lvl7pPr lvl="6">
              <a:spcBef>
                <a:spcPts val="0"/>
              </a:spcBef>
              <a:spcAft>
                <a:spcPts val="0"/>
              </a:spcAft>
              <a:buClr>
                <a:schemeClr val="dk2"/>
              </a:buClr>
              <a:buSzPts val="1400"/>
              <a:buFont typeface="Albert Sans"/>
              <a:buNone/>
              <a:defRPr>
                <a:solidFill>
                  <a:schemeClr val="dk2"/>
                </a:solidFill>
              </a:defRPr>
            </a:lvl7pPr>
            <a:lvl8pPr lvl="7">
              <a:spcBef>
                <a:spcPts val="0"/>
              </a:spcBef>
              <a:spcAft>
                <a:spcPts val="0"/>
              </a:spcAft>
              <a:buClr>
                <a:schemeClr val="dk2"/>
              </a:buClr>
              <a:buSzPts val="1400"/>
              <a:buFont typeface="Albert Sans"/>
              <a:buNone/>
              <a:defRPr>
                <a:solidFill>
                  <a:schemeClr val="dk2"/>
                </a:solidFill>
              </a:defRPr>
            </a:lvl8pPr>
            <a:lvl9pPr lvl="8">
              <a:spcBef>
                <a:spcPts val="0"/>
              </a:spcBef>
              <a:spcAft>
                <a:spcPts val="0"/>
              </a:spcAft>
              <a:buClr>
                <a:schemeClr val="dk2"/>
              </a:buClr>
              <a:buSzPts val="1400"/>
              <a:buFont typeface="Albert Sans"/>
              <a:buNone/>
              <a:defRPr>
                <a:solidFill>
                  <a:schemeClr val="dk2"/>
                </a:solidFill>
              </a:defRPr>
            </a:lvl9pPr>
          </a:lstStyle>
          <a:p/>
        </p:txBody>
      </p:sp>
      <p:sp>
        <p:nvSpPr>
          <p:cNvPr id="273" name="Google Shape;273;p44"/>
          <p:cNvSpPr txBox="1"/>
          <p:nvPr>
            <p:ph idx="3" type="title"/>
          </p:nvPr>
        </p:nvSpPr>
        <p:spPr>
          <a:xfrm>
            <a:off x="440281" y="327150"/>
            <a:ext cx="2009100" cy="13254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400"/>
              <a:buFont typeface="Albert Sans"/>
              <a:buNone/>
              <a:defRPr b="1" sz="1400">
                <a:solidFill>
                  <a:schemeClr val="dk2"/>
                </a:solidFill>
                <a:latin typeface="Albert Sans"/>
                <a:ea typeface="Albert Sans"/>
                <a:cs typeface="Albert Sans"/>
                <a:sym typeface="Albert Sans"/>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Pullquote">
  <p:cSld name="CUSTOM_18">
    <p:bg>
      <p:bgPr>
        <a:solidFill>
          <a:schemeClr val="accent2"/>
        </a:solidFill>
      </p:bgPr>
    </p:bg>
    <p:spTree>
      <p:nvGrpSpPr>
        <p:cNvPr id="274" name="Shape 274"/>
        <p:cNvGrpSpPr/>
        <p:nvPr/>
      </p:nvGrpSpPr>
      <p:grpSpPr>
        <a:xfrm>
          <a:off x="0" y="0"/>
          <a:ext cx="0" cy="0"/>
          <a:chOff x="0" y="0"/>
          <a:chExt cx="0" cy="0"/>
        </a:xfrm>
      </p:grpSpPr>
      <p:sp>
        <p:nvSpPr>
          <p:cNvPr id="275" name="Google Shape;275;p45"/>
          <p:cNvSpPr txBox="1"/>
          <p:nvPr>
            <p:ph idx="1" type="subTitle"/>
          </p:nvPr>
        </p:nvSpPr>
        <p:spPr>
          <a:xfrm>
            <a:off x="821950" y="763675"/>
            <a:ext cx="2070300" cy="3640500"/>
          </a:xfrm>
          <a:prstGeom prst="rect">
            <a:avLst/>
          </a:prstGeom>
        </p:spPr>
        <p:txBody>
          <a:bodyPr anchorCtr="0" anchor="t" bIns="91425" lIns="91425" spcFirstLastPara="1" rIns="91425" wrap="square" tIns="91425">
            <a:noAutofit/>
          </a:bodyPr>
          <a:lstStyle>
            <a:lvl1pPr lvl="0">
              <a:spcBef>
                <a:spcPts val="0"/>
              </a:spcBef>
              <a:spcAft>
                <a:spcPts val="0"/>
              </a:spcAft>
              <a:buSzPts val="2400"/>
              <a:buFont typeface="Nanum Myeongjo"/>
              <a:buNone/>
              <a:defRPr sz="2400">
                <a:latin typeface="Nanum Myeongjo"/>
                <a:ea typeface="Nanum Myeongjo"/>
                <a:cs typeface="Nanum Myeongjo"/>
                <a:sym typeface="Nanum Myeongj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6" name="Google Shape;276;p45"/>
          <p:cNvSpPr/>
          <p:nvPr/>
        </p:nvSpPr>
        <p:spPr>
          <a:xfrm>
            <a:off x="114300" y="114300"/>
            <a:ext cx="8915400" cy="4914900"/>
          </a:xfrm>
          <a:prstGeom prst="roundRect">
            <a:avLst>
              <a:gd fmla="val 3305"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45"/>
          <p:cNvSpPr txBox="1"/>
          <p:nvPr>
            <p:ph idx="2" type="subTitle"/>
          </p:nvPr>
        </p:nvSpPr>
        <p:spPr>
          <a:xfrm>
            <a:off x="1062075" y="763675"/>
            <a:ext cx="7025400" cy="3640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3600"/>
              <a:buFont typeface="Nanum Myeongjo"/>
              <a:buNone/>
              <a:defRPr b="0" sz="3600">
                <a:solidFill>
                  <a:schemeClr val="dk2"/>
                </a:solidFill>
                <a:latin typeface="Nanum Myeongjo"/>
                <a:ea typeface="Nanum Myeongjo"/>
                <a:cs typeface="Nanum Myeongjo"/>
                <a:sym typeface="Nanum Myeongjo"/>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78" name="Google Shape;278;p45"/>
          <p:cNvSpPr txBox="1"/>
          <p:nvPr>
            <p:ph type="title"/>
          </p:nvPr>
        </p:nvSpPr>
        <p:spPr>
          <a:xfrm>
            <a:off x="7158725" y="4563900"/>
            <a:ext cx="1354500" cy="3936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000"/>
              <a:buFont typeface="Albert Sans"/>
              <a:buNone/>
              <a:defRPr sz="1000">
                <a:solidFill>
                  <a:schemeClr val="dk2"/>
                </a:solidFill>
                <a:latin typeface="Albert Sans"/>
                <a:ea typeface="Albert Sans"/>
                <a:cs typeface="Albert Sans"/>
                <a:sym typeface="Albert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45"/>
          <p:cNvSpPr/>
          <p:nvPr>
            <p:ph idx="3" type="pic"/>
          </p:nvPr>
        </p:nvSpPr>
        <p:spPr>
          <a:xfrm>
            <a:off x="8596800" y="223475"/>
            <a:ext cx="318600" cy="318600"/>
          </a:xfrm>
          <a:prstGeom prst="ellipse">
            <a:avLst/>
          </a:prstGeom>
          <a:no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280" name="Shape 280"/>
        <p:cNvGrpSpPr/>
        <p:nvPr/>
      </p:nvGrpSpPr>
      <p:grpSpPr>
        <a:xfrm>
          <a:off x="0" y="0"/>
          <a:ext cx="0" cy="0"/>
          <a:chOff x="0" y="0"/>
          <a:chExt cx="0" cy="0"/>
        </a:xfrm>
      </p:grpSpPr>
      <p:sp>
        <p:nvSpPr>
          <p:cNvPr id="281" name="Google Shape;281;p4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82" name="Google Shape;282;p4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283" name="Google Shape;283;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284" name="Shape 284"/>
        <p:cNvGrpSpPr/>
        <p:nvPr/>
      </p:nvGrpSpPr>
      <p:grpSpPr>
        <a:xfrm>
          <a:off x="0" y="0"/>
          <a:ext cx="0" cy="0"/>
          <a:chOff x="0" y="0"/>
          <a:chExt cx="0" cy="0"/>
        </a:xfrm>
      </p:grpSpPr>
      <p:sp>
        <p:nvSpPr>
          <p:cNvPr id="285" name="Google Shape;285;p4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86" name="Google Shape;286;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287" name="Shape 287"/>
        <p:cNvGrpSpPr/>
        <p:nvPr/>
      </p:nvGrpSpPr>
      <p:grpSpPr>
        <a:xfrm>
          <a:off x="0" y="0"/>
          <a:ext cx="0" cy="0"/>
          <a:chOff x="0" y="0"/>
          <a:chExt cx="0" cy="0"/>
        </a:xfrm>
      </p:grpSpPr>
      <p:sp>
        <p:nvSpPr>
          <p:cNvPr id="288" name="Google Shape;288;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9" name="Google Shape;289;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0" name="Google Shape;290;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291" name="Shape 291"/>
        <p:cNvGrpSpPr/>
        <p:nvPr/>
      </p:nvGrpSpPr>
      <p:grpSpPr>
        <a:xfrm>
          <a:off x="0" y="0"/>
          <a:ext cx="0" cy="0"/>
          <a:chOff x="0" y="0"/>
          <a:chExt cx="0" cy="0"/>
        </a:xfrm>
      </p:grpSpPr>
      <p:sp>
        <p:nvSpPr>
          <p:cNvPr id="292" name="Google Shape;292;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3" name="Google Shape;293;p4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4" name="Google Shape;294;p49"/>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5" name="Google Shape;295;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96" name="Shape 296"/>
        <p:cNvGrpSpPr/>
        <p:nvPr/>
      </p:nvGrpSpPr>
      <p:grpSpPr>
        <a:xfrm>
          <a:off x="0" y="0"/>
          <a:ext cx="0" cy="0"/>
          <a:chOff x="0" y="0"/>
          <a:chExt cx="0" cy="0"/>
        </a:xfrm>
      </p:grpSpPr>
      <p:sp>
        <p:nvSpPr>
          <p:cNvPr id="297" name="Google Shape;297;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 name="Google Shape;298;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99" name="Shape 299"/>
        <p:cNvGrpSpPr/>
        <p:nvPr/>
      </p:nvGrpSpPr>
      <p:grpSpPr>
        <a:xfrm>
          <a:off x="0" y="0"/>
          <a:ext cx="0" cy="0"/>
          <a:chOff x="0" y="0"/>
          <a:chExt cx="0" cy="0"/>
        </a:xfrm>
      </p:grpSpPr>
      <p:sp>
        <p:nvSpPr>
          <p:cNvPr id="300" name="Google Shape;300;p5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1" name="Google Shape;301;p5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2" name="Google Shape;302;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03" name="Shape 303"/>
        <p:cNvGrpSpPr/>
        <p:nvPr/>
      </p:nvGrpSpPr>
      <p:grpSpPr>
        <a:xfrm>
          <a:off x="0" y="0"/>
          <a:ext cx="0" cy="0"/>
          <a:chOff x="0" y="0"/>
          <a:chExt cx="0" cy="0"/>
        </a:xfrm>
      </p:grpSpPr>
      <p:sp>
        <p:nvSpPr>
          <p:cNvPr id="304" name="Google Shape;304;p5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05" name="Google Shape;305;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06" name="Shape 306"/>
        <p:cNvGrpSpPr/>
        <p:nvPr/>
      </p:nvGrpSpPr>
      <p:grpSpPr>
        <a:xfrm>
          <a:off x="0" y="0"/>
          <a:ext cx="0" cy="0"/>
          <a:chOff x="0" y="0"/>
          <a:chExt cx="0" cy="0"/>
        </a:xfrm>
      </p:grpSpPr>
      <p:sp>
        <p:nvSpPr>
          <p:cNvPr id="307" name="Google Shape;307;p5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5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09" name="Google Shape;309;p5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10" name="Google Shape;310;p5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Clr>
                <a:schemeClr val="dk1"/>
              </a:buClr>
              <a:buSzPts val="14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311" name="Google Shape;311;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312" name="Shape 312"/>
        <p:cNvGrpSpPr/>
        <p:nvPr/>
      </p:nvGrpSpPr>
      <p:grpSpPr>
        <a:xfrm>
          <a:off x="0" y="0"/>
          <a:ext cx="0" cy="0"/>
          <a:chOff x="0" y="0"/>
          <a:chExt cx="0" cy="0"/>
        </a:xfrm>
      </p:grpSpPr>
      <p:sp>
        <p:nvSpPr>
          <p:cNvPr id="313" name="Google Shape;313;p5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400"/>
              <a:buNone/>
              <a:defRPr/>
            </a:lvl1pPr>
          </a:lstStyle>
          <a:p/>
        </p:txBody>
      </p:sp>
      <p:sp>
        <p:nvSpPr>
          <p:cNvPr id="314" name="Google Shape;314;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315" name="Shape 315"/>
        <p:cNvGrpSpPr/>
        <p:nvPr/>
      </p:nvGrpSpPr>
      <p:grpSpPr>
        <a:xfrm>
          <a:off x="0" y="0"/>
          <a:ext cx="0" cy="0"/>
          <a:chOff x="0" y="0"/>
          <a:chExt cx="0" cy="0"/>
        </a:xfrm>
      </p:grpSpPr>
      <p:sp>
        <p:nvSpPr>
          <p:cNvPr id="316" name="Google Shape;316;p5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17" name="Google Shape;317;p5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318" name="Google Shape;318;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9" name="Shape 319"/>
        <p:cNvGrpSpPr/>
        <p:nvPr/>
      </p:nvGrpSpPr>
      <p:grpSpPr>
        <a:xfrm>
          <a:off x="0" y="0"/>
          <a:ext cx="0" cy="0"/>
          <a:chOff x="0" y="0"/>
          <a:chExt cx="0" cy="0"/>
        </a:xfrm>
      </p:grpSpPr>
      <p:sp>
        <p:nvSpPr>
          <p:cNvPr id="320" name="Google Shape;320;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321" name="Shape 321"/>
        <p:cNvGrpSpPr/>
        <p:nvPr/>
      </p:nvGrpSpPr>
      <p:grpSpPr>
        <a:xfrm>
          <a:off x="0" y="0"/>
          <a:ext cx="0" cy="0"/>
          <a:chOff x="0" y="0"/>
          <a:chExt cx="0" cy="0"/>
        </a:xfrm>
      </p:grpSpPr>
      <p:sp>
        <p:nvSpPr>
          <p:cNvPr id="322" name="Google Shape;322;p5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3" name="Google Shape;323;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24" name="Google Shape;324;p5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5" name="Google Shape;325;p5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6" name="Google Shape;326;p5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7" name="Google Shape;327;p5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8" name="Google Shape;328;p5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9" name="Google Shape;329;p5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_1">
    <p:spTree>
      <p:nvGrpSpPr>
        <p:cNvPr id="330" name="Shape 330"/>
        <p:cNvGrpSpPr/>
        <p:nvPr/>
      </p:nvGrpSpPr>
      <p:grpSpPr>
        <a:xfrm>
          <a:off x="0" y="0"/>
          <a:ext cx="0" cy="0"/>
          <a:chOff x="0" y="0"/>
          <a:chExt cx="0" cy="0"/>
        </a:xfrm>
      </p:grpSpPr>
      <p:sp>
        <p:nvSpPr>
          <p:cNvPr id="331" name="Google Shape;331;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2" name="Google Shape;332;p58"/>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33" name="Google Shape;333;p58"/>
          <p:cNvSpPr/>
          <p:nvPr>
            <p:ph idx="2" type="pic"/>
          </p:nvPr>
        </p:nvSpPr>
        <p:spPr>
          <a:xfrm>
            <a:off x="4992024" y="1152775"/>
            <a:ext cx="3840300" cy="3416400"/>
          </a:xfrm>
          <a:prstGeom prst="rect">
            <a:avLst/>
          </a:prstGeom>
          <a:noFill/>
          <a:ln>
            <a:noFill/>
          </a:ln>
        </p:spPr>
      </p:sp>
      <p:sp>
        <p:nvSpPr>
          <p:cNvPr id="334" name="Google Shape;334;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335" name="Shape 335"/>
        <p:cNvGrpSpPr/>
        <p:nvPr/>
      </p:nvGrpSpPr>
      <p:grpSpPr>
        <a:xfrm>
          <a:off x="0" y="0"/>
          <a:ext cx="0" cy="0"/>
          <a:chOff x="0" y="0"/>
          <a:chExt cx="0" cy="0"/>
        </a:xfrm>
      </p:grpSpPr>
      <p:sp>
        <p:nvSpPr>
          <p:cNvPr id="336" name="Google Shape;336;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37" name="Google Shape;337;p5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38" name="Google Shape;338;p59"/>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39" name="Google Shape;339;p5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40" name="Google Shape;340;p5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1" name="Google Shape;341;p5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342" name="Shape 342"/>
        <p:cNvGrpSpPr/>
        <p:nvPr/>
      </p:nvGrpSpPr>
      <p:grpSpPr>
        <a:xfrm>
          <a:off x="0" y="0"/>
          <a:ext cx="0" cy="0"/>
          <a:chOff x="0" y="0"/>
          <a:chExt cx="0" cy="0"/>
        </a:xfrm>
      </p:grpSpPr>
      <p:sp>
        <p:nvSpPr>
          <p:cNvPr id="343" name="Google Shape;343;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44" name="Google Shape;344;p60"/>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45" name="Google Shape;345;p6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46" name="Google Shape;346;p60"/>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47" name="Google Shape;347;p6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48" name="Google Shape;348;p60"/>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9" name="Google Shape;349;p60"/>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0" name="Google Shape;350;p60"/>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_1">
    <p:spTree>
      <p:nvGrpSpPr>
        <p:cNvPr id="351" name="Shape 351"/>
        <p:cNvGrpSpPr/>
        <p:nvPr/>
      </p:nvGrpSpPr>
      <p:grpSpPr>
        <a:xfrm>
          <a:off x="0" y="0"/>
          <a:ext cx="0" cy="0"/>
          <a:chOff x="0" y="0"/>
          <a:chExt cx="0" cy="0"/>
        </a:xfrm>
      </p:grpSpPr>
      <p:sp>
        <p:nvSpPr>
          <p:cNvPr id="352" name="Google Shape;352;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53" name="Google Shape;353;p61"/>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54" name="Google Shape;354;p6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55" name="Google Shape;355;p6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56" name="Google Shape;356;p6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57" name="Google Shape;357;p6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8" name="Google Shape;358;p6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9" name="Google Shape;359;p6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0" name="Google Shape;360;p6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1" name="Google Shape;361;p6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362" name="Shape 362"/>
        <p:cNvGrpSpPr/>
        <p:nvPr/>
      </p:nvGrpSpPr>
      <p:grpSpPr>
        <a:xfrm>
          <a:off x="0" y="0"/>
          <a:ext cx="0" cy="0"/>
          <a:chOff x="0" y="0"/>
          <a:chExt cx="0" cy="0"/>
        </a:xfrm>
      </p:grpSpPr>
      <p:sp>
        <p:nvSpPr>
          <p:cNvPr id="363" name="Google Shape;363;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4" name="Google Shape;364;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65" name="Google Shape;365;p6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_1">
    <p:spTree>
      <p:nvGrpSpPr>
        <p:cNvPr id="366" name="Shape 366"/>
        <p:cNvGrpSpPr/>
        <p:nvPr/>
      </p:nvGrpSpPr>
      <p:grpSpPr>
        <a:xfrm>
          <a:off x="0" y="0"/>
          <a:ext cx="0" cy="0"/>
          <a:chOff x="0" y="0"/>
          <a:chExt cx="0" cy="0"/>
        </a:xfrm>
      </p:grpSpPr>
      <p:sp>
        <p:nvSpPr>
          <p:cNvPr id="367" name="Google Shape;367;p63"/>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8" name="Google Shape;368;p63"/>
          <p:cNvSpPr/>
          <p:nvPr>
            <p:ph idx="2" type="pic"/>
          </p:nvPr>
        </p:nvSpPr>
        <p:spPr>
          <a:xfrm>
            <a:off x="4804825" y="1133300"/>
            <a:ext cx="4027500" cy="2392800"/>
          </a:xfrm>
          <a:prstGeom prst="rect">
            <a:avLst/>
          </a:prstGeom>
          <a:noFill/>
          <a:ln>
            <a:noFill/>
          </a:ln>
        </p:spPr>
      </p:sp>
      <p:sp>
        <p:nvSpPr>
          <p:cNvPr id="369" name="Google Shape;369;p63"/>
          <p:cNvSpPr/>
          <p:nvPr>
            <p:ph idx="3" type="pic"/>
          </p:nvPr>
        </p:nvSpPr>
        <p:spPr>
          <a:xfrm>
            <a:off x="311725" y="1133300"/>
            <a:ext cx="4027500" cy="2392800"/>
          </a:xfrm>
          <a:prstGeom prst="rect">
            <a:avLst/>
          </a:prstGeom>
          <a:noFill/>
          <a:ln>
            <a:noFill/>
          </a:ln>
        </p:spPr>
      </p:sp>
      <p:sp>
        <p:nvSpPr>
          <p:cNvPr id="370" name="Google Shape;370;p6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1" name="Google Shape;371;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72" name="Google Shape;372;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3" name="Google Shape;373;p6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4" name="Google Shape;374;p6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_1">
    <p:spTree>
      <p:nvGrpSpPr>
        <p:cNvPr id="375" name="Shape 375"/>
        <p:cNvGrpSpPr/>
        <p:nvPr/>
      </p:nvGrpSpPr>
      <p:grpSpPr>
        <a:xfrm>
          <a:off x="0" y="0"/>
          <a:ext cx="0" cy="0"/>
          <a:chOff x="0" y="0"/>
          <a:chExt cx="0" cy="0"/>
        </a:xfrm>
      </p:grpSpPr>
      <p:sp>
        <p:nvSpPr>
          <p:cNvPr id="376" name="Google Shape;376;p64"/>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7" name="Google Shape;377;p64"/>
          <p:cNvSpPr/>
          <p:nvPr>
            <p:ph idx="2" type="pic"/>
          </p:nvPr>
        </p:nvSpPr>
        <p:spPr>
          <a:xfrm>
            <a:off x="6205225" y="1128325"/>
            <a:ext cx="2627100" cy="2273100"/>
          </a:xfrm>
          <a:prstGeom prst="rect">
            <a:avLst/>
          </a:prstGeom>
          <a:noFill/>
          <a:ln>
            <a:noFill/>
          </a:ln>
        </p:spPr>
      </p:sp>
      <p:sp>
        <p:nvSpPr>
          <p:cNvPr id="378" name="Google Shape;378;p64"/>
          <p:cNvSpPr/>
          <p:nvPr>
            <p:ph idx="3" type="pic"/>
          </p:nvPr>
        </p:nvSpPr>
        <p:spPr>
          <a:xfrm>
            <a:off x="311725" y="1128325"/>
            <a:ext cx="2627100" cy="2273100"/>
          </a:xfrm>
          <a:prstGeom prst="rect">
            <a:avLst/>
          </a:prstGeom>
          <a:noFill/>
          <a:ln>
            <a:noFill/>
          </a:ln>
        </p:spPr>
      </p:sp>
      <p:sp>
        <p:nvSpPr>
          <p:cNvPr id="379" name="Google Shape;379;p6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0" name="Google Shape;380;p64"/>
          <p:cNvSpPr/>
          <p:nvPr>
            <p:ph idx="5" type="pic"/>
          </p:nvPr>
        </p:nvSpPr>
        <p:spPr>
          <a:xfrm>
            <a:off x="3255250" y="1128325"/>
            <a:ext cx="2627100" cy="2273100"/>
          </a:xfrm>
          <a:prstGeom prst="rect">
            <a:avLst/>
          </a:prstGeom>
          <a:noFill/>
          <a:ln>
            <a:noFill/>
          </a:ln>
        </p:spPr>
      </p:sp>
      <p:sp>
        <p:nvSpPr>
          <p:cNvPr id="381" name="Google Shape;381;p6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2" name="Google Shape;382;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83" name="Google Shape;383;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4" name="Google Shape;384;p6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85" name="Google Shape;385;p6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86" name="Google Shape;386;p6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_2">
    <p:spTree>
      <p:nvGrpSpPr>
        <p:cNvPr id="387" name="Shape 387"/>
        <p:cNvGrpSpPr/>
        <p:nvPr/>
      </p:nvGrpSpPr>
      <p:grpSpPr>
        <a:xfrm>
          <a:off x="0" y="0"/>
          <a:ext cx="0" cy="0"/>
          <a:chOff x="0" y="0"/>
          <a:chExt cx="0" cy="0"/>
        </a:xfrm>
      </p:grpSpPr>
      <p:sp>
        <p:nvSpPr>
          <p:cNvPr id="388" name="Google Shape;388;p65"/>
          <p:cNvSpPr/>
          <p:nvPr>
            <p:ph idx="2" type="pic"/>
          </p:nvPr>
        </p:nvSpPr>
        <p:spPr>
          <a:xfrm>
            <a:off x="311700" y="445025"/>
            <a:ext cx="8520600" cy="4218300"/>
          </a:xfrm>
          <a:prstGeom prst="rect">
            <a:avLst/>
          </a:prstGeom>
          <a:noFill/>
          <a:ln>
            <a:noFill/>
          </a:ln>
        </p:spPr>
      </p:sp>
      <p:sp>
        <p:nvSpPr>
          <p:cNvPr id="389" name="Google Shape;389;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390" name="Shape 390"/>
        <p:cNvGrpSpPr/>
        <p:nvPr/>
      </p:nvGrpSpPr>
      <p:grpSpPr>
        <a:xfrm>
          <a:off x="0" y="0"/>
          <a:ext cx="0" cy="0"/>
          <a:chOff x="0" y="0"/>
          <a:chExt cx="0" cy="0"/>
        </a:xfrm>
      </p:grpSpPr>
      <p:sp>
        <p:nvSpPr>
          <p:cNvPr id="391" name="Google Shape;391;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92" name="Google Shape;392;p66"/>
          <p:cNvSpPr/>
          <p:nvPr>
            <p:ph idx="2" type="pic"/>
          </p:nvPr>
        </p:nvSpPr>
        <p:spPr>
          <a:xfrm>
            <a:off x="3389600" y="118913"/>
            <a:ext cx="1643700" cy="1535100"/>
          </a:xfrm>
          <a:prstGeom prst="rect">
            <a:avLst/>
          </a:prstGeom>
          <a:noFill/>
          <a:ln>
            <a:noFill/>
          </a:ln>
        </p:spPr>
      </p:sp>
      <p:sp>
        <p:nvSpPr>
          <p:cNvPr id="393" name="Google Shape;393;p66"/>
          <p:cNvSpPr/>
          <p:nvPr>
            <p:ph idx="3" type="pic"/>
          </p:nvPr>
        </p:nvSpPr>
        <p:spPr>
          <a:xfrm>
            <a:off x="5195935" y="118913"/>
            <a:ext cx="1643700" cy="1535100"/>
          </a:xfrm>
          <a:prstGeom prst="rect">
            <a:avLst/>
          </a:prstGeom>
          <a:noFill/>
          <a:ln>
            <a:noFill/>
          </a:ln>
        </p:spPr>
      </p:sp>
      <p:sp>
        <p:nvSpPr>
          <p:cNvPr id="394" name="Google Shape;394;p66"/>
          <p:cNvSpPr/>
          <p:nvPr>
            <p:ph idx="4" type="pic"/>
          </p:nvPr>
        </p:nvSpPr>
        <p:spPr>
          <a:xfrm>
            <a:off x="7002270" y="118913"/>
            <a:ext cx="1643700" cy="1535100"/>
          </a:xfrm>
          <a:prstGeom prst="rect">
            <a:avLst/>
          </a:prstGeom>
          <a:noFill/>
          <a:ln>
            <a:noFill/>
          </a:ln>
        </p:spPr>
      </p:sp>
      <p:sp>
        <p:nvSpPr>
          <p:cNvPr id="395" name="Google Shape;395;p66"/>
          <p:cNvSpPr/>
          <p:nvPr>
            <p:ph idx="5" type="pic"/>
          </p:nvPr>
        </p:nvSpPr>
        <p:spPr>
          <a:xfrm>
            <a:off x="3389588" y="1804212"/>
            <a:ext cx="1643700" cy="1535100"/>
          </a:xfrm>
          <a:prstGeom prst="rect">
            <a:avLst/>
          </a:prstGeom>
          <a:noFill/>
          <a:ln>
            <a:noFill/>
          </a:ln>
        </p:spPr>
      </p:sp>
      <p:sp>
        <p:nvSpPr>
          <p:cNvPr id="396" name="Google Shape;396;p66"/>
          <p:cNvSpPr/>
          <p:nvPr>
            <p:ph idx="6" type="pic"/>
          </p:nvPr>
        </p:nvSpPr>
        <p:spPr>
          <a:xfrm>
            <a:off x="5195922" y="1804212"/>
            <a:ext cx="1643700" cy="1535100"/>
          </a:xfrm>
          <a:prstGeom prst="rect">
            <a:avLst/>
          </a:prstGeom>
          <a:noFill/>
          <a:ln>
            <a:noFill/>
          </a:ln>
        </p:spPr>
      </p:sp>
      <p:sp>
        <p:nvSpPr>
          <p:cNvPr id="397" name="Google Shape;397;p66"/>
          <p:cNvSpPr/>
          <p:nvPr>
            <p:ph idx="7" type="pic"/>
          </p:nvPr>
        </p:nvSpPr>
        <p:spPr>
          <a:xfrm>
            <a:off x="7002257" y="1804212"/>
            <a:ext cx="1643700" cy="1535100"/>
          </a:xfrm>
          <a:prstGeom prst="rect">
            <a:avLst/>
          </a:prstGeom>
          <a:noFill/>
          <a:ln>
            <a:noFill/>
          </a:ln>
        </p:spPr>
      </p:sp>
      <p:sp>
        <p:nvSpPr>
          <p:cNvPr id="398" name="Google Shape;398;p6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9" name="Google Shape;399;p66"/>
          <p:cNvSpPr/>
          <p:nvPr>
            <p:ph idx="8" type="pic"/>
          </p:nvPr>
        </p:nvSpPr>
        <p:spPr>
          <a:xfrm>
            <a:off x="3389588" y="3489487"/>
            <a:ext cx="1643700" cy="1535100"/>
          </a:xfrm>
          <a:prstGeom prst="rect">
            <a:avLst/>
          </a:prstGeom>
          <a:noFill/>
          <a:ln>
            <a:noFill/>
          </a:ln>
        </p:spPr>
      </p:sp>
      <p:sp>
        <p:nvSpPr>
          <p:cNvPr id="400" name="Google Shape;400;p66"/>
          <p:cNvSpPr/>
          <p:nvPr>
            <p:ph idx="9" type="pic"/>
          </p:nvPr>
        </p:nvSpPr>
        <p:spPr>
          <a:xfrm>
            <a:off x="5195922" y="3489487"/>
            <a:ext cx="1643700" cy="1535100"/>
          </a:xfrm>
          <a:prstGeom prst="rect">
            <a:avLst/>
          </a:prstGeom>
          <a:noFill/>
          <a:ln>
            <a:noFill/>
          </a:ln>
        </p:spPr>
      </p:sp>
      <p:sp>
        <p:nvSpPr>
          <p:cNvPr id="401" name="Google Shape;401;p6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54" Type="http://schemas.openxmlformats.org/officeDocument/2006/relationships/theme" Target="../theme/theme3.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7550" y="425875"/>
            <a:ext cx="2916300" cy="1288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400"/>
              <a:buFont typeface="Nanum Myeongjo"/>
              <a:buNone/>
              <a:defRPr sz="2400">
                <a:solidFill>
                  <a:schemeClr val="lt1"/>
                </a:solidFill>
                <a:latin typeface="Nanum Myeongjo"/>
                <a:ea typeface="Nanum Myeongjo"/>
                <a:cs typeface="Nanum Myeongjo"/>
                <a:sym typeface="Nanum Myeongjo"/>
              </a:defRPr>
            </a:lvl1pPr>
            <a:lvl2pPr lvl="1">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2pPr>
            <a:lvl3pPr lvl="2">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3pPr>
            <a:lvl4pPr lvl="3">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4pPr>
            <a:lvl5pPr lvl="4">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5pPr>
            <a:lvl6pPr lvl="5">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6pPr>
            <a:lvl7pPr lvl="6">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7pPr>
            <a:lvl8pPr lvl="7">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8pPr>
            <a:lvl9pPr lvl="8">
              <a:spcBef>
                <a:spcPts val="0"/>
              </a:spcBef>
              <a:spcAft>
                <a:spcPts val="0"/>
              </a:spcAft>
              <a:buClr>
                <a:schemeClr val="lt1"/>
              </a:buClr>
              <a:buSzPts val="1400"/>
              <a:buFont typeface="Nanum Myeongjo"/>
              <a:buNone/>
              <a:defRPr>
                <a:solidFill>
                  <a:schemeClr val="lt1"/>
                </a:solidFill>
                <a:latin typeface="Nanum Myeongjo"/>
                <a:ea typeface="Nanum Myeongjo"/>
                <a:cs typeface="Nanum Myeongjo"/>
                <a:sym typeface="Nanum Myeongjo"/>
              </a:defRPr>
            </a:lvl9pPr>
          </a:lstStyle>
          <a:p/>
        </p:txBody>
      </p:sp>
      <p:sp>
        <p:nvSpPr>
          <p:cNvPr id="52" name="Google Shape;52;p13"/>
          <p:cNvSpPr txBox="1"/>
          <p:nvPr>
            <p:ph idx="1" type="body"/>
          </p:nvPr>
        </p:nvSpPr>
        <p:spPr>
          <a:xfrm>
            <a:off x="347550" y="1714375"/>
            <a:ext cx="5780700" cy="29163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1pPr>
            <a:lvl2pPr indent="-317500" lvl="1" marL="9144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2pPr>
            <a:lvl3pPr indent="-317500" lvl="2" marL="13716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3pPr>
            <a:lvl4pPr indent="-317500" lvl="3" marL="18288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4pPr>
            <a:lvl5pPr indent="-317500" lvl="4" marL="22860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5pPr>
            <a:lvl6pPr indent="-317500" lvl="5" marL="27432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6pPr>
            <a:lvl7pPr indent="-317500" lvl="6" marL="32004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7pPr>
            <a:lvl8pPr indent="-317500" lvl="7" marL="36576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8pPr>
            <a:lvl9pPr indent="-317500" lvl="8" marL="4114800">
              <a:spcBef>
                <a:spcPts val="0"/>
              </a:spcBef>
              <a:spcAft>
                <a:spcPts val="0"/>
              </a:spcAft>
              <a:buClr>
                <a:schemeClr val="lt1"/>
              </a:buClr>
              <a:buSzPts val="1400"/>
              <a:buFont typeface="Albert Sans"/>
              <a:buChar char="■"/>
              <a:defRPr u="sng">
                <a:solidFill>
                  <a:schemeClr val="lt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19">
          <p15:clr>
            <a:srgbClr val="E46962"/>
          </p15:clr>
        </p15:guide>
        <p15:guide id="2" pos="593">
          <p15:clr>
            <a:srgbClr val="E46962"/>
          </p15:clr>
        </p15:guide>
        <p15:guide id="3" pos="669">
          <p15:clr>
            <a:srgbClr val="E46962"/>
          </p15:clr>
        </p15:guide>
        <p15:guide id="4" pos="1044">
          <p15:clr>
            <a:srgbClr val="E46962"/>
          </p15:clr>
        </p15:guide>
        <p15:guide id="5" pos="1119">
          <p15:clr>
            <a:srgbClr val="E46962"/>
          </p15:clr>
        </p15:guide>
        <p15:guide id="6" pos="1494">
          <p15:clr>
            <a:srgbClr val="E46962"/>
          </p15:clr>
        </p15:guide>
        <p15:guide id="7" pos="1569">
          <p15:clr>
            <a:srgbClr val="E46962"/>
          </p15:clr>
        </p15:guide>
        <p15:guide id="8" pos="1944">
          <p15:clr>
            <a:srgbClr val="E46962"/>
          </p15:clr>
        </p15:guide>
        <p15:guide id="9" pos="2019">
          <p15:clr>
            <a:srgbClr val="E46962"/>
          </p15:clr>
        </p15:guide>
        <p15:guide id="10" pos="2394">
          <p15:clr>
            <a:srgbClr val="E46962"/>
          </p15:clr>
        </p15:guide>
        <p15:guide id="11" pos="2469">
          <p15:clr>
            <a:srgbClr val="E46962"/>
          </p15:clr>
        </p15:guide>
        <p15:guide id="12" pos="2844">
          <p15:clr>
            <a:srgbClr val="E46962"/>
          </p15:clr>
        </p15:guide>
        <p15:guide id="13" pos="2919">
          <p15:clr>
            <a:srgbClr val="E46962"/>
          </p15:clr>
        </p15:guide>
        <p15:guide id="14" pos="3294">
          <p15:clr>
            <a:srgbClr val="E46962"/>
          </p15:clr>
        </p15:guide>
        <p15:guide id="15" pos="3370">
          <p15:clr>
            <a:srgbClr val="E46962"/>
          </p15:clr>
        </p15:guide>
        <p15:guide id="16" pos="3744">
          <p15:clr>
            <a:srgbClr val="E46962"/>
          </p15:clr>
        </p15:guide>
        <p15:guide id="17" pos="3820">
          <p15:clr>
            <a:srgbClr val="E46962"/>
          </p15:clr>
        </p15:guide>
        <p15:guide id="18" pos="4194">
          <p15:clr>
            <a:srgbClr val="E46962"/>
          </p15:clr>
        </p15:guide>
        <p15:guide id="19" pos="4270">
          <p15:clr>
            <a:srgbClr val="E46962"/>
          </p15:clr>
        </p15:guide>
        <p15:guide id="20" pos="4644">
          <p15:clr>
            <a:srgbClr val="E46962"/>
          </p15:clr>
        </p15:guide>
        <p15:guide id="21" pos="4720">
          <p15:clr>
            <a:srgbClr val="E46962"/>
          </p15:clr>
        </p15:guide>
        <p15:guide id="22" pos="5094">
          <p15:clr>
            <a:srgbClr val="E46962"/>
          </p15:clr>
        </p15:guide>
        <p15:guide id="23" pos="5170">
          <p15:clr>
            <a:srgbClr val="E46962"/>
          </p15:clr>
        </p15:guide>
        <p15:guide id="24" pos="5544">
          <p15:clr>
            <a:srgbClr val="E46962"/>
          </p15:clr>
        </p15:guide>
        <p15:guide id="25" orient="horz" pos="141">
          <p15:clr>
            <a:srgbClr val="E46962"/>
          </p15:clr>
        </p15:guide>
        <p15:guide id="26" orient="horz" pos="3099">
          <p15:clr>
            <a:srgbClr val="E46962"/>
          </p15:clr>
        </p15:guide>
        <p15:guide id="27" pos="144">
          <p15:clr>
            <a:srgbClr val="E46962"/>
          </p15:clr>
        </p15:guide>
        <p15:guide id="28" pos="5616">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xml"/><Relationship Id="rId3" Type="http://schemas.openxmlformats.org/officeDocument/2006/relationships/hyperlink" Target="http://www.youtube.com/watch?v=-9L5uhQrWD8" TargetMode="Externa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6.xml"/><Relationship Id="rId3" Type="http://schemas.openxmlformats.org/officeDocument/2006/relationships/hyperlink" Target="http://www.youtube.com/watch?v=8maxiKsFhJQ" TargetMode="Externa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8.xml"/><Relationship Id="rId3" Type="http://schemas.openxmlformats.org/officeDocument/2006/relationships/hyperlink" Target="http://www.youtube.com/watch?v=5MPBUXW_bLg" TargetMode="External"/><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10.xml"/><Relationship Id="rId3" Type="http://schemas.openxmlformats.org/officeDocument/2006/relationships/hyperlink" Target="http://www.youtube.com/watch?v=X3IxKuFN3Mo" TargetMode="External"/><Relationship Id="rId4"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6.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4.png"/><Relationship Id="rId4" Type="http://schemas.openxmlformats.org/officeDocument/2006/relationships/image" Target="../media/image1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9.png"/><Relationship Id="rId4"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67"/>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07" name="Google Shape;407;p67"/>
          <p:cNvSpPr txBox="1"/>
          <p:nvPr>
            <p:ph idx="3" type="title"/>
          </p:nvPr>
        </p:nvSpPr>
        <p:spPr>
          <a:xfrm>
            <a:off x="3821131" y="380700"/>
            <a:ext cx="27432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Characterization 1</a:t>
            </a:r>
            <a:endParaRPr/>
          </a:p>
        </p:txBody>
      </p:sp>
      <p:sp>
        <p:nvSpPr>
          <p:cNvPr id="408" name="Google Shape;408;p67"/>
          <p:cNvSpPr txBox="1"/>
          <p:nvPr>
            <p:ph type="title"/>
          </p:nvPr>
        </p:nvSpPr>
        <p:spPr>
          <a:xfrm>
            <a:off x="3780304" y="889050"/>
            <a:ext cx="4446900" cy="186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Character Traits</a:t>
            </a:r>
            <a:endParaRPr/>
          </a:p>
        </p:txBody>
      </p:sp>
      <p:sp>
        <p:nvSpPr>
          <p:cNvPr id="409" name="Google Shape;409;p67"/>
          <p:cNvSpPr txBox="1"/>
          <p:nvPr>
            <p:ph idx="1" type="subTitle"/>
          </p:nvPr>
        </p:nvSpPr>
        <p:spPr>
          <a:xfrm>
            <a:off x="3827775" y="4526350"/>
            <a:ext cx="1309200" cy="393600"/>
          </a:xfrm>
          <a:prstGeom prst="rect">
            <a:avLst/>
          </a:prstGeom>
          <a:solidFill>
            <a:schemeClr val="lt1"/>
          </a:solidFill>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chemeClr val="dk2"/>
                </a:solidFill>
              </a:rPr>
              <a:t>© 2025 Geoffrey James Aguirre. All Rights Reserved.</a:t>
            </a:r>
            <a:endParaRPr sz="600">
              <a:solidFill>
                <a:schemeClr val="dk2"/>
              </a:solidFill>
            </a:endParaRPr>
          </a:p>
          <a:p>
            <a:pPr indent="0" lvl="0" marL="0" rtl="0" algn="l">
              <a:spcBef>
                <a:spcPts val="0"/>
              </a:spcBef>
              <a:spcAft>
                <a:spcPts val="0"/>
              </a:spcAft>
              <a:buNone/>
            </a:pPr>
            <a:r>
              <a:t/>
            </a:r>
            <a:endParaRPr b="1"/>
          </a:p>
        </p:txBody>
      </p:sp>
      <p:pic>
        <p:nvPicPr>
          <p:cNvPr descr="Hexagonal icon." id="410" name="Google Shape;410;p67"/>
          <p:cNvPicPr preferRelativeResize="0"/>
          <p:nvPr>
            <p:ph idx="2" type="pic"/>
          </p:nvPr>
        </p:nvPicPr>
        <p:blipFill rotWithShape="1">
          <a:blip r:embed="rId3">
            <a:alphaModFix/>
          </a:blip>
          <a:srcRect b="6732" l="0" r="0" t="6732"/>
          <a:stretch/>
        </p:blipFill>
        <p:spPr>
          <a:xfrm>
            <a:off x="8596800" y="223475"/>
            <a:ext cx="318600" cy="318600"/>
          </a:xfrm>
          <a:prstGeom prst="ellipse">
            <a:avLst/>
          </a:prstGeom>
        </p:spPr>
      </p:pic>
      <p:pic>
        <p:nvPicPr>
          <p:cNvPr descr="Hexagonal icon." id="411" name="Google Shape;411;p67"/>
          <p:cNvPicPr preferRelativeResize="0"/>
          <p:nvPr/>
        </p:nvPicPr>
        <p:blipFill>
          <a:blip r:embed="rId4">
            <a:alphaModFix/>
          </a:blip>
          <a:stretch>
            <a:fillRect/>
          </a:stretch>
        </p:blipFill>
        <p:spPr>
          <a:xfrm>
            <a:off x="347550" y="542066"/>
            <a:ext cx="2738149" cy="3159033"/>
          </a:xfrm>
          <a:prstGeom prst="rect">
            <a:avLst/>
          </a:prstGeom>
          <a:noFill/>
          <a:ln>
            <a:noFill/>
          </a:ln>
        </p:spPr>
      </p:pic>
      <p:sp>
        <p:nvSpPr>
          <p:cNvPr id="412" name="Google Shape;412;p67"/>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413" name="Google Shape;413;p67"/>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Characterization 1 | Videos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Characterization 1: True Traits (versus Impostor Traits)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pic>
        <p:nvPicPr>
          <p:cNvPr id="428" name="Google Shape;428;p70" title="Characterization: True Traits (versus Impostor Traits)">
            <a:hlinkClick r:id="rId3"/>
          </p:cNvPr>
          <p:cNvPicPr preferRelativeResize="0"/>
          <p:nvPr/>
        </p:nvPicPr>
        <p:blipFill>
          <a:blip r:embed="rId4">
            <a:alphaModFix/>
          </a:blip>
          <a:stretch>
            <a:fillRect/>
          </a:stretch>
        </p:blipFill>
        <p:spPr>
          <a:xfrm>
            <a:off x="211425" y="151150"/>
            <a:ext cx="8606600" cy="4841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8"/>
                                        </p:tgtEl>
                                        <p:attrNameLst>
                                          <p:attrName>style.visibility</p:attrName>
                                        </p:attrNameLst>
                                      </p:cBhvr>
                                      <p:to>
                                        <p:strVal val="visible"/>
                                      </p:to>
                                    </p:set>
                                    <p:animEffect filter="fade" transition="in">
                                      <p:cBhvr>
                                        <p:cTn dur="1000"/>
                                        <p:tgtEl>
                                          <p:spTgt spid="4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1"/>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Mr. A Reads Little Red-Riding-Hooded Wolf</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pic>
        <p:nvPicPr>
          <p:cNvPr id="438" name="Google Shape;438;p72" title="Mr. A Reads Little Red-Riding-Hooded Wolf">
            <a:hlinkClick r:id="rId3"/>
          </p:cNvPr>
          <p:cNvPicPr preferRelativeResize="0"/>
          <p:nvPr/>
        </p:nvPicPr>
        <p:blipFill>
          <a:blip r:embed="rId4">
            <a:alphaModFix/>
          </a:blip>
          <a:stretch>
            <a:fillRect/>
          </a:stretch>
        </p:blipFill>
        <p:spPr>
          <a:xfrm>
            <a:off x="247288" y="139100"/>
            <a:ext cx="8649425" cy="48653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1000"/>
                                        <p:tgtEl>
                                          <p:spTgt spid="4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Wolfzel and Growltel - Part 1 (Locating Possible Traits and Recording Textual Evidence)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pic>
        <p:nvPicPr>
          <p:cNvPr descr="In this video, I walk through the process of locating possible character traits in a story, highlighting key evidence as I go. I emphasize the importance of using specific examples from the text. I also encourage you to look for potential traits with an open mind, as the next step (analysis) will help refine your choices. - In each paragraph, we’re asking: what does the character say, think, do, cause, or appear as that gives us a clue about who they are? Remember that true traits are quiet but repeated, and that false (impostor or confuser) traits often appear once, are assumed, or feel shallow on deeper inspection." id="448" name="Google Shape;448;p74" title="Wolfzel and Growltel - Part 1 (Locating Possible Traits and Recording Textual Evidence)">
            <a:hlinkClick r:id="rId3"/>
          </p:cNvPr>
          <p:cNvPicPr preferRelativeResize="0"/>
          <p:nvPr/>
        </p:nvPicPr>
        <p:blipFill>
          <a:blip r:embed="rId4">
            <a:alphaModFix/>
          </a:blip>
          <a:stretch>
            <a:fillRect/>
          </a:stretch>
        </p:blipFill>
        <p:spPr>
          <a:xfrm>
            <a:off x="190500" y="107150"/>
            <a:ext cx="8763000" cy="49291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1000"/>
                                        <p:tgtEl>
                                          <p:spTgt spid="4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5"/>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Wolfzel and Growltel - Part 2 (Analyzing Possible Traits; Determining Which Are True Traits)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pic>
        <p:nvPicPr>
          <p:cNvPr descr="In this video, I walk through the process of analyzing possible character traits in a story (which we located in the previous video), focusing on consistency and psychological depth. I emphasize the importance of having multiple examples and demonstrate how to disqualify traits that don't meet the criteria. I also discuss the nuances of analyzing (for example, bravery versus recklessness) character actions." id="458" name="Google Shape;458;p76" title="Wolfzel and Growltel - Part 2 (Analyzing Possible Traits; Determining Which Are True Traits)">
            <a:hlinkClick r:id="rId3"/>
          </p:cNvPr>
          <p:cNvPicPr preferRelativeResize="0"/>
          <p:nvPr/>
        </p:nvPicPr>
        <p:blipFill>
          <a:blip r:embed="rId4">
            <a:alphaModFix/>
          </a:blip>
          <a:stretch>
            <a:fillRect/>
          </a:stretch>
        </p:blipFill>
        <p:spPr>
          <a:xfrm>
            <a:off x="247288" y="139100"/>
            <a:ext cx="8649425" cy="48653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8"/>
                                        </p:tgtEl>
                                        <p:attrNameLst>
                                          <p:attrName>style.visibility</p:attrName>
                                        </p:attrNameLst>
                                      </p:cBhvr>
                                      <p:to>
                                        <p:strVal val="visible"/>
                                      </p:to>
                                    </p:set>
                                    <p:animEffect filter="fade" transition="in">
                                      <p:cBhvr>
                                        <p:cTn dur="1000"/>
                                        <p:tgtEl>
                                          <p:spTgt spid="4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Characterization 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8"/>
          <p:cNvSpPr/>
          <p:nvPr/>
        </p:nvSpPr>
        <p:spPr>
          <a:xfrm>
            <a:off x="8596792" y="4601400"/>
            <a:ext cx="318600" cy="3186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469" name="Google Shape;469;p78"/>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470" name="Google Shape;470;p78"/>
          <p:cNvSpPr txBox="1"/>
          <p:nvPr>
            <p:ph idx="1" type="subTitle"/>
          </p:nvPr>
        </p:nvSpPr>
        <p:spPr>
          <a:xfrm>
            <a:off x="954363" y="1748025"/>
            <a:ext cx="7137900" cy="27015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SzPts val="2400"/>
              <a:buChar char="●"/>
            </a:pPr>
            <a:r>
              <a:rPr lang="en"/>
              <a:t>A trait is a word that describes what kind of person someone is—what they’re usually like on the inside, not just how they look. </a:t>
            </a:r>
            <a:endParaRPr/>
          </a:p>
          <a:p>
            <a:pPr indent="-381000" lvl="0" marL="457200" rtl="0" algn="l">
              <a:spcBef>
                <a:spcPts val="0"/>
              </a:spcBef>
              <a:spcAft>
                <a:spcPts val="0"/>
              </a:spcAft>
              <a:buSzPts val="2400"/>
              <a:buChar char="●"/>
            </a:pPr>
            <a:r>
              <a:rPr lang="en"/>
              <a:t>A trait is also not just what someone does once—it’s who they consistently show themselves to be. It’s a pattern that repeats. If you see it only once, it’s not a trait—it’s a moment.</a:t>
            </a:r>
            <a:endParaRPr/>
          </a:p>
          <a:p>
            <a:pPr indent="0" lvl="0" marL="0" rtl="0" algn="l">
              <a:spcBef>
                <a:spcPts val="1200"/>
              </a:spcBef>
              <a:spcAft>
                <a:spcPts val="1200"/>
              </a:spcAft>
              <a:buNone/>
            </a:pPr>
            <a:r>
              <a:t/>
            </a:r>
            <a:endParaRPr/>
          </a:p>
        </p:txBody>
      </p:sp>
      <p:pic>
        <p:nvPicPr>
          <p:cNvPr descr="Hexagonal icon." id="471" name="Google Shape;471;p78"/>
          <p:cNvPicPr preferRelativeResize="0"/>
          <p:nvPr>
            <p:ph idx="2" type="pic"/>
          </p:nvPr>
        </p:nvPicPr>
        <p:blipFill rotWithShape="1">
          <a:blip r:embed="rId3">
            <a:alphaModFix/>
          </a:blip>
          <a:srcRect b="6732" l="0" r="0" t="6732"/>
          <a:stretch/>
        </p:blipFill>
        <p:spPr>
          <a:xfrm>
            <a:off x="8596800" y="223475"/>
            <a:ext cx="318600" cy="318600"/>
          </a:xfrm>
          <a:prstGeom prst="ellipse">
            <a:avLst/>
          </a:prstGeom>
        </p:spPr>
      </p:pic>
      <p:sp>
        <p:nvSpPr>
          <p:cNvPr id="472" name="Google Shape;472;p78"/>
          <p:cNvSpPr txBox="1"/>
          <p:nvPr>
            <p:ph idx="4" type="title"/>
          </p:nvPr>
        </p:nvSpPr>
        <p:spPr>
          <a:xfrm>
            <a:off x="937176" y="609434"/>
            <a:ext cx="7137900" cy="201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is a Trait?</a:t>
            </a:r>
            <a:endParaRPr/>
          </a:p>
          <a:p>
            <a:pPr indent="0" lvl="0" marL="0" rtl="0" algn="l">
              <a:spcBef>
                <a:spcPts val="0"/>
              </a:spcBef>
              <a:spcAft>
                <a:spcPts val="0"/>
              </a:spcAft>
              <a:buNone/>
            </a:pPr>
            <a:r>
              <a:t/>
            </a:r>
            <a:endParaRPr/>
          </a:p>
        </p:txBody>
      </p:sp>
      <p:sp>
        <p:nvSpPr>
          <p:cNvPr id="473" name="Google Shape;473;p78"/>
          <p:cNvSpPr txBox="1"/>
          <p:nvPr/>
        </p:nvSpPr>
        <p:spPr>
          <a:xfrm>
            <a:off x="7165814" y="4614225"/>
            <a:ext cx="1318200" cy="275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600">
              <a:solidFill>
                <a:schemeClr val="dk2"/>
              </a:solidFill>
              <a:latin typeface="Albert Sans"/>
              <a:ea typeface="Albert Sans"/>
              <a:cs typeface="Albert Sans"/>
              <a:sym typeface="Albert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79" name="Google Shape;479;p79"/>
          <p:cNvSpPr txBox="1"/>
          <p:nvPr>
            <p:ph type="title"/>
          </p:nvPr>
        </p:nvSpPr>
        <p:spPr>
          <a:xfrm>
            <a:off x="948175" y="797675"/>
            <a:ext cx="2852100" cy="265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trait is:</a:t>
            </a:r>
            <a:endParaRPr/>
          </a:p>
          <a:p>
            <a:pPr indent="0" lvl="0" marL="0" rtl="0" algn="l">
              <a:spcBef>
                <a:spcPts val="0"/>
              </a:spcBef>
              <a:spcAft>
                <a:spcPts val="0"/>
              </a:spcAft>
              <a:buNone/>
            </a:pPr>
            <a:r>
              <a:t/>
            </a:r>
            <a:endParaRPr/>
          </a:p>
        </p:txBody>
      </p:sp>
      <p:sp>
        <p:nvSpPr>
          <p:cNvPr id="480" name="Google Shape;480;p79"/>
          <p:cNvSpPr/>
          <p:nvPr/>
        </p:nvSpPr>
        <p:spPr>
          <a:xfrm>
            <a:off x="3923125" y="278725"/>
            <a:ext cx="4989300" cy="698700"/>
          </a:xfrm>
          <a:prstGeom prst="round2SameRect">
            <a:avLst>
              <a:gd fmla="val 16667"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79"/>
          <p:cNvSpPr/>
          <p:nvPr/>
        </p:nvSpPr>
        <p:spPr>
          <a:xfrm>
            <a:off x="3923152" y="972031"/>
            <a:ext cx="4989300" cy="698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79"/>
          <p:cNvSpPr/>
          <p:nvPr/>
        </p:nvSpPr>
        <p:spPr>
          <a:xfrm>
            <a:off x="3923152" y="1670453"/>
            <a:ext cx="4989300" cy="693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79"/>
          <p:cNvSpPr/>
          <p:nvPr/>
        </p:nvSpPr>
        <p:spPr>
          <a:xfrm>
            <a:off x="3923152" y="2359819"/>
            <a:ext cx="4989300" cy="693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4"/>
              </a:solidFill>
            </a:endParaRPr>
          </a:p>
        </p:txBody>
      </p:sp>
      <p:sp>
        <p:nvSpPr>
          <p:cNvPr id="484" name="Google Shape;484;p79"/>
          <p:cNvSpPr txBox="1"/>
          <p:nvPr>
            <p:ph idx="4" type="title"/>
          </p:nvPr>
        </p:nvSpPr>
        <p:spPr>
          <a:xfrm>
            <a:off x="4466650" y="1670460"/>
            <a:ext cx="4440300" cy="693300"/>
          </a:xfrm>
          <a:prstGeom prst="rect">
            <a:avLst/>
          </a:prstGeom>
        </p:spPr>
        <p:txBody>
          <a:bodyPr anchorCtr="0" anchor="ctr" bIns="91425" lIns="91425" spcFirstLastPara="1" rIns="91425" wrap="square" tIns="91425">
            <a:noAutofit/>
          </a:bodyPr>
          <a:lstStyle/>
          <a:p>
            <a:pPr indent="0" lvl="0" marL="0" rtl="0" algn="l">
              <a:spcBef>
                <a:spcPts val="1200"/>
              </a:spcBef>
              <a:spcAft>
                <a:spcPts val="1200"/>
              </a:spcAft>
              <a:buNone/>
            </a:pPr>
            <a:r>
              <a:rPr lang="en" sz="1400">
                <a:latin typeface="Georgia"/>
                <a:ea typeface="Georgia"/>
                <a:cs typeface="Georgia"/>
                <a:sym typeface="Georgia"/>
              </a:rPr>
              <a:t>Evidence-Based – It can be supported by observable examples (speech,thoughts, actions, and so on).</a:t>
            </a:r>
            <a:endParaRPr/>
          </a:p>
        </p:txBody>
      </p:sp>
      <p:sp>
        <p:nvSpPr>
          <p:cNvPr id="485" name="Google Shape;485;p79"/>
          <p:cNvSpPr txBox="1"/>
          <p:nvPr>
            <p:ph idx="2" type="title"/>
          </p:nvPr>
        </p:nvSpPr>
        <p:spPr>
          <a:xfrm>
            <a:off x="4466650" y="281269"/>
            <a:ext cx="4440300" cy="693300"/>
          </a:xfrm>
          <a:prstGeom prst="rect">
            <a:avLst/>
          </a:prstGeom>
        </p:spPr>
        <p:txBody>
          <a:bodyPr anchorCtr="0" anchor="ctr" bIns="91425" lIns="91425" spcFirstLastPara="1" rIns="91425" wrap="square" tIns="91425">
            <a:noAutofit/>
          </a:bodyPr>
          <a:lstStyle/>
          <a:p>
            <a:pPr indent="0" lvl="0" marL="0" rtl="0" algn="l">
              <a:spcBef>
                <a:spcPts val="1200"/>
              </a:spcBef>
              <a:spcAft>
                <a:spcPts val="1200"/>
              </a:spcAft>
              <a:buNone/>
            </a:pPr>
            <a:r>
              <a:rPr lang="en" sz="1400">
                <a:latin typeface="Georgia"/>
                <a:ea typeface="Georgia"/>
                <a:cs typeface="Georgia"/>
                <a:sym typeface="Georgia"/>
              </a:rPr>
              <a:t>Consistent – It shows up across time or in more than one situation.</a:t>
            </a:r>
            <a:endParaRPr/>
          </a:p>
        </p:txBody>
      </p:sp>
      <p:sp>
        <p:nvSpPr>
          <p:cNvPr id="486" name="Google Shape;486;p79"/>
          <p:cNvSpPr txBox="1"/>
          <p:nvPr>
            <p:ph idx="3" type="title"/>
          </p:nvPr>
        </p:nvSpPr>
        <p:spPr>
          <a:xfrm>
            <a:off x="4466650" y="974571"/>
            <a:ext cx="4440300" cy="693300"/>
          </a:xfrm>
          <a:prstGeom prst="rect">
            <a:avLst/>
          </a:prstGeom>
        </p:spPr>
        <p:txBody>
          <a:bodyPr anchorCtr="0" anchor="ctr" bIns="91425" lIns="91425" spcFirstLastPara="1" rIns="91425" wrap="square" tIns="91425">
            <a:noAutofit/>
          </a:bodyPr>
          <a:lstStyle/>
          <a:p>
            <a:pPr indent="0" lvl="0" marL="0" rtl="0" algn="l">
              <a:spcBef>
                <a:spcPts val="1200"/>
              </a:spcBef>
              <a:spcAft>
                <a:spcPts val="1200"/>
              </a:spcAft>
              <a:buNone/>
            </a:pPr>
            <a:r>
              <a:rPr lang="en" sz="1400">
                <a:latin typeface="Georgia"/>
                <a:ea typeface="Georgia"/>
                <a:cs typeface="Georgia"/>
                <a:sym typeface="Georgia"/>
              </a:rPr>
              <a:t>Patterned – It reflects a tendency in how the character typically thinks, feels, or behaves.</a:t>
            </a:r>
            <a:endParaRPr/>
          </a:p>
        </p:txBody>
      </p:sp>
      <p:sp>
        <p:nvSpPr>
          <p:cNvPr id="487" name="Google Shape;487;p79"/>
          <p:cNvSpPr txBox="1"/>
          <p:nvPr>
            <p:ph idx="4294967295" type="title"/>
          </p:nvPr>
        </p:nvSpPr>
        <p:spPr>
          <a:xfrm>
            <a:off x="4466650" y="2359826"/>
            <a:ext cx="4440300" cy="693300"/>
          </a:xfrm>
          <a:prstGeom prst="rect">
            <a:avLst/>
          </a:prstGeom>
        </p:spPr>
        <p:txBody>
          <a:bodyPr anchorCtr="0" anchor="ctr" bIns="91425" lIns="91425" spcFirstLastPara="1" rIns="91425" wrap="square" tIns="91425">
            <a:noAutofit/>
          </a:bodyPr>
          <a:lstStyle/>
          <a:p>
            <a:pPr indent="0" lvl="0" marL="0" rtl="0" algn="l">
              <a:spcBef>
                <a:spcPts val="1200"/>
              </a:spcBef>
              <a:spcAft>
                <a:spcPts val="1200"/>
              </a:spcAft>
              <a:buNone/>
            </a:pPr>
            <a:r>
              <a:rPr lang="en" sz="1400">
                <a:solidFill>
                  <a:schemeClr val="dk2"/>
                </a:solidFill>
                <a:latin typeface="Georgia"/>
                <a:ea typeface="Georgia"/>
                <a:cs typeface="Georgia"/>
                <a:sym typeface="Georgia"/>
              </a:rPr>
              <a:t>Psychologically Revealing – It gives insight into what kind of person the character is.</a:t>
            </a:r>
            <a:endParaRPr>
              <a:solidFill>
                <a:schemeClr val="dk2"/>
              </a:solidFill>
            </a:endParaRPr>
          </a:p>
        </p:txBody>
      </p:sp>
      <p:sp>
        <p:nvSpPr>
          <p:cNvPr id="488" name="Google Shape;488;p79"/>
          <p:cNvSpPr txBox="1"/>
          <p:nvPr/>
        </p:nvSpPr>
        <p:spPr>
          <a:xfrm>
            <a:off x="4113984" y="281275"/>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01</a:t>
            </a:r>
            <a:endParaRPr>
              <a:solidFill>
                <a:schemeClr val="dk2"/>
              </a:solidFill>
              <a:latin typeface="Albert Sans"/>
              <a:ea typeface="Albert Sans"/>
              <a:cs typeface="Albert Sans"/>
              <a:sym typeface="Albert Sans"/>
            </a:endParaRPr>
          </a:p>
        </p:txBody>
      </p:sp>
      <p:sp>
        <p:nvSpPr>
          <p:cNvPr id="489" name="Google Shape;489;p79"/>
          <p:cNvSpPr txBox="1"/>
          <p:nvPr/>
        </p:nvSpPr>
        <p:spPr>
          <a:xfrm>
            <a:off x="4113984" y="974578"/>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02</a:t>
            </a:r>
            <a:endParaRPr>
              <a:solidFill>
                <a:schemeClr val="dk2"/>
              </a:solidFill>
              <a:latin typeface="Albert Sans"/>
              <a:ea typeface="Albert Sans"/>
              <a:cs typeface="Albert Sans"/>
              <a:sym typeface="Albert Sans"/>
            </a:endParaRPr>
          </a:p>
        </p:txBody>
      </p:sp>
      <p:sp>
        <p:nvSpPr>
          <p:cNvPr id="490" name="Google Shape;490;p79"/>
          <p:cNvSpPr txBox="1"/>
          <p:nvPr/>
        </p:nvSpPr>
        <p:spPr>
          <a:xfrm>
            <a:off x="4113984" y="1670466"/>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03</a:t>
            </a:r>
            <a:endParaRPr>
              <a:solidFill>
                <a:schemeClr val="dk2"/>
              </a:solidFill>
              <a:latin typeface="Albert Sans"/>
              <a:ea typeface="Albert Sans"/>
              <a:cs typeface="Albert Sans"/>
              <a:sym typeface="Albert Sans"/>
            </a:endParaRPr>
          </a:p>
        </p:txBody>
      </p:sp>
      <p:sp>
        <p:nvSpPr>
          <p:cNvPr id="491" name="Google Shape;491;p79"/>
          <p:cNvSpPr txBox="1"/>
          <p:nvPr/>
        </p:nvSpPr>
        <p:spPr>
          <a:xfrm>
            <a:off x="4113984" y="2359833"/>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04</a:t>
            </a:r>
            <a:endParaRPr>
              <a:solidFill>
                <a:schemeClr val="dk2"/>
              </a:solidFill>
              <a:latin typeface="Albert Sans"/>
              <a:ea typeface="Albert Sans"/>
              <a:cs typeface="Albert Sans"/>
              <a:sym typeface="Albert Sans"/>
            </a:endParaRPr>
          </a:p>
        </p:txBody>
      </p:sp>
      <p:sp>
        <p:nvSpPr>
          <p:cNvPr id="492" name="Google Shape;492;p79"/>
          <p:cNvSpPr/>
          <p:nvPr/>
        </p:nvSpPr>
        <p:spPr>
          <a:xfrm>
            <a:off x="7156464" y="4601400"/>
            <a:ext cx="1354500" cy="318600"/>
          </a:xfrm>
          <a:prstGeom prst="roundRect">
            <a:avLst>
              <a:gd fmla="val 16290" name="adj"/>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493" name="Google Shape;493;p79"/>
          <p:cNvSpPr txBox="1"/>
          <p:nvPr/>
        </p:nvSpPr>
        <p:spPr>
          <a:xfrm>
            <a:off x="7165814"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600">
              <a:solidFill>
                <a:schemeClr val="dk2"/>
              </a:solidFill>
              <a:latin typeface="Albert Sans"/>
              <a:ea typeface="Albert Sans"/>
              <a:cs typeface="Albert Sans"/>
              <a:sym typeface="Albert Sans"/>
            </a:endParaRPr>
          </a:p>
        </p:txBody>
      </p:sp>
      <p:sp>
        <p:nvSpPr>
          <p:cNvPr id="494" name="Google Shape;494;p79"/>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495" name="Google Shape;495;p79"/>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496" name="Google Shape;496;p79"/>
          <p:cNvSpPr txBox="1"/>
          <p:nvPr>
            <p:ph idx="3"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80"/>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502" name="Google Shape;502;p80"/>
          <p:cNvSpPr txBox="1"/>
          <p:nvPr>
            <p:ph type="title"/>
          </p:nvPr>
        </p:nvSpPr>
        <p:spPr>
          <a:xfrm>
            <a:off x="948175" y="797675"/>
            <a:ext cx="7471500" cy="2654700"/>
          </a:xfrm>
          <a:prstGeom prst="rect">
            <a:avLst/>
          </a:prstGeom>
        </p:spPr>
        <p:txBody>
          <a:bodyPr anchorCtr="0" anchor="t" bIns="91425" lIns="91425" spcFirstLastPara="1" rIns="91425" wrap="square" tIns="91425">
            <a:noAutofit/>
          </a:bodyPr>
          <a:lstStyle/>
          <a:p>
            <a:pPr indent="-419100" lvl="0" marL="457200" rtl="0" algn="l">
              <a:spcBef>
                <a:spcPts val="0"/>
              </a:spcBef>
              <a:spcAft>
                <a:spcPts val="0"/>
              </a:spcAft>
              <a:buSzPts val="3000"/>
              <a:buChar char="●"/>
            </a:pPr>
            <a:r>
              <a:rPr lang="en" sz="3000"/>
              <a:t>Impostors = Almost a trait, but fails when tested</a:t>
            </a:r>
            <a:endParaRPr sz="3000"/>
          </a:p>
          <a:p>
            <a:pPr indent="0" lvl="0" marL="0" rtl="0" algn="l">
              <a:spcBef>
                <a:spcPts val="0"/>
              </a:spcBef>
              <a:spcAft>
                <a:spcPts val="0"/>
              </a:spcAft>
              <a:buNone/>
            </a:pPr>
            <a:r>
              <a:t/>
            </a:r>
            <a:endParaRPr sz="3000"/>
          </a:p>
          <a:p>
            <a:pPr indent="-419100" lvl="0" marL="457200" rtl="0" algn="l">
              <a:spcBef>
                <a:spcPts val="0"/>
              </a:spcBef>
              <a:spcAft>
                <a:spcPts val="0"/>
              </a:spcAft>
              <a:buSzPts val="3000"/>
              <a:buChar char="●"/>
            </a:pPr>
            <a:r>
              <a:rPr lang="en" sz="3000"/>
              <a:t>Confusers = Not traits at all (even if they seem like it)</a:t>
            </a:r>
            <a:endParaRPr sz="3000"/>
          </a:p>
          <a:p>
            <a:pPr indent="0" lvl="0" marL="0" rtl="0" algn="l">
              <a:spcBef>
                <a:spcPts val="0"/>
              </a:spcBef>
              <a:spcAft>
                <a:spcPts val="0"/>
              </a:spcAft>
              <a:buNone/>
            </a:pPr>
            <a:r>
              <a:t/>
            </a:r>
            <a:endParaRPr sz="1000"/>
          </a:p>
          <a:p>
            <a:pPr indent="0" lvl="0" marL="0" rtl="0" algn="l">
              <a:spcBef>
                <a:spcPts val="0"/>
              </a:spcBef>
              <a:spcAft>
                <a:spcPts val="0"/>
              </a:spcAft>
              <a:buNone/>
            </a:pPr>
            <a:r>
              <a:t/>
            </a:r>
            <a:endParaRPr/>
          </a:p>
        </p:txBody>
      </p:sp>
      <p:sp>
        <p:nvSpPr>
          <p:cNvPr id="503" name="Google Shape;503;p80"/>
          <p:cNvSpPr/>
          <p:nvPr/>
        </p:nvSpPr>
        <p:spPr>
          <a:xfrm>
            <a:off x="7156464" y="4601400"/>
            <a:ext cx="1354500" cy="318600"/>
          </a:xfrm>
          <a:prstGeom prst="roundRect">
            <a:avLst>
              <a:gd fmla="val 16290" name="adj"/>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504" name="Google Shape;504;p80"/>
          <p:cNvSpPr txBox="1"/>
          <p:nvPr/>
        </p:nvSpPr>
        <p:spPr>
          <a:xfrm>
            <a:off x="7165814"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600">
              <a:solidFill>
                <a:schemeClr val="dk2"/>
              </a:solidFill>
              <a:latin typeface="Albert Sans"/>
              <a:ea typeface="Albert Sans"/>
              <a:cs typeface="Albert Sans"/>
              <a:sym typeface="Albert Sans"/>
            </a:endParaRPr>
          </a:p>
        </p:txBody>
      </p:sp>
      <p:sp>
        <p:nvSpPr>
          <p:cNvPr id="505" name="Google Shape;505;p80"/>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506" name="Google Shape;506;p80"/>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507" name="Google Shape;507;p80"/>
          <p:cNvSpPr txBox="1"/>
          <p:nvPr>
            <p:ph idx="3"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81"/>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513" name="Google Shape;513;p81"/>
          <p:cNvSpPr txBox="1"/>
          <p:nvPr>
            <p:ph type="title"/>
          </p:nvPr>
        </p:nvSpPr>
        <p:spPr>
          <a:xfrm>
            <a:off x="948175" y="797675"/>
            <a:ext cx="2852100" cy="146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trait impostor</a:t>
            </a:r>
            <a:endParaRPr/>
          </a:p>
          <a:p>
            <a:pPr indent="0" lvl="0" marL="0" rtl="0" algn="l">
              <a:spcBef>
                <a:spcPts val="0"/>
              </a:spcBef>
              <a:spcAft>
                <a:spcPts val="0"/>
              </a:spcAft>
              <a:buNone/>
            </a:pPr>
            <a:r>
              <a:rPr lang="en"/>
              <a:t>. . .</a:t>
            </a:r>
            <a:endParaRPr/>
          </a:p>
          <a:p>
            <a:pPr indent="0" lvl="0" marL="0" rtl="0" algn="l">
              <a:spcBef>
                <a:spcPts val="0"/>
              </a:spcBef>
              <a:spcAft>
                <a:spcPts val="0"/>
              </a:spcAft>
              <a:buNone/>
            </a:pPr>
            <a:r>
              <a:t/>
            </a:r>
            <a:endParaRPr/>
          </a:p>
        </p:txBody>
      </p:sp>
      <p:sp>
        <p:nvSpPr>
          <p:cNvPr id="514" name="Google Shape;514;p81"/>
          <p:cNvSpPr/>
          <p:nvPr/>
        </p:nvSpPr>
        <p:spPr>
          <a:xfrm>
            <a:off x="3923125" y="278725"/>
            <a:ext cx="4989300" cy="698700"/>
          </a:xfrm>
          <a:prstGeom prst="round2SameRect">
            <a:avLst>
              <a:gd fmla="val 16667"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81"/>
          <p:cNvSpPr/>
          <p:nvPr/>
        </p:nvSpPr>
        <p:spPr>
          <a:xfrm>
            <a:off x="3923152" y="972031"/>
            <a:ext cx="4989300" cy="698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81"/>
          <p:cNvSpPr/>
          <p:nvPr/>
        </p:nvSpPr>
        <p:spPr>
          <a:xfrm>
            <a:off x="3923152" y="1670453"/>
            <a:ext cx="4989300" cy="693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81"/>
          <p:cNvSpPr/>
          <p:nvPr/>
        </p:nvSpPr>
        <p:spPr>
          <a:xfrm>
            <a:off x="3923152" y="2359819"/>
            <a:ext cx="4989300" cy="693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4"/>
              </a:solidFill>
            </a:endParaRPr>
          </a:p>
        </p:txBody>
      </p:sp>
      <p:sp>
        <p:nvSpPr>
          <p:cNvPr id="518" name="Google Shape;518;p81"/>
          <p:cNvSpPr txBox="1"/>
          <p:nvPr>
            <p:ph idx="4" type="title"/>
          </p:nvPr>
        </p:nvSpPr>
        <p:spPr>
          <a:xfrm>
            <a:off x="4466650" y="1670460"/>
            <a:ext cx="4440300" cy="693300"/>
          </a:xfrm>
          <a:prstGeom prst="rect">
            <a:avLst/>
          </a:prstGeom>
        </p:spPr>
        <p:txBody>
          <a:bodyPr anchorCtr="0" anchor="ctr" bIns="91425" lIns="91425" spcFirstLastPara="1" rIns="91425" wrap="square" tIns="91425">
            <a:noAutofit/>
          </a:bodyPr>
          <a:lstStyle/>
          <a:p>
            <a:pPr indent="0" lvl="0" marL="0" rtl="0" algn="l">
              <a:spcBef>
                <a:spcPts val="1200"/>
              </a:spcBef>
              <a:spcAft>
                <a:spcPts val="1200"/>
              </a:spcAft>
              <a:buNone/>
            </a:pPr>
            <a:r>
              <a:rPr lang="en" sz="1400">
                <a:latin typeface="Georgia"/>
                <a:ea typeface="Georgia"/>
                <a:cs typeface="Georgia"/>
                <a:sym typeface="Georgia"/>
              </a:rPr>
              <a:t>Evidence-Based – It can be supported by observable examples (speech,thoughts, actions, and so on).</a:t>
            </a:r>
            <a:endParaRPr/>
          </a:p>
        </p:txBody>
      </p:sp>
      <p:sp>
        <p:nvSpPr>
          <p:cNvPr id="519" name="Google Shape;519;p81"/>
          <p:cNvSpPr txBox="1"/>
          <p:nvPr>
            <p:ph idx="2" type="title"/>
          </p:nvPr>
        </p:nvSpPr>
        <p:spPr>
          <a:xfrm>
            <a:off x="4466650" y="281269"/>
            <a:ext cx="4440300" cy="693300"/>
          </a:xfrm>
          <a:prstGeom prst="rect">
            <a:avLst/>
          </a:prstGeom>
        </p:spPr>
        <p:txBody>
          <a:bodyPr anchorCtr="0" anchor="ctr" bIns="91425" lIns="91425" spcFirstLastPara="1" rIns="91425" wrap="square" tIns="91425">
            <a:noAutofit/>
          </a:bodyPr>
          <a:lstStyle/>
          <a:p>
            <a:pPr indent="0" lvl="0" marL="0" rtl="0" algn="l">
              <a:spcBef>
                <a:spcPts val="1200"/>
              </a:spcBef>
              <a:spcAft>
                <a:spcPts val="1200"/>
              </a:spcAft>
              <a:buNone/>
            </a:pPr>
            <a:r>
              <a:rPr lang="en" sz="1400">
                <a:latin typeface="Georgia"/>
                <a:ea typeface="Georgia"/>
                <a:cs typeface="Georgia"/>
                <a:sym typeface="Georgia"/>
              </a:rPr>
              <a:t>Consistent – It shows up across time or in more than one situation.</a:t>
            </a:r>
            <a:endParaRPr/>
          </a:p>
        </p:txBody>
      </p:sp>
      <p:sp>
        <p:nvSpPr>
          <p:cNvPr id="520" name="Google Shape;520;p81"/>
          <p:cNvSpPr txBox="1"/>
          <p:nvPr>
            <p:ph idx="3" type="title"/>
          </p:nvPr>
        </p:nvSpPr>
        <p:spPr>
          <a:xfrm>
            <a:off x="4466650" y="974571"/>
            <a:ext cx="4440300" cy="693300"/>
          </a:xfrm>
          <a:prstGeom prst="rect">
            <a:avLst/>
          </a:prstGeom>
        </p:spPr>
        <p:txBody>
          <a:bodyPr anchorCtr="0" anchor="ctr" bIns="91425" lIns="91425" spcFirstLastPara="1" rIns="91425" wrap="square" tIns="91425">
            <a:noAutofit/>
          </a:bodyPr>
          <a:lstStyle/>
          <a:p>
            <a:pPr indent="0" lvl="0" marL="0" rtl="0" algn="l">
              <a:spcBef>
                <a:spcPts val="1200"/>
              </a:spcBef>
              <a:spcAft>
                <a:spcPts val="1200"/>
              </a:spcAft>
              <a:buNone/>
            </a:pPr>
            <a:r>
              <a:rPr lang="en" sz="1400">
                <a:latin typeface="Georgia"/>
                <a:ea typeface="Georgia"/>
                <a:cs typeface="Georgia"/>
                <a:sym typeface="Georgia"/>
              </a:rPr>
              <a:t>Patterned – It reflects a tendency in how the character typically thinks, feels, or behaves.</a:t>
            </a:r>
            <a:endParaRPr/>
          </a:p>
        </p:txBody>
      </p:sp>
      <p:sp>
        <p:nvSpPr>
          <p:cNvPr id="521" name="Google Shape;521;p81"/>
          <p:cNvSpPr txBox="1"/>
          <p:nvPr>
            <p:ph idx="4294967295" type="title"/>
          </p:nvPr>
        </p:nvSpPr>
        <p:spPr>
          <a:xfrm>
            <a:off x="4466650" y="2359826"/>
            <a:ext cx="4440300" cy="693300"/>
          </a:xfrm>
          <a:prstGeom prst="rect">
            <a:avLst/>
          </a:prstGeom>
        </p:spPr>
        <p:txBody>
          <a:bodyPr anchorCtr="0" anchor="ctr" bIns="91425" lIns="91425" spcFirstLastPara="1" rIns="91425" wrap="square" tIns="91425">
            <a:noAutofit/>
          </a:bodyPr>
          <a:lstStyle/>
          <a:p>
            <a:pPr indent="0" lvl="0" marL="0" rtl="0" algn="l">
              <a:spcBef>
                <a:spcPts val="1200"/>
              </a:spcBef>
              <a:spcAft>
                <a:spcPts val="1200"/>
              </a:spcAft>
              <a:buNone/>
            </a:pPr>
            <a:r>
              <a:rPr lang="en" sz="1400">
                <a:solidFill>
                  <a:schemeClr val="dk2"/>
                </a:solidFill>
                <a:latin typeface="Georgia"/>
                <a:ea typeface="Georgia"/>
                <a:cs typeface="Georgia"/>
                <a:sym typeface="Georgia"/>
              </a:rPr>
              <a:t>Psychologically Revealing – It gives insight into what kind of person the character is.</a:t>
            </a:r>
            <a:endParaRPr>
              <a:solidFill>
                <a:schemeClr val="dk2"/>
              </a:solidFill>
            </a:endParaRPr>
          </a:p>
        </p:txBody>
      </p:sp>
      <p:sp>
        <p:nvSpPr>
          <p:cNvPr id="522" name="Google Shape;522;p81"/>
          <p:cNvSpPr txBox="1"/>
          <p:nvPr/>
        </p:nvSpPr>
        <p:spPr>
          <a:xfrm>
            <a:off x="4113984" y="281275"/>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01</a:t>
            </a:r>
            <a:endParaRPr>
              <a:solidFill>
                <a:schemeClr val="dk2"/>
              </a:solidFill>
              <a:latin typeface="Albert Sans"/>
              <a:ea typeface="Albert Sans"/>
              <a:cs typeface="Albert Sans"/>
              <a:sym typeface="Albert Sans"/>
            </a:endParaRPr>
          </a:p>
        </p:txBody>
      </p:sp>
      <p:sp>
        <p:nvSpPr>
          <p:cNvPr id="523" name="Google Shape;523;p81"/>
          <p:cNvSpPr txBox="1"/>
          <p:nvPr/>
        </p:nvSpPr>
        <p:spPr>
          <a:xfrm>
            <a:off x="4113984" y="974578"/>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02</a:t>
            </a:r>
            <a:endParaRPr>
              <a:solidFill>
                <a:schemeClr val="dk2"/>
              </a:solidFill>
              <a:latin typeface="Albert Sans"/>
              <a:ea typeface="Albert Sans"/>
              <a:cs typeface="Albert Sans"/>
              <a:sym typeface="Albert Sans"/>
            </a:endParaRPr>
          </a:p>
        </p:txBody>
      </p:sp>
      <p:sp>
        <p:nvSpPr>
          <p:cNvPr id="524" name="Google Shape;524;p81"/>
          <p:cNvSpPr txBox="1"/>
          <p:nvPr/>
        </p:nvSpPr>
        <p:spPr>
          <a:xfrm>
            <a:off x="4113984" y="1670466"/>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03</a:t>
            </a:r>
            <a:endParaRPr>
              <a:solidFill>
                <a:schemeClr val="dk2"/>
              </a:solidFill>
              <a:latin typeface="Albert Sans"/>
              <a:ea typeface="Albert Sans"/>
              <a:cs typeface="Albert Sans"/>
              <a:sym typeface="Albert Sans"/>
            </a:endParaRPr>
          </a:p>
        </p:txBody>
      </p:sp>
      <p:sp>
        <p:nvSpPr>
          <p:cNvPr id="525" name="Google Shape;525;p81"/>
          <p:cNvSpPr txBox="1"/>
          <p:nvPr/>
        </p:nvSpPr>
        <p:spPr>
          <a:xfrm>
            <a:off x="4113984" y="2359833"/>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04</a:t>
            </a:r>
            <a:endParaRPr>
              <a:solidFill>
                <a:schemeClr val="dk2"/>
              </a:solidFill>
              <a:latin typeface="Albert Sans"/>
              <a:ea typeface="Albert Sans"/>
              <a:cs typeface="Albert Sans"/>
              <a:sym typeface="Albert Sans"/>
            </a:endParaRPr>
          </a:p>
        </p:txBody>
      </p:sp>
      <p:sp>
        <p:nvSpPr>
          <p:cNvPr id="526" name="Google Shape;526;p81"/>
          <p:cNvSpPr/>
          <p:nvPr/>
        </p:nvSpPr>
        <p:spPr>
          <a:xfrm>
            <a:off x="7156464" y="4601400"/>
            <a:ext cx="1354500" cy="318600"/>
          </a:xfrm>
          <a:prstGeom prst="roundRect">
            <a:avLst>
              <a:gd fmla="val 16290" name="adj"/>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527" name="Google Shape;527;p81"/>
          <p:cNvSpPr txBox="1"/>
          <p:nvPr/>
        </p:nvSpPr>
        <p:spPr>
          <a:xfrm>
            <a:off x="7165814"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600">
              <a:solidFill>
                <a:schemeClr val="dk2"/>
              </a:solidFill>
              <a:latin typeface="Albert Sans"/>
              <a:ea typeface="Albert Sans"/>
              <a:cs typeface="Albert Sans"/>
              <a:sym typeface="Albert Sans"/>
            </a:endParaRPr>
          </a:p>
        </p:txBody>
      </p:sp>
      <p:sp>
        <p:nvSpPr>
          <p:cNvPr id="528" name="Google Shape;528;p81"/>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529" name="Google Shape;529;p81"/>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530" name="Google Shape;530;p81"/>
          <p:cNvSpPr txBox="1"/>
          <p:nvPr>
            <p:ph idx="3"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pic>
        <p:nvPicPr>
          <p:cNvPr descr="a red cross on a white background that looks like a x (Provided by Tenor)" id="531" name="Google Shape;531;p81"/>
          <p:cNvPicPr preferRelativeResize="0"/>
          <p:nvPr/>
        </p:nvPicPr>
        <p:blipFill>
          <a:blip r:embed="rId3">
            <a:alphaModFix/>
          </a:blip>
          <a:stretch>
            <a:fillRect/>
          </a:stretch>
        </p:blipFill>
        <p:spPr>
          <a:xfrm>
            <a:off x="4814525" y="163525"/>
            <a:ext cx="2977975" cy="2977932"/>
          </a:xfrm>
          <a:prstGeom prst="rect">
            <a:avLst/>
          </a:prstGeom>
          <a:noFill/>
          <a:ln>
            <a:noFill/>
          </a:ln>
        </p:spPr>
      </p:pic>
      <p:sp>
        <p:nvSpPr>
          <p:cNvPr id="532" name="Google Shape;532;p81"/>
          <p:cNvSpPr txBox="1"/>
          <p:nvPr>
            <p:ph type="title"/>
          </p:nvPr>
        </p:nvSpPr>
        <p:spPr>
          <a:xfrm>
            <a:off x="966475" y="3246375"/>
            <a:ext cx="5907300" cy="146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 . fails one or more parts of the test. </a:t>
            </a:r>
            <a:endParaRPr/>
          </a:p>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82"/>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538" name="Google Shape;538;p82"/>
          <p:cNvSpPr txBox="1"/>
          <p:nvPr>
            <p:ph type="title"/>
          </p:nvPr>
        </p:nvSpPr>
        <p:spPr>
          <a:xfrm>
            <a:off x="948175" y="797675"/>
            <a:ext cx="2852100" cy="265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trait confuser . . .</a:t>
            </a:r>
            <a:endParaRPr/>
          </a:p>
          <a:p>
            <a:pPr indent="0" lvl="0" marL="0" rtl="0" algn="l">
              <a:spcBef>
                <a:spcPts val="0"/>
              </a:spcBef>
              <a:spcAft>
                <a:spcPts val="0"/>
              </a:spcAft>
              <a:buNone/>
            </a:pPr>
            <a:r>
              <a:t/>
            </a:r>
            <a:endParaRPr/>
          </a:p>
        </p:txBody>
      </p:sp>
      <p:sp>
        <p:nvSpPr>
          <p:cNvPr id="539" name="Google Shape;539;p82"/>
          <p:cNvSpPr txBox="1"/>
          <p:nvPr/>
        </p:nvSpPr>
        <p:spPr>
          <a:xfrm>
            <a:off x="4113984" y="281275"/>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01</a:t>
            </a:r>
            <a:endParaRPr>
              <a:solidFill>
                <a:schemeClr val="dk2"/>
              </a:solidFill>
              <a:latin typeface="Albert Sans"/>
              <a:ea typeface="Albert Sans"/>
              <a:cs typeface="Albert Sans"/>
              <a:sym typeface="Albert Sans"/>
            </a:endParaRPr>
          </a:p>
        </p:txBody>
      </p:sp>
      <p:sp>
        <p:nvSpPr>
          <p:cNvPr id="540" name="Google Shape;540;p82"/>
          <p:cNvSpPr txBox="1"/>
          <p:nvPr/>
        </p:nvSpPr>
        <p:spPr>
          <a:xfrm>
            <a:off x="4113984" y="974578"/>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02</a:t>
            </a:r>
            <a:endParaRPr>
              <a:solidFill>
                <a:schemeClr val="dk2"/>
              </a:solidFill>
              <a:latin typeface="Albert Sans"/>
              <a:ea typeface="Albert Sans"/>
              <a:cs typeface="Albert Sans"/>
              <a:sym typeface="Albert Sans"/>
            </a:endParaRPr>
          </a:p>
        </p:txBody>
      </p:sp>
      <p:sp>
        <p:nvSpPr>
          <p:cNvPr id="541" name="Google Shape;541;p82"/>
          <p:cNvSpPr txBox="1"/>
          <p:nvPr/>
        </p:nvSpPr>
        <p:spPr>
          <a:xfrm>
            <a:off x="4113984" y="1670466"/>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03</a:t>
            </a:r>
            <a:endParaRPr>
              <a:solidFill>
                <a:schemeClr val="dk2"/>
              </a:solidFill>
              <a:latin typeface="Albert Sans"/>
              <a:ea typeface="Albert Sans"/>
              <a:cs typeface="Albert Sans"/>
              <a:sym typeface="Albert Sans"/>
            </a:endParaRPr>
          </a:p>
        </p:txBody>
      </p:sp>
      <p:sp>
        <p:nvSpPr>
          <p:cNvPr id="542" name="Google Shape;542;p82"/>
          <p:cNvSpPr txBox="1"/>
          <p:nvPr/>
        </p:nvSpPr>
        <p:spPr>
          <a:xfrm>
            <a:off x="4113984" y="2359833"/>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04</a:t>
            </a:r>
            <a:endParaRPr>
              <a:solidFill>
                <a:schemeClr val="dk2"/>
              </a:solidFill>
              <a:latin typeface="Albert Sans"/>
              <a:ea typeface="Albert Sans"/>
              <a:cs typeface="Albert Sans"/>
              <a:sym typeface="Albert Sans"/>
            </a:endParaRPr>
          </a:p>
        </p:txBody>
      </p:sp>
      <p:sp>
        <p:nvSpPr>
          <p:cNvPr id="543" name="Google Shape;543;p82"/>
          <p:cNvSpPr/>
          <p:nvPr/>
        </p:nvSpPr>
        <p:spPr>
          <a:xfrm>
            <a:off x="7156464" y="4601400"/>
            <a:ext cx="1354500" cy="318600"/>
          </a:xfrm>
          <a:prstGeom prst="roundRect">
            <a:avLst>
              <a:gd fmla="val 16290" name="adj"/>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544" name="Google Shape;544;p82"/>
          <p:cNvSpPr txBox="1"/>
          <p:nvPr/>
        </p:nvSpPr>
        <p:spPr>
          <a:xfrm>
            <a:off x="7165814"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600">
              <a:solidFill>
                <a:schemeClr val="dk2"/>
              </a:solidFill>
              <a:latin typeface="Albert Sans"/>
              <a:ea typeface="Albert Sans"/>
              <a:cs typeface="Albert Sans"/>
              <a:sym typeface="Albert Sans"/>
            </a:endParaRPr>
          </a:p>
        </p:txBody>
      </p:sp>
      <p:sp>
        <p:nvSpPr>
          <p:cNvPr id="545" name="Google Shape;545;p82"/>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546" name="Google Shape;546;p82"/>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547" name="Google Shape;547;p82"/>
          <p:cNvSpPr txBox="1"/>
          <p:nvPr>
            <p:ph idx="3"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548" name="Google Shape;548;p82"/>
          <p:cNvSpPr txBox="1"/>
          <p:nvPr>
            <p:ph type="title"/>
          </p:nvPr>
        </p:nvSpPr>
        <p:spPr>
          <a:xfrm>
            <a:off x="4113975" y="1670463"/>
            <a:ext cx="4688100" cy="277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t>. . . is a </a:t>
            </a:r>
            <a:r>
              <a:rPr lang="en" sz="2400"/>
              <a:t>category of character description that students often mistake for traits, but they never qualify on their own.</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rPr lang="en" sz="2400"/>
              <a:t>They don’t even make it to the “test” phase unless misunderstood.</a:t>
            </a:r>
            <a:endParaRPr sz="2400"/>
          </a:p>
          <a:p>
            <a:pPr indent="0" lvl="0" marL="0" rtl="0" algn="l">
              <a:spcBef>
                <a:spcPts val="0"/>
              </a:spcBef>
              <a:spcAft>
                <a:spcPts val="0"/>
              </a:spcAft>
              <a:buNone/>
            </a:pPr>
            <a:r>
              <a:t/>
            </a:r>
            <a:endParaRPr sz="2400"/>
          </a:p>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83"/>
          <p:cNvSpPr txBox="1"/>
          <p:nvPr>
            <p:ph type="title"/>
          </p:nvPr>
        </p:nvSpPr>
        <p:spPr>
          <a:xfrm>
            <a:off x="948175" y="797675"/>
            <a:ext cx="2852100" cy="265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a:t>T</a:t>
            </a:r>
            <a:r>
              <a:rPr lang="en"/>
              <a:t>rait confuser types</a:t>
            </a:r>
            <a:endParaRPr/>
          </a:p>
          <a:p>
            <a:pPr indent="0" lvl="0" marL="0" rtl="0" algn="l">
              <a:spcBef>
                <a:spcPts val="0"/>
              </a:spcBef>
              <a:spcAft>
                <a:spcPts val="0"/>
              </a:spcAft>
              <a:buNone/>
            </a:pPr>
            <a:r>
              <a:t/>
            </a:r>
            <a:endParaRPr/>
          </a:p>
        </p:txBody>
      </p:sp>
      <p:sp>
        <p:nvSpPr>
          <p:cNvPr id="554" name="Google Shape;554;p83"/>
          <p:cNvSpPr txBox="1"/>
          <p:nvPr>
            <p:ph idx="2" type="title"/>
          </p:nvPr>
        </p:nvSpPr>
        <p:spPr>
          <a:xfrm>
            <a:off x="4156500" y="463350"/>
            <a:ext cx="4440300" cy="81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Roles/Labels (“leader,” “the smart one,” “best friend”)</a:t>
            </a:r>
            <a:endParaRPr>
              <a:solidFill>
                <a:schemeClr val="lt1"/>
              </a:solidFill>
            </a:endParaRPr>
          </a:p>
        </p:txBody>
      </p:sp>
      <p:sp>
        <p:nvSpPr>
          <p:cNvPr id="555" name="Google Shape;555;p83"/>
          <p:cNvSpPr txBox="1"/>
          <p:nvPr>
            <p:ph idx="3" type="title"/>
          </p:nvPr>
        </p:nvSpPr>
        <p:spPr>
          <a:xfrm>
            <a:off x="4156500" y="1280950"/>
            <a:ext cx="4440300" cy="81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300">
                <a:solidFill>
                  <a:schemeClr val="lt1"/>
                </a:solidFill>
              </a:rPr>
              <a:t>Skills/Talents (good memory, fast runner, good cook)</a:t>
            </a:r>
            <a:endParaRPr sz="2300">
              <a:solidFill>
                <a:schemeClr val="lt1"/>
              </a:solidFill>
            </a:endParaRPr>
          </a:p>
        </p:txBody>
      </p:sp>
      <p:sp>
        <p:nvSpPr>
          <p:cNvPr id="556" name="Google Shape;556;p83"/>
          <p:cNvSpPr txBox="1"/>
          <p:nvPr>
            <p:ph idx="4" type="title"/>
          </p:nvPr>
        </p:nvSpPr>
        <p:spPr>
          <a:xfrm>
            <a:off x="4156500" y="2101600"/>
            <a:ext cx="4440300" cy="81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States of Being (tired, sick, cold, hungry)</a:t>
            </a:r>
            <a:endParaRPr>
              <a:solidFill>
                <a:schemeClr val="lt1"/>
              </a:solidFill>
            </a:endParaRPr>
          </a:p>
        </p:txBody>
      </p:sp>
      <p:sp>
        <p:nvSpPr>
          <p:cNvPr id="557" name="Google Shape;557;p83"/>
          <p:cNvSpPr txBox="1"/>
          <p:nvPr>
            <p:ph idx="5" type="title"/>
          </p:nvPr>
        </p:nvSpPr>
        <p:spPr>
          <a:xfrm>
            <a:off x="4140875" y="2922250"/>
            <a:ext cx="4453200" cy="81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Emotions (angry, happy, nervous)</a:t>
            </a:r>
            <a:endParaRPr>
              <a:solidFill>
                <a:schemeClr val="lt1"/>
              </a:solidFill>
            </a:endParaRPr>
          </a:p>
        </p:txBody>
      </p:sp>
      <p:sp>
        <p:nvSpPr>
          <p:cNvPr id="558" name="Google Shape;558;p83"/>
          <p:cNvSpPr/>
          <p:nvPr>
            <p:ph idx="6" type="pic"/>
          </p:nvPr>
        </p:nvSpPr>
        <p:spPr>
          <a:xfrm>
            <a:off x="8596800" y="223475"/>
            <a:ext cx="318600" cy="318600"/>
          </a:xfrm>
          <a:prstGeom prst="ellipse">
            <a:avLst/>
          </a:prstGeom>
        </p:spPr>
      </p:sp>
      <p:sp>
        <p:nvSpPr>
          <p:cNvPr id="559" name="Google Shape;559;p83"/>
          <p:cNvSpPr txBox="1"/>
          <p:nvPr>
            <p:ph idx="5" type="title"/>
          </p:nvPr>
        </p:nvSpPr>
        <p:spPr>
          <a:xfrm>
            <a:off x="4140875" y="3739850"/>
            <a:ext cx="4453200" cy="81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Situational Reactions (flinched once, ran once, yelled once)</a:t>
            </a:r>
            <a:endParaRPr>
              <a:solidFill>
                <a:schemeClr val="lt1"/>
              </a:solidFill>
            </a:endParaRPr>
          </a:p>
        </p:txBody>
      </p:sp>
      <p:sp>
        <p:nvSpPr>
          <p:cNvPr id="560" name="Google Shape;560;p83"/>
          <p:cNvSpPr txBox="1"/>
          <p:nvPr>
            <p:ph idx="4" type="title"/>
          </p:nvPr>
        </p:nvSpPr>
        <p:spPr>
          <a:xfrm>
            <a:off x="347550" y="2734225"/>
            <a:ext cx="3465900" cy="81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lt1"/>
                </a:solidFill>
              </a:rPr>
              <a:t>(external, temporary, or shallow descriptions)</a:t>
            </a:r>
            <a:endParaRPr>
              <a:solidFill>
                <a:schemeClr val="lt1"/>
              </a:solidFill>
            </a:endParaRPr>
          </a:p>
        </p:txBody>
      </p:sp>
      <p:sp>
        <p:nvSpPr>
          <p:cNvPr id="561" name="Google Shape;561;p83"/>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562" name="Google Shape;562;p83"/>
          <p:cNvSpPr/>
          <p:nvPr/>
        </p:nvSpPr>
        <p:spPr>
          <a:xfrm>
            <a:off x="7156464" y="4601400"/>
            <a:ext cx="1354500" cy="318600"/>
          </a:xfrm>
          <a:prstGeom prst="roundRect">
            <a:avLst>
              <a:gd fmla="val 16290" name="adj"/>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563" name="Google Shape;563;p83"/>
          <p:cNvSpPr txBox="1"/>
          <p:nvPr/>
        </p:nvSpPr>
        <p:spPr>
          <a:xfrm>
            <a:off x="7165814"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600">
              <a:solidFill>
                <a:schemeClr val="dk2"/>
              </a:solidFill>
              <a:latin typeface="Albert Sans"/>
              <a:ea typeface="Albert Sans"/>
              <a:cs typeface="Albert Sans"/>
              <a:sym typeface="Albert Sans"/>
            </a:endParaRPr>
          </a:p>
        </p:txBody>
      </p:sp>
      <p:sp>
        <p:nvSpPr>
          <p:cNvPr id="564" name="Google Shape;564;p83"/>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565" name="Google Shape;565;p83"/>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566" name="Google Shape;566;p83"/>
          <p:cNvSpPr txBox="1"/>
          <p:nvPr>
            <p:ph idx="3"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84"/>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572" name="Google Shape;572;p84"/>
          <p:cNvSpPr txBox="1"/>
          <p:nvPr>
            <p:ph type="title"/>
          </p:nvPr>
        </p:nvSpPr>
        <p:spPr>
          <a:xfrm>
            <a:off x="948175" y="797675"/>
            <a:ext cx="2852100" cy="265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trait is:</a:t>
            </a:r>
            <a:endParaRPr/>
          </a:p>
          <a:p>
            <a:pPr indent="0" lvl="0" marL="0" rtl="0" algn="l">
              <a:spcBef>
                <a:spcPts val="0"/>
              </a:spcBef>
              <a:spcAft>
                <a:spcPts val="0"/>
              </a:spcAft>
              <a:buNone/>
            </a:pPr>
            <a:r>
              <a:t/>
            </a:r>
            <a:endParaRPr/>
          </a:p>
        </p:txBody>
      </p:sp>
      <p:sp>
        <p:nvSpPr>
          <p:cNvPr id="573" name="Google Shape;573;p84"/>
          <p:cNvSpPr/>
          <p:nvPr/>
        </p:nvSpPr>
        <p:spPr>
          <a:xfrm>
            <a:off x="3923125" y="278725"/>
            <a:ext cx="4989300" cy="698700"/>
          </a:xfrm>
          <a:prstGeom prst="round2SameRect">
            <a:avLst>
              <a:gd fmla="val 16667"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84"/>
          <p:cNvSpPr/>
          <p:nvPr/>
        </p:nvSpPr>
        <p:spPr>
          <a:xfrm>
            <a:off x="3923152" y="972031"/>
            <a:ext cx="4989300" cy="698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84"/>
          <p:cNvSpPr/>
          <p:nvPr/>
        </p:nvSpPr>
        <p:spPr>
          <a:xfrm>
            <a:off x="3923152" y="1670453"/>
            <a:ext cx="4989300" cy="693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84"/>
          <p:cNvSpPr/>
          <p:nvPr/>
        </p:nvSpPr>
        <p:spPr>
          <a:xfrm>
            <a:off x="3923152" y="2359819"/>
            <a:ext cx="4989300" cy="693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4"/>
              </a:solidFill>
            </a:endParaRPr>
          </a:p>
        </p:txBody>
      </p:sp>
      <p:sp>
        <p:nvSpPr>
          <p:cNvPr id="577" name="Google Shape;577;p84"/>
          <p:cNvSpPr txBox="1"/>
          <p:nvPr>
            <p:ph idx="4" type="title"/>
          </p:nvPr>
        </p:nvSpPr>
        <p:spPr>
          <a:xfrm>
            <a:off x="4466650" y="1670460"/>
            <a:ext cx="4440300" cy="693300"/>
          </a:xfrm>
          <a:prstGeom prst="rect">
            <a:avLst/>
          </a:prstGeom>
        </p:spPr>
        <p:txBody>
          <a:bodyPr anchorCtr="0" anchor="ctr" bIns="91425" lIns="91425" spcFirstLastPara="1" rIns="91425" wrap="square" tIns="91425">
            <a:noAutofit/>
          </a:bodyPr>
          <a:lstStyle/>
          <a:p>
            <a:pPr indent="0" lvl="0" marL="0" rtl="0" algn="l">
              <a:spcBef>
                <a:spcPts val="1200"/>
              </a:spcBef>
              <a:spcAft>
                <a:spcPts val="1200"/>
              </a:spcAft>
              <a:buNone/>
            </a:pPr>
            <a:r>
              <a:rPr lang="en" sz="1400">
                <a:latin typeface="Georgia"/>
                <a:ea typeface="Georgia"/>
                <a:cs typeface="Georgia"/>
                <a:sym typeface="Georgia"/>
              </a:rPr>
              <a:t>Evidence-Based – It can be supported by observable examples (speech,thoughts, actions, and so on).</a:t>
            </a:r>
            <a:endParaRPr/>
          </a:p>
        </p:txBody>
      </p:sp>
      <p:sp>
        <p:nvSpPr>
          <p:cNvPr id="578" name="Google Shape;578;p84"/>
          <p:cNvSpPr txBox="1"/>
          <p:nvPr>
            <p:ph idx="2" type="title"/>
          </p:nvPr>
        </p:nvSpPr>
        <p:spPr>
          <a:xfrm>
            <a:off x="4466650" y="281269"/>
            <a:ext cx="4440300" cy="693300"/>
          </a:xfrm>
          <a:prstGeom prst="rect">
            <a:avLst/>
          </a:prstGeom>
        </p:spPr>
        <p:txBody>
          <a:bodyPr anchorCtr="0" anchor="ctr" bIns="91425" lIns="91425" spcFirstLastPara="1" rIns="91425" wrap="square" tIns="91425">
            <a:noAutofit/>
          </a:bodyPr>
          <a:lstStyle/>
          <a:p>
            <a:pPr indent="0" lvl="0" marL="0" rtl="0" algn="l">
              <a:spcBef>
                <a:spcPts val="1200"/>
              </a:spcBef>
              <a:spcAft>
                <a:spcPts val="1200"/>
              </a:spcAft>
              <a:buNone/>
            </a:pPr>
            <a:r>
              <a:rPr lang="en" sz="1400">
                <a:latin typeface="Georgia"/>
                <a:ea typeface="Georgia"/>
                <a:cs typeface="Georgia"/>
                <a:sym typeface="Georgia"/>
              </a:rPr>
              <a:t>Consistent – It shows up across time or in more than one situation.</a:t>
            </a:r>
            <a:endParaRPr/>
          </a:p>
        </p:txBody>
      </p:sp>
      <p:sp>
        <p:nvSpPr>
          <p:cNvPr id="579" name="Google Shape;579;p84"/>
          <p:cNvSpPr txBox="1"/>
          <p:nvPr>
            <p:ph idx="3" type="title"/>
          </p:nvPr>
        </p:nvSpPr>
        <p:spPr>
          <a:xfrm>
            <a:off x="4466650" y="974571"/>
            <a:ext cx="4440300" cy="693300"/>
          </a:xfrm>
          <a:prstGeom prst="rect">
            <a:avLst/>
          </a:prstGeom>
        </p:spPr>
        <p:txBody>
          <a:bodyPr anchorCtr="0" anchor="ctr" bIns="91425" lIns="91425" spcFirstLastPara="1" rIns="91425" wrap="square" tIns="91425">
            <a:noAutofit/>
          </a:bodyPr>
          <a:lstStyle/>
          <a:p>
            <a:pPr indent="0" lvl="0" marL="0" rtl="0" algn="l">
              <a:spcBef>
                <a:spcPts val="1200"/>
              </a:spcBef>
              <a:spcAft>
                <a:spcPts val="1200"/>
              </a:spcAft>
              <a:buNone/>
            </a:pPr>
            <a:r>
              <a:rPr lang="en" sz="1400">
                <a:latin typeface="Georgia"/>
                <a:ea typeface="Georgia"/>
                <a:cs typeface="Georgia"/>
                <a:sym typeface="Georgia"/>
              </a:rPr>
              <a:t>Patterned – It reflects a tendency in how the character typically thinks, feels, or behaves.</a:t>
            </a:r>
            <a:endParaRPr/>
          </a:p>
        </p:txBody>
      </p:sp>
      <p:sp>
        <p:nvSpPr>
          <p:cNvPr id="580" name="Google Shape;580;p84"/>
          <p:cNvSpPr txBox="1"/>
          <p:nvPr>
            <p:ph idx="4294967295" type="title"/>
          </p:nvPr>
        </p:nvSpPr>
        <p:spPr>
          <a:xfrm>
            <a:off x="4466650" y="2359826"/>
            <a:ext cx="4440300" cy="693300"/>
          </a:xfrm>
          <a:prstGeom prst="rect">
            <a:avLst/>
          </a:prstGeom>
        </p:spPr>
        <p:txBody>
          <a:bodyPr anchorCtr="0" anchor="ctr" bIns="91425" lIns="91425" spcFirstLastPara="1" rIns="91425" wrap="square" tIns="91425">
            <a:noAutofit/>
          </a:bodyPr>
          <a:lstStyle/>
          <a:p>
            <a:pPr indent="0" lvl="0" marL="0" rtl="0" algn="l">
              <a:spcBef>
                <a:spcPts val="1200"/>
              </a:spcBef>
              <a:spcAft>
                <a:spcPts val="1200"/>
              </a:spcAft>
              <a:buNone/>
            </a:pPr>
            <a:r>
              <a:rPr lang="en" sz="1400">
                <a:solidFill>
                  <a:schemeClr val="dk2"/>
                </a:solidFill>
                <a:latin typeface="Georgia"/>
                <a:ea typeface="Georgia"/>
                <a:cs typeface="Georgia"/>
                <a:sym typeface="Georgia"/>
              </a:rPr>
              <a:t>Psychologically Revealing – It gives insight into what kind of person the character is.</a:t>
            </a:r>
            <a:endParaRPr>
              <a:solidFill>
                <a:schemeClr val="dk2"/>
              </a:solidFill>
            </a:endParaRPr>
          </a:p>
        </p:txBody>
      </p:sp>
      <p:sp>
        <p:nvSpPr>
          <p:cNvPr id="581" name="Google Shape;581;p84"/>
          <p:cNvSpPr txBox="1"/>
          <p:nvPr/>
        </p:nvSpPr>
        <p:spPr>
          <a:xfrm>
            <a:off x="4113984" y="281275"/>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01</a:t>
            </a:r>
            <a:endParaRPr>
              <a:solidFill>
                <a:schemeClr val="dk2"/>
              </a:solidFill>
              <a:latin typeface="Albert Sans"/>
              <a:ea typeface="Albert Sans"/>
              <a:cs typeface="Albert Sans"/>
              <a:sym typeface="Albert Sans"/>
            </a:endParaRPr>
          </a:p>
        </p:txBody>
      </p:sp>
      <p:sp>
        <p:nvSpPr>
          <p:cNvPr id="582" name="Google Shape;582;p84"/>
          <p:cNvSpPr txBox="1"/>
          <p:nvPr/>
        </p:nvSpPr>
        <p:spPr>
          <a:xfrm>
            <a:off x="4113984" y="974578"/>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02</a:t>
            </a:r>
            <a:endParaRPr>
              <a:solidFill>
                <a:schemeClr val="dk2"/>
              </a:solidFill>
              <a:latin typeface="Albert Sans"/>
              <a:ea typeface="Albert Sans"/>
              <a:cs typeface="Albert Sans"/>
              <a:sym typeface="Albert Sans"/>
            </a:endParaRPr>
          </a:p>
        </p:txBody>
      </p:sp>
      <p:sp>
        <p:nvSpPr>
          <p:cNvPr id="583" name="Google Shape;583;p84"/>
          <p:cNvSpPr txBox="1"/>
          <p:nvPr/>
        </p:nvSpPr>
        <p:spPr>
          <a:xfrm>
            <a:off x="4113984" y="1670466"/>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03</a:t>
            </a:r>
            <a:endParaRPr>
              <a:solidFill>
                <a:schemeClr val="dk2"/>
              </a:solidFill>
              <a:latin typeface="Albert Sans"/>
              <a:ea typeface="Albert Sans"/>
              <a:cs typeface="Albert Sans"/>
              <a:sym typeface="Albert Sans"/>
            </a:endParaRPr>
          </a:p>
        </p:txBody>
      </p:sp>
      <p:sp>
        <p:nvSpPr>
          <p:cNvPr id="584" name="Google Shape;584;p84"/>
          <p:cNvSpPr txBox="1"/>
          <p:nvPr/>
        </p:nvSpPr>
        <p:spPr>
          <a:xfrm>
            <a:off x="4113984" y="2359833"/>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04</a:t>
            </a:r>
            <a:endParaRPr>
              <a:solidFill>
                <a:schemeClr val="dk2"/>
              </a:solidFill>
              <a:latin typeface="Albert Sans"/>
              <a:ea typeface="Albert Sans"/>
              <a:cs typeface="Albert Sans"/>
              <a:sym typeface="Albert Sans"/>
            </a:endParaRPr>
          </a:p>
        </p:txBody>
      </p:sp>
      <p:sp>
        <p:nvSpPr>
          <p:cNvPr id="585" name="Google Shape;585;p84"/>
          <p:cNvSpPr/>
          <p:nvPr/>
        </p:nvSpPr>
        <p:spPr>
          <a:xfrm>
            <a:off x="7156464" y="4601400"/>
            <a:ext cx="1354500" cy="318600"/>
          </a:xfrm>
          <a:prstGeom prst="roundRect">
            <a:avLst>
              <a:gd fmla="val 16290" name="adj"/>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586" name="Google Shape;586;p84"/>
          <p:cNvSpPr txBox="1"/>
          <p:nvPr/>
        </p:nvSpPr>
        <p:spPr>
          <a:xfrm>
            <a:off x="7165814"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600">
              <a:solidFill>
                <a:schemeClr val="dk2"/>
              </a:solidFill>
              <a:latin typeface="Albert Sans"/>
              <a:ea typeface="Albert Sans"/>
              <a:cs typeface="Albert Sans"/>
              <a:sym typeface="Albert Sans"/>
            </a:endParaRPr>
          </a:p>
        </p:txBody>
      </p:sp>
      <p:sp>
        <p:nvSpPr>
          <p:cNvPr id="587" name="Google Shape;587;p84"/>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588" name="Google Shape;588;p84"/>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589" name="Google Shape;589;p84"/>
          <p:cNvSpPr txBox="1"/>
          <p:nvPr>
            <p:ph idx="3"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85"/>
          <p:cNvSpPr/>
          <p:nvPr>
            <p:ph idx="2" type="pic"/>
          </p:nvPr>
        </p:nvSpPr>
        <p:spPr>
          <a:xfrm>
            <a:off x="8596800" y="223475"/>
            <a:ext cx="318600" cy="318600"/>
          </a:xfrm>
          <a:prstGeom prst="ellipse">
            <a:avLst/>
          </a:prstGeom>
        </p:spPr>
      </p:sp>
      <p:sp>
        <p:nvSpPr>
          <p:cNvPr id="595" name="Google Shape;595;p85"/>
          <p:cNvSpPr txBox="1"/>
          <p:nvPr>
            <p:ph type="title"/>
          </p:nvPr>
        </p:nvSpPr>
        <p:spPr>
          <a:xfrm>
            <a:off x="546750" y="1024150"/>
            <a:ext cx="8050200" cy="147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Look for anything in the story that seems to show what the character is like. Something:</a:t>
            </a:r>
            <a:endParaRPr sz="3000"/>
          </a:p>
          <a:p>
            <a:pPr indent="0" lvl="0" marL="0" rtl="0" algn="l">
              <a:spcBef>
                <a:spcPts val="0"/>
              </a:spcBef>
              <a:spcAft>
                <a:spcPts val="0"/>
              </a:spcAft>
              <a:buNone/>
            </a:pPr>
            <a:r>
              <a:t/>
            </a:r>
            <a:endParaRPr sz="3000"/>
          </a:p>
          <a:p>
            <a:pPr indent="-419100" lvl="0" marL="457200" rtl="0" algn="l">
              <a:spcBef>
                <a:spcPts val="0"/>
              </a:spcBef>
              <a:spcAft>
                <a:spcPts val="0"/>
              </a:spcAft>
              <a:buSzPts val="3000"/>
              <a:buChar char="●"/>
            </a:pPr>
            <a:r>
              <a:rPr lang="en" sz="3000"/>
              <a:t>they do;</a:t>
            </a:r>
            <a:endParaRPr sz="3000"/>
          </a:p>
          <a:p>
            <a:pPr indent="-419100" lvl="0" marL="457200" rtl="0" algn="l">
              <a:spcBef>
                <a:spcPts val="0"/>
              </a:spcBef>
              <a:spcAft>
                <a:spcPts val="0"/>
              </a:spcAft>
              <a:buSzPts val="3000"/>
              <a:buChar char="●"/>
            </a:pPr>
            <a:r>
              <a:rPr lang="en" sz="3000"/>
              <a:t>they say;</a:t>
            </a:r>
            <a:endParaRPr sz="3000"/>
          </a:p>
          <a:p>
            <a:pPr indent="-419100" lvl="0" marL="457200" rtl="0" algn="l">
              <a:spcBef>
                <a:spcPts val="0"/>
              </a:spcBef>
              <a:spcAft>
                <a:spcPts val="0"/>
              </a:spcAft>
              <a:buSzPts val="3000"/>
              <a:buChar char="●"/>
            </a:pPr>
            <a:r>
              <a:rPr lang="en" sz="3000"/>
              <a:t>they think;</a:t>
            </a:r>
            <a:endParaRPr sz="3000"/>
          </a:p>
          <a:p>
            <a:pPr indent="-419100" lvl="0" marL="457200" rtl="0" algn="l">
              <a:spcBef>
                <a:spcPts val="0"/>
              </a:spcBef>
              <a:spcAft>
                <a:spcPts val="0"/>
              </a:spcAft>
              <a:buSzPts val="3000"/>
              <a:buChar char="●"/>
            </a:pPr>
            <a:r>
              <a:rPr lang="en" sz="3000"/>
              <a:t>they feel; or</a:t>
            </a:r>
            <a:endParaRPr sz="3000"/>
          </a:p>
          <a:p>
            <a:pPr indent="-419100" lvl="0" marL="457200" rtl="0" algn="l">
              <a:spcBef>
                <a:spcPts val="0"/>
              </a:spcBef>
              <a:spcAft>
                <a:spcPts val="0"/>
              </a:spcAft>
              <a:buSzPts val="3000"/>
              <a:buChar char="●"/>
            </a:pPr>
            <a:r>
              <a:rPr lang="en" sz="3000"/>
              <a:t>how others treat them or feel about them.</a:t>
            </a:r>
            <a:endParaRPr sz="3000"/>
          </a:p>
        </p:txBody>
      </p:sp>
      <p:sp>
        <p:nvSpPr>
          <p:cNvPr id="596" name="Google Shape;596;p85"/>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597" name="Google Shape;597;p85"/>
          <p:cNvSpPr/>
          <p:nvPr/>
        </p:nvSpPr>
        <p:spPr>
          <a:xfrm>
            <a:off x="7156464" y="4601400"/>
            <a:ext cx="1354500" cy="318600"/>
          </a:xfrm>
          <a:prstGeom prst="roundRect">
            <a:avLst>
              <a:gd fmla="val 16290" name="adj"/>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598" name="Google Shape;598;p85"/>
          <p:cNvSpPr txBox="1"/>
          <p:nvPr/>
        </p:nvSpPr>
        <p:spPr>
          <a:xfrm>
            <a:off x="7165814"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600">
              <a:solidFill>
                <a:schemeClr val="dk2"/>
              </a:solidFill>
              <a:latin typeface="Albert Sans"/>
              <a:ea typeface="Albert Sans"/>
              <a:cs typeface="Albert Sans"/>
              <a:sym typeface="Albert Sans"/>
            </a:endParaRPr>
          </a:p>
        </p:txBody>
      </p:sp>
      <p:sp>
        <p:nvSpPr>
          <p:cNvPr id="599" name="Google Shape;599;p85"/>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600" name="Google Shape;600;p85"/>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601" name="Google Shape;601;p85"/>
          <p:cNvSpPr txBox="1"/>
          <p:nvPr>
            <p:ph idx="3"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pic>
        <p:nvPicPr>
          <p:cNvPr id="606" name="Google Shape;606;p86" title="slide1-n.png"/>
          <p:cNvPicPr preferRelativeResize="0"/>
          <p:nvPr/>
        </p:nvPicPr>
        <p:blipFill>
          <a:blip r:embed="rId3">
            <a:alphaModFix/>
          </a:blip>
          <a:stretch>
            <a:fillRect/>
          </a:stretch>
        </p:blipFill>
        <p:spPr>
          <a:xfrm>
            <a:off x="1346200" y="152400"/>
            <a:ext cx="6451600" cy="4838700"/>
          </a:xfrm>
          <a:prstGeom prst="rect">
            <a:avLst/>
          </a:prstGeom>
          <a:noFill/>
          <a:ln>
            <a:noFill/>
          </a:ln>
        </p:spPr>
      </p:pic>
      <p:sp>
        <p:nvSpPr>
          <p:cNvPr id="607" name="Google Shape;607;p86"/>
          <p:cNvSpPr/>
          <p:nvPr/>
        </p:nvSpPr>
        <p:spPr>
          <a:xfrm>
            <a:off x="1387125" y="192375"/>
            <a:ext cx="2075700" cy="739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608" name="Google Shape;608;p86"/>
          <p:cNvSpPr/>
          <p:nvPr/>
        </p:nvSpPr>
        <p:spPr>
          <a:xfrm>
            <a:off x="2481725" y="223500"/>
            <a:ext cx="1447800" cy="2928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lbert Sans"/>
              <a:ea typeface="Albert Sans"/>
              <a:cs typeface="Albert Sans"/>
              <a:sym typeface="Albert Sans"/>
            </a:endParaRPr>
          </a:p>
        </p:txBody>
      </p:sp>
      <p:sp>
        <p:nvSpPr>
          <p:cNvPr id="609" name="Google Shape;609;p86"/>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610" name="Google Shape;610;p86"/>
          <p:cNvSpPr/>
          <p:nvPr/>
        </p:nvSpPr>
        <p:spPr>
          <a:xfrm>
            <a:off x="7156464" y="4601400"/>
            <a:ext cx="1354500" cy="318600"/>
          </a:xfrm>
          <a:prstGeom prst="roundRect">
            <a:avLst>
              <a:gd fmla="val 16290" name="adj"/>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611" name="Google Shape;611;p86"/>
          <p:cNvSpPr txBox="1"/>
          <p:nvPr/>
        </p:nvSpPr>
        <p:spPr>
          <a:xfrm>
            <a:off x="7165814"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600">
              <a:solidFill>
                <a:schemeClr val="dk2"/>
              </a:solidFill>
              <a:latin typeface="Albert Sans"/>
              <a:ea typeface="Albert Sans"/>
              <a:cs typeface="Albert Sans"/>
              <a:sym typeface="Albert Sans"/>
            </a:endParaRPr>
          </a:p>
        </p:txBody>
      </p:sp>
      <p:sp>
        <p:nvSpPr>
          <p:cNvPr id="612" name="Google Shape;612;p86"/>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613" name="Google Shape;613;p86"/>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614" name="Google Shape;614;p86"/>
          <p:cNvSpPr txBox="1"/>
          <p:nvPr>
            <p:ph idx="3"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87"/>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620" name="Google Shape;620;p87"/>
          <p:cNvSpPr txBox="1"/>
          <p:nvPr/>
        </p:nvSpPr>
        <p:spPr>
          <a:xfrm>
            <a:off x="328307" y="225694"/>
            <a:ext cx="514200" cy="600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100">
                <a:solidFill>
                  <a:schemeClr val="dk2"/>
                </a:solidFill>
                <a:latin typeface="Albert Sans"/>
                <a:ea typeface="Albert Sans"/>
                <a:cs typeface="Albert Sans"/>
                <a:sym typeface="Albert Sans"/>
              </a:rPr>
              <a:t>01</a:t>
            </a:r>
            <a:endParaRPr sz="1100">
              <a:solidFill>
                <a:schemeClr val="dk2"/>
              </a:solidFill>
              <a:latin typeface="Albert Sans"/>
              <a:ea typeface="Albert Sans"/>
              <a:cs typeface="Albert Sans"/>
              <a:sym typeface="Albert Sans"/>
            </a:endParaRPr>
          </a:p>
        </p:txBody>
      </p:sp>
      <p:sp>
        <p:nvSpPr>
          <p:cNvPr id="621" name="Google Shape;621;p87"/>
          <p:cNvSpPr txBox="1"/>
          <p:nvPr/>
        </p:nvSpPr>
        <p:spPr>
          <a:xfrm>
            <a:off x="328307" y="822019"/>
            <a:ext cx="514200" cy="600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100">
                <a:solidFill>
                  <a:schemeClr val="dk2"/>
                </a:solidFill>
                <a:latin typeface="Albert Sans"/>
                <a:ea typeface="Albert Sans"/>
                <a:cs typeface="Albert Sans"/>
                <a:sym typeface="Albert Sans"/>
              </a:rPr>
              <a:t>02</a:t>
            </a:r>
            <a:endParaRPr sz="1100">
              <a:solidFill>
                <a:schemeClr val="dk2"/>
              </a:solidFill>
              <a:latin typeface="Albert Sans"/>
              <a:ea typeface="Albert Sans"/>
              <a:cs typeface="Albert Sans"/>
              <a:sym typeface="Albert Sans"/>
            </a:endParaRPr>
          </a:p>
        </p:txBody>
      </p:sp>
      <p:sp>
        <p:nvSpPr>
          <p:cNvPr id="622" name="Google Shape;622;p87"/>
          <p:cNvSpPr txBox="1"/>
          <p:nvPr/>
        </p:nvSpPr>
        <p:spPr>
          <a:xfrm>
            <a:off x="328307" y="1420568"/>
            <a:ext cx="514200" cy="600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100">
                <a:solidFill>
                  <a:schemeClr val="dk2"/>
                </a:solidFill>
                <a:latin typeface="Albert Sans"/>
                <a:ea typeface="Albert Sans"/>
                <a:cs typeface="Albert Sans"/>
                <a:sym typeface="Albert Sans"/>
              </a:rPr>
              <a:t>03</a:t>
            </a:r>
            <a:endParaRPr sz="1100">
              <a:solidFill>
                <a:schemeClr val="dk2"/>
              </a:solidFill>
              <a:latin typeface="Albert Sans"/>
              <a:ea typeface="Albert Sans"/>
              <a:cs typeface="Albert Sans"/>
              <a:sym typeface="Albert Sans"/>
            </a:endParaRPr>
          </a:p>
        </p:txBody>
      </p:sp>
      <p:sp>
        <p:nvSpPr>
          <p:cNvPr id="623" name="Google Shape;623;p87"/>
          <p:cNvSpPr txBox="1"/>
          <p:nvPr/>
        </p:nvSpPr>
        <p:spPr>
          <a:xfrm>
            <a:off x="328307" y="2013508"/>
            <a:ext cx="514200" cy="600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100">
                <a:solidFill>
                  <a:schemeClr val="dk2"/>
                </a:solidFill>
                <a:latin typeface="Albert Sans"/>
                <a:ea typeface="Albert Sans"/>
                <a:cs typeface="Albert Sans"/>
                <a:sym typeface="Albert Sans"/>
              </a:rPr>
              <a:t>04</a:t>
            </a:r>
            <a:endParaRPr sz="1100">
              <a:solidFill>
                <a:schemeClr val="dk2"/>
              </a:solidFill>
              <a:latin typeface="Albert Sans"/>
              <a:ea typeface="Albert Sans"/>
              <a:cs typeface="Albert Sans"/>
              <a:sym typeface="Albert Sans"/>
            </a:endParaRPr>
          </a:p>
        </p:txBody>
      </p:sp>
      <p:sp>
        <p:nvSpPr>
          <p:cNvPr id="624" name="Google Shape;624;p87"/>
          <p:cNvSpPr/>
          <p:nvPr/>
        </p:nvSpPr>
        <p:spPr>
          <a:xfrm>
            <a:off x="7156464" y="4601400"/>
            <a:ext cx="1354500" cy="318600"/>
          </a:xfrm>
          <a:prstGeom prst="roundRect">
            <a:avLst>
              <a:gd fmla="val 16290" name="adj"/>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625" name="Google Shape;625;p87"/>
          <p:cNvSpPr txBox="1"/>
          <p:nvPr/>
        </p:nvSpPr>
        <p:spPr>
          <a:xfrm>
            <a:off x="7165814"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600">
              <a:solidFill>
                <a:schemeClr val="dk2"/>
              </a:solidFill>
              <a:latin typeface="Albert Sans"/>
              <a:ea typeface="Albert Sans"/>
              <a:cs typeface="Albert Sans"/>
              <a:sym typeface="Albert Sans"/>
            </a:endParaRPr>
          </a:p>
        </p:txBody>
      </p:sp>
      <p:sp>
        <p:nvSpPr>
          <p:cNvPr id="626" name="Google Shape;626;p87"/>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627" name="Google Shape;627;p87"/>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628" name="Google Shape;628;p87"/>
          <p:cNvSpPr txBox="1"/>
          <p:nvPr>
            <p:ph idx="3"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pic>
        <p:nvPicPr>
          <p:cNvPr id="629" name="Google Shape;629;p87" title="FireShot Capture 173 - Trait Tracker (Blank) - Google Docs - docs.google.com.png"/>
          <p:cNvPicPr preferRelativeResize="0"/>
          <p:nvPr/>
        </p:nvPicPr>
        <p:blipFill>
          <a:blip r:embed="rId3">
            <a:alphaModFix/>
          </a:blip>
          <a:stretch>
            <a:fillRect/>
          </a:stretch>
        </p:blipFill>
        <p:spPr>
          <a:xfrm>
            <a:off x="3515100" y="2090525"/>
            <a:ext cx="5386400" cy="2326975"/>
          </a:xfrm>
          <a:prstGeom prst="rect">
            <a:avLst/>
          </a:prstGeom>
          <a:noFill/>
          <a:ln>
            <a:noFill/>
          </a:ln>
        </p:spPr>
      </p:pic>
      <p:sp>
        <p:nvSpPr>
          <p:cNvPr id="630" name="Google Shape;630;p87"/>
          <p:cNvSpPr/>
          <p:nvPr/>
        </p:nvSpPr>
        <p:spPr>
          <a:xfrm>
            <a:off x="347613" y="223500"/>
            <a:ext cx="2970600" cy="549900"/>
          </a:xfrm>
          <a:prstGeom prst="round2SameRect">
            <a:avLst>
              <a:gd fmla="val 16667"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631" name="Google Shape;631;p87"/>
          <p:cNvSpPr/>
          <p:nvPr/>
        </p:nvSpPr>
        <p:spPr>
          <a:xfrm>
            <a:off x="347628" y="769161"/>
            <a:ext cx="2970600" cy="549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632" name="Google Shape;632;p87"/>
          <p:cNvSpPr/>
          <p:nvPr/>
        </p:nvSpPr>
        <p:spPr>
          <a:xfrm>
            <a:off x="347628" y="1318848"/>
            <a:ext cx="2970600" cy="545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p>
        </p:txBody>
      </p:sp>
      <p:sp>
        <p:nvSpPr>
          <p:cNvPr id="633" name="Google Shape;633;p87"/>
          <p:cNvSpPr/>
          <p:nvPr/>
        </p:nvSpPr>
        <p:spPr>
          <a:xfrm>
            <a:off x="347628" y="1861408"/>
            <a:ext cx="2970600" cy="545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accent4"/>
              </a:solidFill>
            </a:endParaRPr>
          </a:p>
        </p:txBody>
      </p:sp>
      <p:sp>
        <p:nvSpPr>
          <p:cNvPr id="634" name="Google Shape;634;p87"/>
          <p:cNvSpPr txBox="1"/>
          <p:nvPr>
            <p:ph idx="4" type="title"/>
          </p:nvPr>
        </p:nvSpPr>
        <p:spPr>
          <a:xfrm>
            <a:off x="671231" y="1318854"/>
            <a:ext cx="2643900" cy="545700"/>
          </a:xfrm>
          <a:prstGeom prst="rect">
            <a:avLst/>
          </a:prstGeom>
        </p:spPr>
        <p:txBody>
          <a:bodyPr anchorCtr="0" anchor="ctr" bIns="91425" lIns="91425" spcFirstLastPara="1" rIns="91425" wrap="square" tIns="91425">
            <a:noAutofit/>
          </a:bodyPr>
          <a:lstStyle/>
          <a:p>
            <a:pPr indent="0" lvl="0" marL="0" rtl="0" algn="l">
              <a:spcBef>
                <a:spcPts val="1200"/>
              </a:spcBef>
              <a:spcAft>
                <a:spcPts val="1200"/>
              </a:spcAft>
              <a:buNone/>
            </a:pPr>
            <a:r>
              <a:rPr lang="en" sz="1000">
                <a:latin typeface="Georgia"/>
                <a:ea typeface="Georgia"/>
                <a:cs typeface="Georgia"/>
                <a:sym typeface="Georgia"/>
              </a:rPr>
              <a:t>Evidence-Based – It can be supported by observable examples (speech,thoughts, actions, and so on).</a:t>
            </a:r>
            <a:endParaRPr sz="1000"/>
          </a:p>
        </p:txBody>
      </p:sp>
      <p:sp>
        <p:nvSpPr>
          <p:cNvPr id="635" name="Google Shape;635;p87"/>
          <p:cNvSpPr txBox="1"/>
          <p:nvPr>
            <p:ph idx="2" type="title"/>
          </p:nvPr>
        </p:nvSpPr>
        <p:spPr>
          <a:xfrm>
            <a:off x="671231" y="225502"/>
            <a:ext cx="2643900" cy="545700"/>
          </a:xfrm>
          <a:prstGeom prst="rect">
            <a:avLst/>
          </a:prstGeom>
        </p:spPr>
        <p:txBody>
          <a:bodyPr anchorCtr="0" anchor="ctr" bIns="91425" lIns="91425" spcFirstLastPara="1" rIns="91425" wrap="square" tIns="91425">
            <a:noAutofit/>
          </a:bodyPr>
          <a:lstStyle/>
          <a:p>
            <a:pPr indent="0" lvl="0" marL="0" rtl="0" algn="l">
              <a:spcBef>
                <a:spcPts val="1200"/>
              </a:spcBef>
              <a:spcAft>
                <a:spcPts val="1200"/>
              </a:spcAft>
              <a:buNone/>
            </a:pPr>
            <a:r>
              <a:rPr lang="en" sz="1000">
                <a:latin typeface="Georgia"/>
                <a:ea typeface="Georgia"/>
                <a:cs typeface="Georgia"/>
                <a:sym typeface="Georgia"/>
              </a:rPr>
              <a:t>Consistent – It shows up across time or in more than one situation.</a:t>
            </a:r>
            <a:endParaRPr sz="1000"/>
          </a:p>
        </p:txBody>
      </p:sp>
      <p:sp>
        <p:nvSpPr>
          <p:cNvPr id="636" name="Google Shape;636;p87"/>
          <p:cNvSpPr txBox="1"/>
          <p:nvPr>
            <p:ph idx="3" type="title"/>
          </p:nvPr>
        </p:nvSpPr>
        <p:spPr>
          <a:xfrm>
            <a:off x="671231" y="771160"/>
            <a:ext cx="2643900" cy="545700"/>
          </a:xfrm>
          <a:prstGeom prst="rect">
            <a:avLst/>
          </a:prstGeom>
        </p:spPr>
        <p:txBody>
          <a:bodyPr anchorCtr="0" anchor="ctr" bIns="91425" lIns="91425" spcFirstLastPara="1" rIns="91425" wrap="square" tIns="91425">
            <a:noAutofit/>
          </a:bodyPr>
          <a:lstStyle/>
          <a:p>
            <a:pPr indent="0" lvl="0" marL="0" rtl="0" algn="l">
              <a:spcBef>
                <a:spcPts val="1200"/>
              </a:spcBef>
              <a:spcAft>
                <a:spcPts val="1200"/>
              </a:spcAft>
              <a:buNone/>
            </a:pPr>
            <a:r>
              <a:rPr lang="en" sz="1000">
                <a:latin typeface="Georgia"/>
                <a:ea typeface="Georgia"/>
                <a:cs typeface="Georgia"/>
                <a:sym typeface="Georgia"/>
              </a:rPr>
              <a:t>Patterned – It reflects a tendency in how the character typically thinks, feels, or behaves.</a:t>
            </a:r>
            <a:endParaRPr sz="1000"/>
          </a:p>
        </p:txBody>
      </p:sp>
      <p:sp>
        <p:nvSpPr>
          <p:cNvPr id="637" name="Google Shape;637;p87"/>
          <p:cNvSpPr txBox="1"/>
          <p:nvPr>
            <p:ph idx="4294967295" type="title"/>
          </p:nvPr>
        </p:nvSpPr>
        <p:spPr>
          <a:xfrm>
            <a:off x="671231" y="1861414"/>
            <a:ext cx="2643900" cy="545700"/>
          </a:xfrm>
          <a:prstGeom prst="rect">
            <a:avLst/>
          </a:prstGeom>
        </p:spPr>
        <p:txBody>
          <a:bodyPr anchorCtr="0" anchor="ctr" bIns="91425" lIns="91425" spcFirstLastPara="1" rIns="91425" wrap="square" tIns="91425">
            <a:noAutofit/>
          </a:bodyPr>
          <a:lstStyle/>
          <a:p>
            <a:pPr indent="0" lvl="0" marL="0" rtl="0" algn="l">
              <a:spcBef>
                <a:spcPts val="1200"/>
              </a:spcBef>
              <a:spcAft>
                <a:spcPts val="1200"/>
              </a:spcAft>
              <a:buNone/>
            </a:pPr>
            <a:r>
              <a:rPr lang="en" sz="1000">
                <a:solidFill>
                  <a:schemeClr val="dk2"/>
                </a:solidFill>
                <a:latin typeface="Georgia"/>
                <a:ea typeface="Georgia"/>
                <a:cs typeface="Georgia"/>
                <a:sym typeface="Georgia"/>
              </a:rPr>
              <a:t>Psychologically Revealing – It gives insight into what kind of person the character is.</a:t>
            </a:r>
            <a:endParaRPr sz="1000">
              <a:solidFill>
                <a:schemeClr val="dk2"/>
              </a:solidFill>
            </a:endParaRPr>
          </a:p>
        </p:txBody>
      </p:sp>
      <p:sp>
        <p:nvSpPr>
          <p:cNvPr id="638" name="Google Shape;638;p87"/>
          <p:cNvSpPr txBox="1"/>
          <p:nvPr/>
        </p:nvSpPr>
        <p:spPr>
          <a:xfrm>
            <a:off x="347567" y="225500"/>
            <a:ext cx="440400" cy="549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2"/>
                </a:solidFill>
                <a:latin typeface="Albert Sans"/>
                <a:ea typeface="Albert Sans"/>
                <a:cs typeface="Albert Sans"/>
                <a:sym typeface="Albert Sans"/>
              </a:rPr>
              <a:t>01</a:t>
            </a:r>
            <a:endParaRPr sz="1000">
              <a:solidFill>
                <a:schemeClr val="dk2"/>
              </a:solidFill>
              <a:latin typeface="Albert Sans"/>
              <a:ea typeface="Albert Sans"/>
              <a:cs typeface="Albert Sans"/>
              <a:sym typeface="Albert Sans"/>
            </a:endParaRPr>
          </a:p>
        </p:txBody>
      </p:sp>
      <p:sp>
        <p:nvSpPr>
          <p:cNvPr id="639" name="Google Shape;639;p87"/>
          <p:cNvSpPr txBox="1"/>
          <p:nvPr/>
        </p:nvSpPr>
        <p:spPr>
          <a:xfrm>
            <a:off x="347641" y="771175"/>
            <a:ext cx="440400" cy="549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2"/>
                </a:solidFill>
                <a:latin typeface="Albert Sans"/>
                <a:ea typeface="Albert Sans"/>
                <a:cs typeface="Albert Sans"/>
                <a:sym typeface="Albert Sans"/>
              </a:rPr>
              <a:t>02</a:t>
            </a:r>
            <a:endParaRPr sz="1000">
              <a:solidFill>
                <a:schemeClr val="dk2"/>
              </a:solidFill>
              <a:latin typeface="Albert Sans"/>
              <a:ea typeface="Albert Sans"/>
              <a:cs typeface="Albert Sans"/>
              <a:sym typeface="Albert Sans"/>
            </a:endParaRPr>
          </a:p>
        </p:txBody>
      </p:sp>
      <p:sp>
        <p:nvSpPr>
          <p:cNvPr id="640" name="Google Shape;640;p87"/>
          <p:cNvSpPr txBox="1"/>
          <p:nvPr/>
        </p:nvSpPr>
        <p:spPr>
          <a:xfrm>
            <a:off x="347565" y="1318850"/>
            <a:ext cx="440400" cy="549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2"/>
                </a:solidFill>
                <a:latin typeface="Albert Sans"/>
                <a:ea typeface="Albert Sans"/>
                <a:cs typeface="Albert Sans"/>
                <a:sym typeface="Albert Sans"/>
              </a:rPr>
              <a:t>03</a:t>
            </a:r>
            <a:endParaRPr sz="1000">
              <a:solidFill>
                <a:schemeClr val="dk2"/>
              </a:solidFill>
              <a:latin typeface="Albert Sans"/>
              <a:ea typeface="Albert Sans"/>
              <a:cs typeface="Albert Sans"/>
              <a:sym typeface="Albert Sans"/>
            </a:endParaRPr>
          </a:p>
        </p:txBody>
      </p:sp>
      <p:sp>
        <p:nvSpPr>
          <p:cNvPr id="641" name="Google Shape;641;p87"/>
          <p:cNvSpPr txBox="1"/>
          <p:nvPr/>
        </p:nvSpPr>
        <p:spPr>
          <a:xfrm>
            <a:off x="347562" y="1861425"/>
            <a:ext cx="440400" cy="549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2"/>
                </a:solidFill>
                <a:latin typeface="Albert Sans"/>
                <a:ea typeface="Albert Sans"/>
                <a:cs typeface="Albert Sans"/>
                <a:sym typeface="Albert Sans"/>
              </a:rPr>
              <a:t>04</a:t>
            </a:r>
            <a:endParaRPr sz="1000">
              <a:solidFill>
                <a:schemeClr val="dk2"/>
              </a:solidFill>
              <a:latin typeface="Albert Sans"/>
              <a:ea typeface="Albert Sans"/>
              <a:cs typeface="Albert Sans"/>
              <a:sym typeface="Albert Sans"/>
            </a:endParaRPr>
          </a:p>
        </p:txBody>
      </p:sp>
      <p:pic>
        <p:nvPicPr>
          <p:cNvPr descr="Painted arrow on pavement (Provided by Getty Images)" id="642" name="Google Shape;642;p87"/>
          <p:cNvPicPr preferRelativeResize="0"/>
          <p:nvPr/>
        </p:nvPicPr>
        <p:blipFill rotWithShape="1">
          <a:blip r:embed="rId4">
            <a:alphaModFix/>
          </a:blip>
          <a:srcRect b="0" l="17642" r="8014" t="0"/>
          <a:stretch/>
        </p:blipFill>
        <p:spPr>
          <a:xfrm flipH="1" rot="5400000">
            <a:off x="3426225" y="352237"/>
            <a:ext cx="1718226" cy="15404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88"/>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648" name="Google Shape;648;p88"/>
          <p:cNvSpPr/>
          <p:nvPr/>
        </p:nvSpPr>
        <p:spPr>
          <a:xfrm>
            <a:off x="7156464" y="4601400"/>
            <a:ext cx="1354500" cy="318600"/>
          </a:xfrm>
          <a:prstGeom prst="roundRect">
            <a:avLst>
              <a:gd fmla="val 16290" name="adj"/>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649" name="Google Shape;649;p88"/>
          <p:cNvSpPr txBox="1"/>
          <p:nvPr/>
        </p:nvSpPr>
        <p:spPr>
          <a:xfrm>
            <a:off x="7165814"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600">
              <a:solidFill>
                <a:schemeClr val="dk2"/>
              </a:solidFill>
              <a:latin typeface="Albert Sans"/>
              <a:ea typeface="Albert Sans"/>
              <a:cs typeface="Albert Sans"/>
              <a:sym typeface="Albert Sans"/>
            </a:endParaRPr>
          </a:p>
        </p:txBody>
      </p:sp>
      <p:sp>
        <p:nvSpPr>
          <p:cNvPr id="650" name="Google Shape;650;p88"/>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651" name="Google Shape;651;p88"/>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652" name="Google Shape;652;p88"/>
          <p:cNvSpPr txBox="1"/>
          <p:nvPr>
            <p:ph idx="3"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pic>
        <p:nvPicPr>
          <p:cNvPr id="653" name="Google Shape;653;p88" title="FireShot Capture 173 - Trait Tracker (Blank) - Google Docs - docs.google.com.png"/>
          <p:cNvPicPr preferRelativeResize="0"/>
          <p:nvPr/>
        </p:nvPicPr>
        <p:blipFill>
          <a:blip r:embed="rId3">
            <a:alphaModFix/>
          </a:blip>
          <a:stretch>
            <a:fillRect/>
          </a:stretch>
        </p:blipFill>
        <p:spPr>
          <a:xfrm>
            <a:off x="235550" y="580776"/>
            <a:ext cx="8672899" cy="37467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89"/>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659" name="Google Shape;659;p89"/>
          <p:cNvSpPr txBox="1"/>
          <p:nvPr/>
        </p:nvSpPr>
        <p:spPr>
          <a:xfrm>
            <a:off x="4113984" y="281275"/>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01</a:t>
            </a:r>
            <a:endParaRPr>
              <a:solidFill>
                <a:schemeClr val="dk2"/>
              </a:solidFill>
              <a:latin typeface="Albert Sans"/>
              <a:ea typeface="Albert Sans"/>
              <a:cs typeface="Albert Sans"/>
              <a:sym typeface="Albert Sans"/>
            </a:endParaRPr>
          </a:p>
        </p:txBody>
      </p:sp>
      <p:sp>
        <p:nvSpPr>
          <p:cNvPr id="660" name="Google Shape;660;p89"/>
          <p:cNvSpPr txBox="1"/>
          <p:nvPr/>
        </p:nvSpPr>
        <p:spPr>
          <a:xfrm>
            <a:off x="4113984" y="974578"/>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02</a:t>
            </a:r>
            <a:endParaRPr>
              <a:solidFill>
                <a:schemeClr val="dk2"/>
              </a:solidFill>
              <a:latin typeface="Albert Sans"/>
              <a:ea typeface="Albert Sans"/>
              <a:cs typeface="Albert Sans"/>
              <a:sym typeface="Albert Sans"/>
            </a:endParaRPr>
          </a:p>
        </p:txBody>
      </p:sp>
      <p:sp>
        <p:nvSpPr>
          <p:cNvPr id="661" name="Google Shape;661;p89"/>
          <p:cNvSpPr txBox="1"/>
          <p:nvPr/>
        </p:nvSpPr>
        <p:spPr>
          <a:xfrm>
            <a:off x="4113984" y="1670466"/>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03</a:t>
            </a:r>
            <a:endParaRPr>
              <a:solidFill>
                <a:schemeClr val="dk2"/>
              </a:solidFill>
              <a:latin typeface="Albert Sans"/>
              <a:ea typeface="Albert Sans"/>
              <a:cs typeface="Albert Sans"/>
              <a:sym typeface="Albert Sans"/>
            </a:endParaRPr>
          </a:p>
        </p:txBody>
      </p:sp>
      <p:sp>
        <p:nvSpPr>
          <p:cNvPr id="662" name="Google Shape;662;p89"/>
          <p:cNvSpPr txBox="1"/>
          <p:nvPr/>
        </p:nvSpPr>
        <p:spPr>
          <a:xfrm>
            <a:off x="4113984" y="2359833"/>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04</a:t>
            </a:r>
            <a:endParaRPr>
              <a:solidFill>
                <a:schemeClr val="dk2"/>
              </a:solidFill>
              <a:latin typeface="Albert Sans"/>
              <a:ea typeface="Albert Sans"/>
              <a:cs typeface="Albert Sans"/>
              <a:sym typeface="Albert Sans"/>
            </a:endParaRPr>
          </a:p>
        </p:txBody>
      </p:sp>
      <p:sp>
        <p:nvSpPr>
          <p:cNvPr id="663" name="Google Shape;663;p89"/>
          <p:cNvSpPr/>
          <p:nvPr/>
        </p:nvSpPr>
        <p:spPr>
          <a:xfrm>
            <a:off x="7156464" y="4601400"/>
            <a:ext cx="1354500" cy="318600"/>
          </a:xfrm>
          <a:prstGeom prst="roundRect">
            <a:avLst>
              <a:gd fmla="val 16290" name="adj"/>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664" name="Google Shape;664;p89"/>
          <p:cNvSpPr txBox="1"/>
          <p:nvPr/>
        </p:nvSpPr>
        <p:spPr>
          <a:xfrm>
            <a:off x="7165814"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600">
              <a:solidFill>
                <a:schemeClr val="dk2"/>
              </a:solidFill>
              <a:latin typeface="Albert Sans"/>
              <a:ea typeface="Albert Sans"/>
              <a:cs typeface="Albert Sans"/>
              <a:sym typeface="Albert Sans"/>
            </a:endParaRPr>
          </a:p>
        </p:txBody>
      </p:sp>
      <p:sp>
        <p:nvSpPr>
          <p:cNvPr id="665" name="Google Shape;665;p89"/>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666" name="Google Shape;666;p89"/>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667" name="Google Shape;667;p89"/>
          <p:cNvSpPr txBox="1"/>
          <p:nvPr>
            <p:ph idx="3"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pic>
        <p:nvPicPr>
          <p:cNvPr id="668" name="Google Shape;668;p89" title="FireShot Capture 172 - Trait Tracker (Blank) (For Images) - Google Docs - docs.google.com.png"/>
          <p:cNvPicPr preferRelativeResize="0"/>
          <p:nvPr/>
        </p:nvPicPr>
        <p:blipFill>
          <a:blip r:embed="rId3">
            <a:alphaModFix/>
          </a:blip>
          <a:stretch>
            <a:fillRect/>
          </a:stretch>
        </p:blipFill>
        <p:spPr>
          <a:xfrm>
            <a:off x="402852" y="427250"/>
            <a:ext cx="6454319" cy="41741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90"/>
          <p:cNvSpPr/>
          <p:nvPr/>
        </p:nvSpPr>
        <p:spPr>
          <a:xfrm>
            <a:off x="8596792" y="4601400"/>
            <a:ext cx="318600" cy="31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674" name="Google Shape;674;p90"/>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675" name="Google Shape;675;p90"/>
          <p:cNvSpPr txBox="1"/>
          <p:nvPr>
            <p:ph idx="1" type="body"/>
          </p:nvPr>
        </p:nvSpPr>
        <p:spPr>
          <a:xfrm>
            <a:off x="970225" y="770775"/>
            <a:ext cx="5205900" cy="379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t>They used to call him Strange Tooth behind his back, but his grandmother always said it plainly: “You’re a perceptive little wolf. You don’t just see things—you notice what others miss.”</a:t>
            </a:r>
            <a:endParaRPr sz="1900"/>
          </a:p>
          <a:p>
            <a:pPr indent="0" lvl="0" marL="0" rtl="0" algn="l">
              <a:spcBef>
                <a:spcPts val="1200"/>
              </a:spcBef>
              <a:spcAft>
                <a:spcPts val="0"/>
              </a:spcAft>
              <a:buNone/>
            </a:pPr>
            <a:r>
              <a:rPr lang="en" sz="1900"/>
              <a:t>From the time he was a cub, he’d observed what others rushed past. He noticed which birds called in warning, which trees bent the wrong way in the wind. He knew the scent of fear, not just in prey, but in packmates who smiled too wide. The other wolves hunted by instinct. He hunted by patterns. And he had a pattern for everything.</a:t>
            </a:r>
            <a:endParaRPr sz="1900"/>
          </a:p>
          <a:p>
            <a:pPr indent="0" lvl="0" marL="0" rtl="0" algn="l">
              <a:spcBef>
                <a:spcPts val="1200"/>
              </a:spcBef>
              <a:spcAft>
                <a:spcPts val="0"/>
              </a:spcAft>
              <a:buNone/>
            </a:pPr>
            <a:r>
              <a:t/>
            </a:r>
            <a:endParaRPr/>
          </a:p>
          <a:p>
            <a:pPr indent="0" lvl="0" marL="0" rtl="0" algn="l">
              <a:spcBef>
                <a:spcPts val="1200"/>
              </a:spcBef>
              <a:spcAft>
                <a:spcPts val="0"/>
              </a:spcAft>
              <a:buNone/>
            </a:pPr>
            <a:r>
              <a:t/>
            </a:r>
            <a:endParaRPr/>
          </a:p>
        </p:txBody>
      </p:sp>
      <p:sp>
        <p:nvSpPr>
          <p:cNvPr id="676" name="Google Shape;676;p90"/>
          <p:cNvSpPr txBox="1"/>
          <p:nvPr>
            <p:ph type="title"/>
          </p:nvPr>
        </p:nvSpPr>
        <p:spPr>
          <a:xfrm>
            <a:off x="956138" y="327150"/>
            <a:ext cx="27432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Little Red-Riding-Hooded Wolf</a:t>
            </a:r>
            <a:endParaRPr>
              <a:solidFill>
                <a:schemeClr val="dk2"/>
              </a:solidFill>
            </a:endParaRPr>
          </a:p>
        </p:txBody>
      </p:sp>
      <p:sp>
        <p:nvSpPr>
          <p:cNvPr id="677" name="Google Shape;677;p90"/>
          <p:cNvSpPr txBox="1"/>
          <p:nvPr>
            <p:ph idx="2" type="body"/>
          </p:nvPr>
        </p:nvSpPr>
        <p:spPr>
          <a:xfrm>
            <a:off x="6439500" y="824225"/>
            <a:ext cx="2117400" cy="347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Direct Characterization </a:t>
            </a:r>
            <a:r>
              <a:rPr lang="en"/>
              <a:t>→ </a:t>
            </a:r>
            <a:r>
              <a:rPr lang="en"/>
              <a:t>What does </a:t>
            </a:r>
            <a:r>
              <a:rPr lang="en"/>
              <a:t>Little Red-Riding-Hooded Wolf’s grandmother call him that suggests a possible trait?</a:t>
            </a:r>
            <a:endParaRPr/>
          </a:p>
          <a:p>
            <a:pPr indent="0" lvl="0" marL="0" rtl="0" algn="l">
              <a:spcBef>
                <a:spcPts val="1000"/>
              </a:spcBef>
              <a:spcAft>
                <a:spcPts val="1000"/>
              </a:spcAft>
              <a:buNone/>
            </a:pPr>
            <a:r>
              <a:t/>
            </a:r>
            <a:endParaRPr/>
          </a:p>
        </p:txBody>
      </p:sp>
      <p:pic>
        <p:nvPicPr>
          <p:cNvPr descr="Hexagonal icon." id="678" name="Google Shape;678;p90"/>
          <p:cNvPicPr preferRelativeResize="0"/>
          <p:nvPr>
            <p:ph idx="3" type="pic"/>
          </p:nvPr>
        </p:nvPicPr>
        <p:blipFill rotWithShape="1">
          <a:blip r:embed="rId3">
            <a:alphaModFix/>
          </a:blip>
          <a:srcRect b="6598" l="0" r="0" t="6589"/>
          <a:stretch/>
        </p:blipFill>
        <p:spPr>
          <a:xfrm>
            <a:off x="8596800" y="223475"/>
            <a:ext cx="318600" cy="318600"/>
          </a:xfrm>
          <a:prstGeom prst="ellipse">
            <a:avLst/>
          </a:prstGeom>
        </p:spPr>
      </p:pic>
      <p:sp>
        <p:nvSpPr>
          <p:cNvPr id="679" name="Google Shape;679;p90"/>
          <p:cNvSpPr/>
          <p:nvPr/>
        </p:nvSpPr>
        <p:spPr>
          <a:xfrm>
            <a:off x="7127250" y="4601400"/>
            <a:ext cx="1354500" cy="318600"/>
          </a:xfrm>
          <a:prstGeom prst="roundRect">
            <a:avLst>
              <a:gd fmla="val 16290" name="adj"/>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680" name="Google Shape;680;p90"/>
          <p:cNvSpPr txBox="1"/>
          <p:nvPr/>
        </p:nvSpPr>
        <p:spPr>
          <a:xfrm>
            <a:off x="71366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1000">
              <a:solidFill>
                <a:schemeClr val="dk2"/>
              </a:solidFill>
              <a:latin typeface="Albert Sans"/>
              <a:ea typeface="Albert Sans"/>
              <a:cs typeface="Albert Sans"/>
              <a:sym typeface="Albert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91"/>
          <p:cNvSpPr/>
          <p:nvPr/>
        </p:nvSpPr>
        <p:spPr>
          <a:xfrm>
            <a:off x="8596792" y="4601400"/>
            <a:ext cx="318600" cy="31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686" name="Google Shape;686;p91"/>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687" name="Google Shape;687;p91"/>
          <p:cNvSpPr txBox="1"/>
          <p:nvPr>
            <p:ph idx="1" type="body"/>
          </p:nvPr>
        </p:nvSpPr>
        <p:spPr>
          <a:xfrm>
            <a:off x="970225" y="770775"/>
            <a:ext cx="5205900" cy="379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t>Now older, cloaked in red to throw off hunters, he crept through the edge of the human village. The cape rustled when he passed the window of the baker’s house. The child inside froze. Her mouth smiled, but her eyes flicked once—twice—toward the bread knife.</a:t>
            </a:r>
            <a:endParaRPr sz="1900"/>
          </a:p>
          <a:p>
            <a:pPr indent="0" lvl="0" marL="0" rtl="0" algn="l">
              <a:spcBef>
                <a:spcPts val="1200"/>
              </a:spcBef>
              <a:spcAft>
                <a:spcPts val="0"/>
              </a:spcAft>
              <a:buNone/>
            </a:pPr>
            <a:r>
              <a:rPr i="1" lang="en" sz="1900"/>
              <a:t>She’s scared</a:t>
            </a:r>
            <a:r>
              <a:rPr lang="en" sz="1900"/>
              <a:t>, he thought. </a:t>
            </a:r>
            <a:r>
              <a:rPr i="1" lang="en" sz="1900"/>
              <a:t>But why would a child with a knife be afraid of a passing shadow</a:t>
            </a:r>
            <a:r>
              <a:rPr lang="en" sz="1900"/>
              <a:t>? </a:t>
            </a:r>
            <a:endParaRPr sz="1900"/>
          </a:p>
          <a:p>
            <a:pPr indent="0" lvl="0" marL="0" rtl="0" algn="l">
              <a:spcBef>
                <a:spcPts val="1200"/>
              </a:spcBef>
              <a:spcAft>
                <a:spcPts val="0"/>
              </a:spcAft>
              <a:buNone/>
            </a:pPr>
            <a:r>
              <a:rPr lang="en" sz="1900"/>
              <a:t>He adjusted his hood to cover more of his muzzle. Maybe he still looked too much like what he was trying not to be.</a:t>
            </a:r>
            <a:endParaRPr sz="1900"/>
          </a:p>
          <a:p>
            <a:pPr indent="0" lvl="0" marL="0" rtl="0" algn="l">
              <a:spcBef>
                <a:spcPts val="1200"/>
              </a:spcBef>
              <a:spcAft>
                <a:spcPts val="0"/>
              </a:spcAft>
              <a:buNone/>
            </a:pPr>
            <a:r>
              <a:t/>
            </a:r>
            <a:endParaRPr sz="1900"/>
          </a:p>
          <a:p>
            <a:pPr indent="0" lvl="0" marL="0" rtl="0" algn="l">
              <a:spcBef>
                <a:spcPts val="1200"/>
              </a:spcBef>
              <a:spcAft>
                <a:spcPts val="0"/>
              </a:spcAft>
              <a:buNone/>
            </a:pPr>
            <a:r>
              <a:t/>
            </a:r>
            <a:endParaRPr/>
          </a:p>
          <a:p>
            <a:pPr indent="0" lvl="0" marL="0" rtl="0" algn="l">
              <a:spcBef>
                <a:spcPts val="1200"/>
              </a:spcBef>
              <a:spcAft>
                <a:spcPts val="0"/>
              </a:spcAft>
              <a:buNone/>
            </a:pPr>
            <a:r>
              <a:t/>
            </a:r>
            <a:endParaRPr/>
          </a:p>
        </p:txBody>
      </p:sp>
      <p:sp>
        <p:nvSpPr>
          <p:cNvPr id="688" name="Google Shape;688;p91"/>
          <p:cNvSpPr txBox="1"/>
          <p:nvPr>
            <p:ph type="title"/>
          </p:nvPr>
        </p:nvSpPr>
        <p:spPr>
          <a:xfrm>
            <a:off x="956138" y="327150"/>
            <a:ext cx="27432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Little Red-Riding-Hooded Wolf</a:t>
            </a:r>
            <a:endParaRPr>
              <a:solidFill>
                <a:schemeClr val="dk2"/>
              </a:solidFill>
            </a:endParaRPr>
          </a:p>
        </p:txBody>
      </p:sp>
      <p:sp>
        <p:nvSpPr>
          <p:cNvPr id="689" name="Google Shape;689;p91"/>
          <p:cNvSpPr txBox="1"/>
          <p:nvPr>
            <p:ph idx="2" type="body"/>
          </p:nvPr>
        </p:nvSpPr>
        <p:spPr>
          <a:xfrm>
            <a:off x="6439500" y="824225"/>
            <a:ext cx="2117400" cy="347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Thoughts → What does the wolf notice about the girl’s reactions, and how does this reveal something about how he thinks?</a:t>
            </a:r>
            <a:endParaRPr/>
          </a:p>
          <a:p>
            <a:pPr indent="0" lvl="0" marL="0" rtl="0" algn="l">
              <a:spcBef>
                <a:spcPts val="1000"/>
              </a:spcBef>
              <a:spcAft>
                <a:spcPts val="0"/>
              </a:spcAft>
              <a:buNone/>
            </a:pPr>
            <a:r>
              <a:rPr lang="en"/>
              <a:t>Looks → How does the description of the wolf’s red cloak and hidden muzzle show how he wants others to see him—and how he sees himself?</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pic>
        <p:nvPicPr>
          <p:cNvPr descr="Hexagonal icon." id="690" name="Google Shape;690;p91"/>
          <p:cNvPicPr preferRelativeResize="0"/>
          <p:nvPr>
            <p:ph idx="3" type="pic"/>
          </p:nvPr>
        </p:nvPicPr>
        <p:blipFill rotWithShape="1">
          <a:blip r:embed="rId3">
            <a:alphaModFix/>
          </a:blip>
          <a:srcRect b="6598" l="0" r="0" t="6589"/>
          <a:stretch/>
        </p:blipFill>
        <p:spPr>
          <a:xfrm>
            <a:off x="8596800" y="223475"/>
            <a:ext cx="318600" cy="318600"/>
          </a:xfrm>
          <a:prstGeom prst="ellipse">
            <a:avLst/>
          </a:prstGeom>
        </p:spPr>
      </p:pic>
      <p:sp>
        <p:nvSpPr>
          <p:cNvPr id="691" name="Google Shape;691;p91"/>
          <p:cNvSpPr/>
          <p:nvPr/>
        </p:nvSpPr>
        <p:spPr>
          <a:xfrm>
            <a:off x="7127250" y="4601400"/>
            <a:ext cx="1354500" cy="318600"/>
          </a:xfrm>
          <a:prstGeom prst="roundRect">
            <a:avLst>
              <a:gd fmla="val 16290" name="adj"/>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692" name="Google Shape;692;p91"/>
          <p:cNvSpPr txBox="1"/>
          <p:nvPr/>
        </p:nvSpPr>
        <p:spPr>
          <a:xfrm>
            <a:off x="71366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1000">
              <a:solidFill>
                <a:schemeClr val="dk2"/>
              </a:solidFill>
              <a:latin typeface="Albert Sans"/>
              <a:ea typeface="Albert Sans"/>
              <a:cs typeface="Albert Sans"/>
              <a:sym typeface="Albert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92"/>
          <p:cNvSpPr/>
          <p:nvPr/>
        </p:nvSpPr>
        <p:spPr>
          <a:xfrm>
            <a:off x="8596792" y="4601400"/>
            <a:ext cx="318600" cy="31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698" name="Google Shape;698;p92"/>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699" name="Google Shape;699;p92"/>
          <p:cNvSpPr txBox="1"/>
          <p:nvPr>
            <p:ph idx="1" type="body"/>
          </p:nvPr>
        </p:nvSpPr>
        <p:spPr>
          <a:xfrm>
            <a:off x="970225" y="770775"/>
            <a:ext cx="5205900" cy="379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At the edge of the forest, he heard soft crying. A girl—no more than ten—stood next to a shattered basket of berries.</a:t>
            </a:r>
            <a:endParaRPr sz="1700"/>
          </a:p>
          <a:p>
            <a:pPr indent="0" lvl="0" marL="0" rtl="0" algn="l">
              <a:spcBef>
                <a:spcPts val="1200"/>
              </a:spcBef>
              <a:spcAft>
                <a:spcPts val="0"/>
              </a:spcAft>
              <a:buNone/>
            </a:pPr>
            <a:r>
              <a:rPr lang="en" sz="1700"/>
              <a:t>“I didn’t mean to drop them,” she whispered.</a:t>
            </a:r>
            <a:endParaRPr sz="1700"/>
          </a:p>
          <a:p>
            <a:pPr indent="0" lvl="0" marL="0" rtl="0" algn="l">
              <a:spcBef>
                <a:spcPts val="1200"/>
              </a:spcBef>
              <a:spcAft>
                <a:spcPts val="0"/>
              </a:spcAft>
              <a:buNone/>
            </a:pPr>
            <a:r>
              <a:rPr lang="en" sz="1700"/>
              <a:t>He crouched beside her. “You didn’t,” he said gently. “But someone scared you.”</a:t>
            </a:r>
            <a:endParaRPr sz="1700"/>
          </a:p>
          <a:p>
            <a:pPr indent="0" lvl="0" marL="0" rtl="0" algn="l">
              <a:spcBef>
                <a:spcPts val="1200"/>
              </a:spcBef>
              <a:spcAft>
                <a:spcPts val="0"/>
              </a:spcAft>
              <a:buNone/>
            </a:pPr>
            <a:r>
              <a:rPr lang="en" sz="1700"/>
              <a:t>Her eyes widened, then softened. “You’re not… like the others,” she said.</a:t>
            </a:r>
            <a:endParaRPr sz="1700"/>
          </a:p>
          <a:p>
            <a:pPr indent="0" lvl="0" marL="0" rtl="0" algn="l">
              <a:spcBef>
                <a:spcPts val="1200"/>
              </a:spcBef>
              <a:spcAft>
                <a:spcPts val="0"/>
              </a:spcAft>
              <a:buNone/>
            </a:pPr>
            <a:r>
              <a:rPr lang="en" sz="1700"/>
              <a:t>He handed her a few loose berries from beneath a thornbush. She took them without flinching. The breeze shifted. Behind the trees, he smelled fur—rougher, raw, and hungry. Other wolves were circling. They didn’t smell like him.</a:t>
            </a:r>
            <a:endParaRPr sz="1700"/>
          </a:p>
          <a:p>
            <a:pPr indent="0" lvl="0" marL="0" rtl="0" algn="l">
              <a:spcBef>
                <a:spcPts val="1200"/>
              </a:spcBef>
              <a:spcAft>
                <a:spcPts val="0"/>
              </a:spcAft>
              <a:buNone/>
            </a:pPr>
            <a:r>
              <a:t/>
            </a:r>
            <a:endParaRPr sz="1900"/>
          </a:p>
          <a:p>
            <a:pPr indent="0" lvl="0" marL="0" rtl="0" algn="l">
              <a:spcBef>
                <a:spcPts val="1200"/>
              </a:spcBef>
              <a:spcAft>
                <a:spcPts val="0"/>
              </a:spcAft>
              <a:buNone/>
            </a:pPr>
            <a:r>
              <a:t/>
            </a:r>
            <a:endParaRPr/>
          </a:p>
          <a:p>
            <a:pPr indent="0" lvl="0" marL="0" rtl="0" algn="l">
              <a:spcBef>
                <a:spcPts val="1200"/>
              </a:spcBef>
              <a:spcAft>
                <a:spcPts val="0"/>
              </a:spcAft>
              <a:buNone/>
            </a:pPr>
            <a:r>
              <a:t/>
            </a:r>
            <a:endParaRPr/>
          </a:p>
        </p:txBody>
      </p:sp>
      <p:sp>
        <p:nvSpPr>
          <p:cNvPr id="700" name="Google Shape;700;p92"/>
          <p:cNvSpPr txBox="1"/>
          <p:nvPr>
            <p:ph type="title"/>
          </p:nvPr>
        </p:nvSpPr>
        <p:spPr>
          <a:xfrm>
            <a:off x="956138" y="327150"/>
            <a:ext cx="27432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Little Red-Riding-Hooded Wolf</a:t>
            </a:r>
            <a:endParaRPr>
              <a:solidFill>
                <a:schemeClr val="dk2"/>
              </a:solidFill>
            </a:endParaRPr>
          </a:p>
        </p:txBody>
      </p:sp>
      <p:sp>
        <p:nvSpPr>
          <p:cNvPr id="701" name="Google Shape;701;p92"/>
          <p:cNvSpPr txBox="1"/>
          <p:nvPr>
            <p:ph idx="2" type="body"/>
          </p:nvPr>
        </p:nvSpPr>
        <p:spPr>
          <a:xfrm>
            <a:off x="6439500" y="824225"/>
            <a:ext cx="2117400" cy="347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Speech → What do the wolf’s words to the girl tell us about the way he communicates and responds to others?</a:t>
            </a:r>
            <a:endParaRPr/>
          </a:p>
          <a:p>
            <a:pPr indent="0" lvl="0" marL="0" rtl="0" algn="l">
              <a:spcBef>
                <a:spcPts val="1000"/>
              </a:spcBef>
              <a:spcAft>
                <a:spcPts val="0"/>
              </a:spcAft>
              <a:buNone/>
            </a:pPr>
            <a:r>
              <a:rPr lang="en"/>
              <a:t>Effect on Others → How does the girl’s reaction to the wolf change over time, and what does this suggest about his influence on her?</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pic>
        <p:nvPicPr>
          <p:cNvPr descr="Hexagonal icon." id="702" name="Google Shape;702;p92"/>
          <p:cNvPicPr preferRelativeResize="0"/>
          <p:nvPr>
            <p:ph idx="3" type="pic"/>
          </p:nvPr>
        </p:nvPicPr>
        <p:blipFill rotWithShape="1">
          <a:blip r:embed="rId3">
            <a:alphaModFix/>
          </a:blip>
          <a:srcRect b="6598" l="0" r="0" t="6589"/>
          <a:stretch/>
        </p:blipFill>
        <p:spPr>
          <a:xfrm>
            <a:off x="8596800" y="223475"/>
            <a:ext cx="318600" cy="318600"/>
          </a:xfrm>
          <a:prstGeom prst="ellipse">
            <a:avLst/>
          </a:prstGeom>
        </p:spPr>
      </p:pic>
      <p:sp>
        <p:nvSpPr>
          <p:cNvPr id="703" name="Google Shape;703;p92"/>
          <p:cNvSpPr/>
          <p:nvPr/>
        </p:nvSpPr>
        <p:spPr>
          <a:xfrm>
            <a:off x="7127250" y="4601400"/>
            <a:ext cx="1354500" cy="318600"/>
          </a:xfrm>
          <a:prstGeom prst="roundRect">
            <a:avLst>
              <a:gd fmla="val 16290" name="adj"/>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704" name="Google Shape;704;p92"/>
          <p:cNvSpPr txBox="1"/>
          <p:nvPr/>
        </p:nvSpPr>
        <p:spPr>
          <a:xfrm>
            <a:off x="71366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1000">
              <a:solidFill>
                <a:schemeClr val="dk2"/>
              </a:solidFill>
              <a:latin typeface="Albert Sans"/>
              <a:ea typeface="Albert Sans"/>
              <a:cs typeface="Albert Sans"/>
              <a:sym typeface="Albert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93"/>
          <p:cNvSpPr/>
          <p:nvPr/>
        </p:nvSpPr>
        <p:spPr>
          <a:xfrm>
            <a:off x="8596792" y="4601400"/>
            <a:ext cx="318600" cy="31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710" name="Google Shape;710;p93"/>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711" name="Google Shape;711;p93"/>
          <p:cNvSpPr txBox="1"/>
          <p:nvPr>
            <p:ph idx="1" type="body"/>
          </p:nvPr>
        </p:nvSpPr>
        <p:spPr>
          <a:xfrm>
            <a:off x="970225" y="770775"/>
            <a:ext cx="5205900" cy="379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The wind carried a low growl. He stepped in front of the girl, cloak flaring.</a:t>
            </a:r>
            <a:endParaRPr sz="1700"/>
          </a:p>
          <a:p>
            <a:pPr indent="0" lvl="0" marL="0" rtl="0" algn="l">
              <a:spcBef>
                <a:spcPts val="1200"/>
              </a:spcBef>
              <a:spcAft>
                <a:spcPts val="0"/>
              </a:spcAft>
              <a:buNone/>
            </a:pPr>
            <a:r>
              <a:rPr lang="en" sz="1700"/>
              <a:t>From the shadows, two wolves emerged. “Thought you were out here playing forest fairy,” one snarled.</a:t>
            </a:r>
            <a:endParaRPr sz="1700"/>
          </a:p>
          <a:p>
            <a:pPr indent="0" lvl="0" marL="0" rtl="0" algn="l">
              <a:spcBef>
                <a:spcPts val="1200"/>
              </a:spcBef>
              <a:spcAft>
                <a:spcPts val="0"/>
              </a:spcAft>
              <a:buNone/>
            </a:pPr>
            <a:r>
              <a:rPr lang="en" sz="1700"/>
              <a:t>“Wearing red like prey,” snarled the other.</a:t>
            </a:r>
            <a:endParaRPr sz="1700"/>
          </a:p>
          <a:p>
            <a:pPr indent="0" lvl="0" marL="0" rtl="0" algn="l">
              <a:spcBef>
                <a:spcPts val="1200"/>
              </a:spcBef>
              <a:spcAft>
                <a:spcPts val="0"/>
              </a:spcAft>
              <a:buNone/>
            </a:pPr>
            <a:r>
              <a:rPr lang="en" sz="1700"/>
              <a:t>Strange Tooth didn’t growl back. Instead, he locked eyes with them and said, “Leave her alone.”</a:t>
            </a:r>
            <a:endParaRPr sz="1700"/>
          </a:p>
          <a:p>
            <a:pPr indent="0" lvl="0" marL="0" rtl="0" algn="l">
              <a:spcBef>
                <a:spcPts val="1200"/>
              </a:spcBef>
              <a:spcAft>
                <a:spcPts val="0"/>
              </a:spcAft>
              <a:buNone/>
            </a:pPr>
            <a:r>
              <a:rPr lang="en" sz="1700"/>
              <a:t>When they lunged, he moved—not with rage, but with precision. He didn’t bite. He ducked. He dodged. He used their momentum against them. And when the girl screamed, they hesitated. In that moment, he stood between them and their hunger—and they ran.</a:t>
            </a:r>
            <a:endParaRPr sz="1700"/>
          </a:p>
          <a:p>
            <a:pPr indent="0" lvl="0" marL="0" rtl="0" algn="l">
              <a:spcBef>
                <a:spcPts val="1200"/>
              </a:spcBef>
              <a:spcAft>
                <a:spcPts val="0"/>
              </a:spcAft>
              <a:buNone/>
            </a:pPr>
            <a:r>
              <a:t/>
            </a:r>
            <a:endParaRPr sz="1900"/>
          </a:p>
          <a:p>
            <a:pPr indent="0" lvl="0" marL="0" rtl="0" algn="l">
              <a:spcBef>
                <a:spcPts val="1200"/>
              </a:spcBef>
              <a:spcAft>
                <a:spcPts val="0"/>
              </a:spcAft>
              <a:buNone/>
            </a:pPr>
            <a:r>
              <a:t/>
            </a:r>
            <a:endParaRPr/>
          </a:p>
          <a:p>
            <a:pPr indent="0" lvl="0" marL="0" rtl="0" algn="l">
              <a:spcBef>
                <a:spcPts val="1200"/>
              </a:spcBef>
              <a:spcAft>
                <a:spcPts val="0"/>
              </a:spcAft>
              <a:buNone/>
            </a:pPr>
            <a:r>
              <a:t/>
            </a:r>
            <a:endParaRPr/>
          </a:p>
        </p:txBody>
      </p:sp>
      <p:sp>
        <p:nvSpPr>
          <p:cNvPr id="712" name="Google Shape;712;p93"/>
          <p:cNvSpPr txBox="1"/>
          <p:nvPr>
            <p:ph type="title"/>
          </p:nvPr>
        </p:nvSpPr>
        <p:spPr>
          <a:xfrm>
            <a:off x="956138" y="327150"/>
            <a:ext cx="27432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Little Red-Riding-Hooded Wolf</a:t>
            </a:r>
            <a:endParaRPr>
              <a:solidFill>
                <a:schemeClr val="dk2"/>
              </a:solidFill>
            </a:endParaRPr>
          </a:p>
        </p:txBody>
      </p:sp>
      <p:sp>
        <p:nvSpPr>
          <p:cNvPr id="713" name="Google Shape;713;p93"/>
          <p:cNvSpPr txBox="1"/>
          <p:nvPr>
            <p:ph idx="2" type="body"/>
          </p:nvPr>
        </p:nvSpPr>
        <p:spPr>
          <a:xfrm>
            <a:off x="6439500" y="824225"/>
            <a:ext cx="2117400" cy="347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Action → When danger appears, what does the wolf do, and how is that different from what we might expect from a wolf?</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pic>
        <p:nvPicPr>
          <p:cNvPr descr="Hexagonal icon." id="714" name="Google Shape;714;p93"/>
          <p:cNvPicPr preferRelativeResize="0"/>
          <p:nvPr>
            <p:ph idx="3" type="pic"/>
          </p:nvPr>
        </p:nvPicPr>
        <p:blipFill rotWithShape="1">
          <a:blip r:embed="rId3">
            <a:alphaModFix/>
          </a:blip>
          <a:srcRect b="6598" l="0" r="0" t="6589"/>
          <a:stretch/>
        </p:blipFill>
        <p:spPr>
          <a:xfrm>
            <a:off x="8596800" y="223475"/>
            <a:ext cx="318600" cy="318600"/>
          </a:xfrm>
          <a:prstGeom prst="ellipse">
            <a:avLst/>
          </a:prstGeom>
        </p:spPr>
      </p:pic>
      <p:sp>
        <p:nvSpPr>
          <p:cNvPr id="715" name="Google Shape;715;p93"/>
          <p:cNvSpPr/>
          <p:nvPr/>
        </p:nvSpPr>
        <p:spPr>
          <a:xfrm>
            <a:off x="7127250" y="4601400"/>
            <a:ext cx="1354500" cy="318600"/>
          </a:xfrm>
          <a:prstGeom prst="roundRect">
            <a:avLst>
              <a:gd fmla="val 16290" name="adj"/>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716" name="Google Shape;716;p93"/>
          <p:cNvSpPr txBox="1"/>
          <p:nvPr/>
        </p:nvSpPr>
        <p:spPr>
          <a:xfrm>
            <a:off x="71366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1000">
              <a:solidFill>
                <a:schemeClr val="dk2"/>
              </a:solidFill>
              <a:latin typeface="Albert Sans"/>
              <a:ea typeface="Albert Sans"/>
              <a:cs typeface="Albert Sans"/>
              <a:sym typeface="Albert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94"/>
          <p:cNvSpPr/>
          <p:nvPr/>
        </p:nvSpPr>
        <p:spPr>
          <a:xfrm>
            <a:off x="8596792" y="4601400"/>
            <a:ext cx="318600" cy="318600"/>
          </a:xfrm>
          <a:prstGeom prst="ellipse">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722" name="Google Shape;722;p94"/>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
        <p:nvSpPr>
          <p:cNvPr id="723" name="Google Shape;723;p94"/>
          <p:cNvSpPr txBox="1"/>
          <p:nvPr>
            <p:ph idx="1" type="body"/>
          </p:nvPr>
        </p:nvSpPr>
        <p:spPr>
          <a:xfrm>
            <a:off x="970225" y="770775"/>
            <a:ext cx="5205900" cy="379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t>Afterward, the girl held his paw. “Why didn’t you fight like a real wolf?” she asked.</a:t>
            </a:r>
            <a:endParaRPr sz="1900"/>
          </a:p>
          <a:p>
            <a:pPr indent="0" lvl="0" marL="0" rtl="0" algn="l">
              <a:spcBef>
                <a:spcPts val="1200"/>
              </a:spcBef>
              <a:spcAft>
                <a:spcPts val="0"/>
              </a:spcAft>
              <a:buNone/>
            </a:pPr>
            <a:r>
              <a:rPr lang="en" sz="1900"/>
              <a:t>He looked at the broken trail, the silence in the trees. “Because being perceptive isn’t about seeing everything,” he said, “It’s about knowing what matters.”</a:t>
            </a:r>
            <a:endParaRPr sz="1900"/>
          </a:p>
          <a:p>
            <a:pPr indent="0" lvl="0" marL="0" rtl="0" algn="l">
              <a:spcBef>
                <a:spcPts val="1200"/>
              </a:spcBef>
              <a:spcAft>
                <a:spcPts val="0"/>
              </a:spcAft>
              <a:buNone/>
            </a:pPr>
            <a:r>
              <a:rPr lang="en" sz="1900"/>
              <a:t>As they walked back toward the village, she didn’t let go. The cloak, for once, didn’t feel like a disguise. It felt like choice. The kind a wolf could make—when he finally saw himself clearly.</a:t>
            </a:r>
            <a:endParaRPr sz="1900"/>
          </a:p>
          <a:p>
            <a:pPr indent="0" lvl="0" marL="0" rtl="0" algn="l">
              <a:spcBef>
                <a:spcPts val="1200"/>
              </a:spcBef>
              <a:spcAft>
                <a:spcPts val="0"/>
              </a:spcAft>
              <a:buNone/>
            </a:pPr>
            <a:r>
              <a:t/>
            </a:r>
            <a:endParaRPr sz="1900"/>
          </a:p>
          <a:p>
            <a:pPr indent="0" lvl="0" marL="0" rtl="0" algn="l">
              <a:spcBef>
                <a:spcPts val="1200"/>
              </a:spcBef>
              <a:spcAft>
                <a:spcPts val="0"/>
              </a:spcAft>
              <a:buNone/>
            </a:pPr>
            <a:r>
              <a:t/>
            </a:r>
            <a:endParaRPr/>
          </a:p>
          <a:p>
            <a:pPr indent="0" lvl="0" marL="0" rtl="0" algn="l">
              <a:spcBef>
                <a:spcPts val="1200"/>
              </a:spcBef>
              <a:spcAft>
                <a:spcPts val="0"/>
              </a:spcAft>
              <a:buNone/>
            </a:pPr>
            <a:r>
              <a:t/>
            </a:r>
            <a:endParaRPr/>
          </a:p>
        </p:txBody>
      </p:sp>
      <p:sp>
        <p:nvSpPr>
          <p:cNvPr id="724" name="Google Shape;724;p94"/>
          <p:cNvSpPr txBox="1"/>
          <p:nvPr>
            <p:ph type="title"/>
          </p:nvPr>
        </p:nvSpPr>
        <p:spPr>
          <a:xfrm>
            <a:off x="956138" y="327150"/>
            <a:ext cx="27432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chemeClr val="dk2"/>
                </a:solidFill>
              </a:rPr>
              <a:t>Little Red-Riding-Hooded Wolf</a:t>
            </a:r>
            <a:endParaRPr>
              <a:solidFill>
                <a:schemeClr val="dk2"/>
              </a:solidFill>
            </a:endParaRPr>
          </a:p>
        </p:txBody>
      </p:sp>
      <p:sp>
        <p:nvSpPr>
          <p:cNvPr id="725" name="Google Shape;725;p94"/>
          <p:cNvSpPr txBox="1"/>
          <p:nvPr>
            <p:ph idx="2" type="body"/>
          </p:nvPr>
        </p:nvSpPr>
        <p:spPr>
          <a:xfrm>
            <a:off x="6439500" y="824225"/>
            <a:ext cx="2117400" cy="347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Resolution → At the end of the story, how does the wolf’s way of seeing the world—and himself—seem to have changed?</a:t>
            </a:r>
            <a:endParaRPr/>
          </a:p>
          <a:p>
            <a:pPr indent="0" lvl="0" marL="0" rtl="0" algn="l">
              <a:spcBef>
                <a:spcPts val="1000"/>
              </a:spcBef>
              <a:spcAft>
                <a:spcPts val="0"/>
              </a:spcAft>
              <a:buNone/>
            </a:pPr>
            <a:r>
              <a:rPr lang="en"/>
              <a:t>Trait Evolution → What does the shift from passive observer to intentional protector suggest about the kind of character he becomes by the end?</a:t>
            </a:r>
            <a:endParaRPr/>
          </a:p>
          <a:p>
            <a:pPr indent="0" lvl="0" marL="0" rtl="0" algn="l">
              <a:spcBef>
                <a:spcPts val="1000"/>
              </a:spcBef>
              <a:spcAft>
                <a:spcPts val="0"/>
              </a:spcAft>
              <a:buNone/>
            </a:pPr>
            <a:r>
              <a:t/>
            </a:r>
            <a:endParaRPr/>
          </a:p>
          <a:p>
            <a:pPr indent="0" lvl="0" marL="0" rtl="0" algn="l">
              <a:spcBef>
                <a:spcPts val="1000"/>
              </a:spcBef>
              <a:spcAft>
                <a:spcPts val="1000"/>
              </a:spcAft>
              <a:buNone/>
            </a:pPr>
            <a:r>
              <a:t/>
            </a:r>
            <a:endParaRPr/>
          </a:p>
        </p:txBody>
      </p:sp>
      <p:pic>
        <p:nvPicPr>
          <p:cNvPr descr="Hexagonal icon." id="726" name="Google Shape;726;p94"/>
          <p:cNvPicPr preferRelativeResize="0"/>
          <p:nvPr>
            <p:ph idx="3" type="pic"/>
          </p:nvPr>
        </p:nvPicPr>
        <p:blipFill rotWithShape="1">
          <a:blip r:embed="rId3">
            <a:alphaModFix/>
          </a:blip>
          <a:srcRect b="6598" l="0" r="0" t="6589"/>
          <a:stretch/>
        </p:blipFill>
        <p:spPr>
          <a:xfrm>
            <a:off x="8596800" y="223475"/>
            <a:ext cx="318600" cy="318600"/>
          </a:xfrm>
          <a:prstGeom prst="ellipse">
            <a:avLst/>
          </a:prstGeom>
        </p:spPr>
      </p:pic>
      <p:sp>
        <p:nvSpPr>
          <p:cNvPr id="727" name="Google Shape;727;p94"/>
          <p:cNvSpPr/>
          <p:nvPr/>
        </p:nvSpPr>
        <p:spPr>
          <a:xfrm>
            <a:off x="7127250" y="4601400"/>
            <a:ext cx="1354500" cy="318600"/>
          </a:xfrm>
          <a:prstGeom prst="roundRect">
            <a:avLst>
              <a:gd fmla="val 16290" name="adj"/>
            </a:avLst>
          </a:prstGeom>
          <a:solidFill>
            <a:schemeClr val="lt2"/>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728" name="Google Shape;728;p94"/>
          <p:cNvSpPr txBox="1"/>
          <p:nvPr/>
        </p:nvSpPr>
        <p:spPr>
          <a:xfrm>
            <a:off x="7136600"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1000">
              <a:solidFill>
                <a:schemeClr val="dk2"/>
              </a:solidFill>
              <a:latin typeface="Albert Sans"/>
              <a:ea typeface="Albert Sans"/>
              <a:cs typeface="Albert Sans"/>
              <a:sym typeface="Albert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95"/>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734" name="Google Shape;734;p95"/>
          <p:cNvSpPr txBox="1"/>
          <p:nvPr/>
        </p:nvSpPr>
        <p:spPr>
          <a:xfrm>
            <a:off x="4113984" y="281275"/>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01</a:t>
            </a:r>
            <a:endParaRPr>
              <a:solidFill>
                <a:schemeClr val="dk2"/>
              </a:solidFill>
              <a:latin typeface="Albert Sans"/>
              <a:ea typeface="Albert Sans"/>
              <a:cs typeface="Albert Sans"/>
              <a:sym typeface="Albert Sans"/>
            </a:endParaRPr>
          </a:p>
        </p:txBody>
      </p:sp>
      <p:sp>
        <p:nvSpPr>
          <p:cNvPr id="735" name="Google Shape;735;p95"/>
          <p:cNvSpPr txBox="1"/>
          <p:nvPr/>
        </p:nvSpPr>
        <p:spPr>
          <a:xfrm>
            <a:off x="4113984" y="974578"/>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02</a:t>
            </a:r>
            <a:endParaRPr>
              <a:solidFill>
                <a:schemeClr val="dk2"/>
              </a:solidFill>
              <a:latin typeface="Albert Sans"/>
              <a:ea typeface="Albert Sans"/>
              <a:cs typeface="Albert Sans"/>
              <a:sym typeface="Albert Sans"/>
            </a:endParaRPr>
          </a:p>
        </p:txBody>
      </p:sp>
      <p:sp>
        <p:nvSpPr>
          <p:cNvPr id="736" name="Google Shape;736;p95"/>
          <p:cNvSpPr txBox="1"/>
          <p:nvPr/>
        </p:nvSpPr>
        <p:spPr>
          <a:xfrm>
            <a:off x="4113984" y="1670466"/>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03</a:t>
            </a:r>
            <a:endParaRPr>
              <a:solidFill>
                <a:schemeClr val="dk2"/>
              </a:solidFill>
              <a:latin typeface="Albert Sans"/>
              <a:ea typeface="Albert Sans"/>
              <a:cs typeface="Albert Sans"/>
              <a:sym typeface="Albert Sans"/>
            </a:endParaRPr>
          </a:p>
        </p:txBody>
      </p:sp>
      <p:sp>
        <p:nvSpPr>
          <p:cNvPr id="737" name="Google Shape;737;p95"/>
          <p:cNvSpPr txBox="1"/>
          <p:nvPr/>
        </p:nvSpPr>
        <p:spPr>
          <a:xfrm>
            <a:off x="4113984" y="2359833"/>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04</a:t>
            </a:r>
            <a:endParaRPr>
              <a:solidFill>
                <a:schemeClr val="dk2"/>
              </a:solidFill>
              <a:latin typeface="Albert Sans"/>
              <a:ea typeface="Albert Sans"/>
              <a:cs typeface="Albert Sans"/>
              <a:sym typeface="Albert Sans"/>
            </a:endParaRPr>
          </a:p>
        </p:txBody>
      </p:sp>
      <p:sp>
        <p:nvSpPr>
          <p:cNvPr id="738" name="Google Shape;738;p95"/>
          <p:cNvSpPr/>
          <p:nvPr/>
        </p:nvSpPr>
        <p:spPr>
          <a:xfrm>
            <a:off x="7156464" y="4601400"/>
            <a:ext cx="1354500" cy="318600"/>
          </a:xfrm>
          <a:prstGeom prst="roundRect">
            <a:avLst>
              <a:gd fmla="val 16290" name="adj"/>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739" name="Google Shape;739;p95"/>
          <p:cNvSpPr txBox="1"/>
          <p:nvPr/>
        </p:nvSpPr>
        <p:spPr>
          <a:xfrm>
            <a:off x="7165814"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600">
              <a:solidFill>
                <a:schemeClr val="dk2"/>
              </a:solidFill>
              <a:latin typeface="Albert Sans"/>
              <a:ea typeface="Albert Sans"/>
              <a:cs typeface="Albert Sans"/>
              <a:sym typeface="Albert Sans"/>
            </a:endParaRPr>
          </a:p>
        </p:txBody>
      </p:sp>
      <p:sp>
        <p:nvSpPr>
          <p:cNvPr id="740" name="Google Shape;740;p95"/>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741" name="Google Shape;741;p95"/>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742" name="Google Shape;742;p95"/>
          <p:cNvSpPr txBox="1"/>
          <p:nvPr>
            <p:ph idx="3"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pic>
        <p:nvPicPr>
          <p:cNvPr id="743" name="Google Shape;743;p95" title="FireShot Capture 170 - Trait Tracker (Little Red-Riding Hooded Wolf) - Google Docs - docs.google.com.png"/>
          <p:cNvPicPr preferRelativeResize="0"/>
          <p:nvPr/>
        </p:nvPicPr>
        <p:blipFill rotWithShape="1">
          <a:blip r:embed="rId3">
            <a:alphaModFix/>
          </a:blip>
          <a:srcRect b="-2" l="0" r="0" t="81307"/>
          <a:stretch/>
        </p:blipFill>
        <p:spPr>
          <a:xfrm>
            <a:off x="108675" y="125175"/>
            <a:ext cx="7978626" cy="1010900"/>
          </a:xfrm>
          <a:prstGeom prst="rect">
            <a:avLst/>
          </a:prstGeom>
          <a:noFill/>
          <a:ln>
            <a:noFill/>
          </a:ln>
        </p:spPr>
      </p:pic>
      <p:pic>
        <p:nvPicPr>
          <p:cNvPr id="744" name="Google Shape;744;p95" title="FireShot Capture 171 - Trait Tracker (Little Red-Riding Hooded Wolf) - Google Docs - docs.google.com.png"/>
          <p:cNvPicPr preferRelativeResize="0"/>
          <p:nvPr/>
        </p:nvPicPr>
        <p:blipFill>
          <a:blip r:embed="rId4">
            <a:alphaModFix/>
          </a:blip>
          <a:stretch>
            <a:fillRect/>
          </a:stretch>
        </p:blipFill>
        <p:spPr>
          <a:xfrm>
            <a:off x="70575" y="1119537"/>
            <a:ext cx="8054825" cy="33423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96"/>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750" name="Google Shape;750;p96"/>
          <p:cNvSpPr txBox="1"/>
          <p:nvPr/>
        </p:nvSpPr>
        <p:spPr>
          <a:xfrm>
            <a:off x="4113984" y="281275"/>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01</a:t>
            </a:r>
            <a:endParaRPr>
              <a:solidFill>
                <a:schemeClr val="dk2"/>
              </a:solidFill>
              <a:latin typeface="Albert Sans"/>
              <a:ea typeface="Albert Sans"/>
              <a:cs typeface="Albert Sans"/>
              <a:sym typeface="Albert Sans"/>
            </a:endParaRPr>
          </a:p>
        </p:txBody>
      </p:sp>
      <p:sp>
        <p:nvSpPr>
          <p:cNvPr id="751" name="Google Shape;751;p96"/>
          <p:cNvSpPr txBox="1"/>
          <p:nvPr/>
        </p:nvSpPr>
        <p:spPr>
          <a:xfrm>
            <a:off x="4113984" y="974578"/>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02</a:t>
            </a:r>
            <a:endParaRPr>
              <a:solidFill>
                <a:schemeClr val="dk2"/>
              </a:solidFill>
              <a:latin typeface="Albert Sans"/>
              <a:ea typeface="Albert Sans"/>
              <a:cs typeface="Albert Sans"/>
              <a:sym typeface="Albert Sans"/>
            </a:endParaRPr>
          </a:p>
        </p:txBody>
      </p:sp>
      <p:sp>
        <p:nvSpPr>
          <p:cNvPr id="752" name="Google Shape;752;p96"/>
          <p:cNvSpPr txBox="1"/>
          <p:nvPr/>
        </p:nvSpPr>
        <p:spPr>
          <a:xfrm>
            <a:off x="4113984" y="1670466"/>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03</a:t>
            </a:r>
            <a:endParaRPr>
              <a:solidFill>
                <a:schemeClr val="dk2"/>
              </a:solidFill>
              <a:latin typeface="Albert Sans"/>
              <a:ea typeface="Albert Sans"/>
              <a:cs typeface="Albert Sans"/>
              <a:sym typeface="Albert Sans"/>
            </a:endParaRPr>
          </a:p>
        </p:txBody>
      </p:sp>
      <p:sp>
        <p:nvSpPr>
          <p:cNvPr id="753" name="Google Shape;753;p96"/>
          <p:cNvSpPr txBox="1"/>
          <p:nvPr/>
        </p:nvSpPr>
        <p:spPr>
          <a:xfrm>
            <a:off x="4113984" y="2359833"/>
            <a:ext cx="548700" cy="698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04</a:t>
            </a:r>
            <a:endParaRPr>
              <a:solidFill>
                <a:schemeClr val="dk2"/>
              </a:solidFill>
              <a:latin typeface="Albert Sans"/>
              <a:ea typeface="Albert Sans"/>
              <a:cs typeface="Albert Sans"/>
              <a:sym typeface="Albert Sans"/>
            </a:endParaRPr>
          </a:p>
        </p:txBody>
      </p:sp>
      <p:sp>
        <p:nvSpPr>
          <p:cNvPr id="754" name="Google Shape;754;p96"/>
          <p:cNvSpPr/>
          <p:nvPr/>
        </p:nvSpPr>
        <p:spPr>
          <a:xfrm>
            <a:off x="7156464" y="4601400"/>
            <a:ext cx="1354500" cy="318600"/>
          </a:xfrm>
          <a:prstGeom prst="roundRect">
            <a:avLst>
              <a:gd fmla="val 16290" name="adj"/>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755" name="Google Shape;755;p96"/>
          <p:cNvSpPr txBox="1"/>
          <p:nvPr/>
        </p:nvSpPr>
        <p:spPr>
          <a:xfrm>
            <a:off x="7165814"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600">
              <a:solidFill>
                <a:schemeClr val="dk2"/>
              </a:solidFill>
              <a:latin typeface="Albert Sans"/>
              <a:ea typeface="Albert Sans"/>
              <a:cs typeface="Albert Sans"/>
              <a:sym typeface="Albert Sans"/>
            </a:endParaRPr>
          </a:p>
        </p:txBody>
      </p:sp>
      <p:sp>
        <p:nvSpPr>
          <p:cNvPr id="756" name="Google Shape;756;p96"/>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757" name="Google Shape;757;p96"/>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758" name="Google Shape;758;p96"/>
          <p:cNvSpPr txBox="1"/>
          <p:nvPr>
            <p:ph idx="3"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pic>
        <p:nvPicPr>
          <p:cNvPr id="759" name="Google Shape;759;p96" title="FireShot Capture 170 - Trait Tracker (Little Red-Riding Hooded Wolf) - Google Docs - docs.google.com.png"/>
          <p:cNvPicPr preferRelativeResize="0"/>
          <p:nvPr/>
        </p:nvPicPr>
        <p:blipFill rotWithShape="1">
          <a:blip r:embed="rId3">
            <a:alphaModFix/>
          </a:blip>
          <a:srcRect b="19244" l="0" r="0" t="0"/>
          <a:stretch/>
        </p:blipFill>
        <p:spPr>
          <a:xfrm>
            <a:off x="108175" y="83225"/>
            <a:ext cx="7979125" cy="436723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97"/>
          <p:cNvSpPr txBox="1"/>
          <p:nvPr>
            <p:ph type="title"/>
          </p:nvPr>
        </p:nvSpPr>
        <p:spPr>
          <a:xfrm>
            <a:off x="948175" y="797675"/>
            <a:ext cx="2852100" cy="265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Check Your Answers</a:t>
            </a:r>
            <a:endParaRPr/>
          </a:p>
        </p:txBody>
      </p:sp>
      <p:sp>
        <p:nvSpPr>
          <p:cNvPr id="765" name="Google Shape;765;p97"/>
          <p:cNvSpPr/>
          <p:nvPr/>
        </p:nvSpPr>
        <p:spPr>
          <a:xfrm rot="10800000">
            <a:off x="3923100" y="3641088"/>
            <a:ext cx="4992300" cy="823800"/>
          </a:xfrm>
          <a:prstGeom prst="round2SameRect">
            <a:avLst>
              <a:gd fmla="val 16667" name="adj1"/>
              <a:gd fmla="val 0" name="adj2"/>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97"/>
          <p:cNvSpPr/>
          <p:nvPr/>
        </p:nvSpPr>
        <p:spPr>
          <a:xfrm>
            <a:off x="3923125" y="368850"/>
            <a:ext cx="4989300" cy="823800"/>
          </a:xfrm>
          <a:prstGeom prst="round2SameRect">
            <a:avLst>
              <a:gd fmla="val 16667" name="adj1"/>
              <a:gd fmla="val 0" name="adj2"/>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97"/>
          <p:cNvSpPr/>
          <p:nvPr/>
        </p:nvSpPr>
        <p:spPr>
          <a:xfrm>
            <a:off x="3923152" y="1186442"/>
            <a:ext cx="4989300" cy="823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97"/>
          <p:cNvSpPr/>
          <p:nvPr/>
        </p:nvSpPr>
        <p:spPr>
          <a:xfrm>
            <a:off x="3923152" y="2010080"/>
            <a:ext cx="4989300" cy="817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97"/>
          <p:cNvSpPr txBox="1"/>
          <p:nvPr/>
        </p:nvSpPr>
        <p:spPr>
          <a:xfrm>
            <a:off x="4113984" y="370984"/>
            <a:ext cx="548700" cy="823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01</a:t>
            </a:r>
            <a:endParaRPr>
              <a:solidFill>
                <a:schemeClr val="dk2"/>
              </a:solidFill>
              <a:latin typeface="Albert Sans"/>
              <a:ea typeface="Albert Sans"/>
              <a:cs typeface="Albert Sans"/>
              <a:sym typeface="Albert Sans"/>
            </a:endParaRPr>
          </a:p>
        </p:txBody>
      </p:sp>
      <p:sp>
        <p:nvSpPr>
          <p:cNvPr id="770" name="Google Shape;770;p97"/>
          <p:cNvSpPr txBox="1"/>
          <p:nvPr/>
        </p:nvSpPr>
        <p:spPr>
          <a:xfrm>
            <a:off x="4113984" y="1188584"/>
            <a:ext cx="548700" cy="823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02</a:t>
            </a:r>
            <a:endParaRPr>
              <a:solidFill>
                <a:schemeClr val="dk2"/>
              </a:solidFill>
              <a:latin typeface="Albert Sans"/>
              <a:ea typeface="Albert Sans"/>
              <a:cs typeface="Albert Sans"/>
              <a:sym typeface="Albert Sans"/>
            </a:endParaRPr>
          </a:p>
        </p:txBody>
      </p:sp>
      <p:sp>
        <p:nvSpPr>
          <p:cNvPr id="771" name="Google Shape;771;p97"/>
          <p:cNvSpPr txBox="1"/>
          <p:nvPr/>
        </p:nvSpPr>
        <p:spPr>
          <a:xfrm>
            <a:off x="4113984" y="2009234"/>
            <a:ext cx="548700" cy="823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03</a:t>
            </a:r>
            <a:endParaRPr>
              <a:solidFill>
                <a:schemeClr val="dk2"/>
              </a:solidFill>
              <a:latin typeface="Albert Sans"/>
              <a:ea typeface="Albert Sans"/>
              <a:cs typeface="Albert Sans"/>
              <a:sym typeface="Albert Sans"/>
            </a:endParaRPr>
          </a:p>
        </p:txBody>
      </p:sp>
      <p:sp>
        <p:nvSpPr>
          <p:cNvPr id="772" name="Google Shape;772;p97"/>
          <p:cNvSpPr txBox="1"/>
          <p:nvPr/>
        </p:nvSpPr>
        <p:spPr>
          <a:xfrm>
            <a:off x="4117109" y="3643233"/>
            <a:ext cx="548700" cy="823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05</a:t>
            </a:r>
            <a:endParaRPr>
              <a:solidFill>
                <a:schemeClr val="dk2"/>
              </a:solidFill>
              <a:latin typeface="Albert Sans"/>
              <a:ea typeface="Albert Sans"/>
              <a:cs typeface="Albert Sans"/>
              <a:sym typeface="Albert Sans"/>
            </a:endParaRPr>
          </a:p>
        </p:txBody>
      </p:sp>
      <p:sp>
        <p:nvSpPr>
          <p:cNvPr id="773" name="Google Shape;773;p97"/>
          <p:cNvSpPr/>
          <p:nvPr/>
        </p:nvSpPr>
        <p:spPr>
          <a:xfrm>
            <a:off x="3923152" y="2823039"/>
            <a:ext cx="4989300" cy="8178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endParaRPr>
          </a:p>
        </p:txBody>
      </p:sp>
      <p:sp>
        <p:nvSpPr>
          <p:cNvPr id="774" name="Google Shape;774;p97"/>
          <p:cNvSpPr txBox="1"/>
          <p:nvPr/>
        </p:nvSpPr>
        <p:spPr>
          <a:xfrm>
            <a:off x="4113984" y="2822192"/>
            <a:ext cx="548700" cy="823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a:solidFill>
                  <a:schemeClr val="dk2"/>
                </a:solidFill>
                <a:latin typeface="Albert Sans"/>
                <a:ea typeface="Albert Sans"/>
                <a:cs typeface="Albert Sans"/>
                <a:sym typeface="Albert Sans"/>
              </a:rPr>
              <a:t>04</a:t>
            </a:r>
            <a:endParaRPr>
              <a:solidFill>
                <a:schemeClr val="dk2"/>
              </a:solidFill>
              <a:latin typeface="Albert Sans"/>
              <a:ea typeface="Albert Sans"/>
              <a:cs typeface="Albert Sans"/>
              <a:sym typeface="Albert Sans"/>
            </a:endParaRPr>
          </a:p>
        </p:txBody>
      </p:sp>
      <p:sp>
        <p:nvSpPr>
          <p:cNvPr id="775" name="Google Shape;775;p97"/>
          <p:cNvSpPr txBox="1"/>
          <p:nvPr>
            <p:ph idx="4" type="title"/>
          </p:nvPr>
        </p:nvSpPr>
        <p:spPr>
          <a:xfrm>
            <a:off x="4466650" y="2010088"/>
            <a:ext cx="4440300" cy="817800"/>
          </a:xfrm>
          <a:prstGeom prst="rect">
            <a:avLst/>
          </a:prstGeom>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sz="1200"/>
              <a:t>Speech: His kind words show calm and insight.</a:t>
            </a:r>
            <a:endParaRPr sz="1200"/>
          </a:p>
          <a:p>
            <a:pPr indent="0" lvl="0" marL="0" marR="0" rtl="0" algn="l">
              <a:lnSpc>
                <a:spcPct val="100000"/>
              </a:lnSpc>
              <a:spcBef>
                <a:spcPts val="0"/>
              </a:spcBef>
              <a:spcAft>
                <a:spcPts val="0"/>
              </a:spcAft>
              <a:buNone/>
            </a:pPr>
            <a:r>
              <a:rPr lang="en" sz="1200"/>
              <a:t>Effect on Others: The girl’s fear turns to trust—her response shows his calming presence.</a:t>
            </a:r>
            <a:endParaRPr sz="1200"/>
          </a:p>
        </p:txBody>
      </p:sp>
      <p:sp>
        <p:nvSpPr>
          <p:cNvPr id="776" name="Google Shape;776;p97"/>
          <p:cNvSpPr txBox="1"/>
          <p:nvPr>
            <p:ph idx="2" type="title"/>
          </p:nvPr>
        </p:nvSpPr>
        <p:spPr>
          <a:xfrm>
            <a:off x="4466650" y="371838"/>
            <a:ext cx="4440300" cy="81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200"/>
              <a:t>Direct Characterization: Grandmother directly states “You’re a </a:t>
            </a:r>
            <a:r>
              <a:rPr b="1" lang="en" sz="1200" u="sng"/>
              <a:t>perceptive</a:t>
            </a:r>
            <a:r>
              <a:rPr b="1" lang="en" sz="1200"/>
              <a:t> </a:t>
            </a:r>
            <a:r>
              <a:rPr lang="en" sz="1200"/>
              <a:t>little wolf.</a:t>
            </a:r>
            <a:r>
              <a:rPr lang="en" sz="1200"/>
              <a:t>”</a:t>
            </a:r>
            <a:endParaRPr/>
          </a:p>
        </p:txBody>
      </p:sp>
      <p:sp>
        <p:nvSpPr>
          <p:cNvPr id="777" name="Google Shape;777;p97"/>
          <p:cNvSpPr txBox="1"/>
          <p:nvPr>
            <p:ph idx="3" type="title"/>
          </p:nvPr>
        </p:nvSpPr>
        <p:spPr>
          <a:xfrm>
            <a:off x="4466650" y="1189438"/>
            <a:ext cx="4440300" cy="81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1200"/>
              <a:t>Thoughts: The wolf reflects, revealing he’s aware of fear and body language.</a:t>
            </a:r>
            <a:endParaRPr sz="1200"/>
          </a:p>
          <a:p>
            <a:pPr indent="0" lvl="0" marL="0" rtl="0" algn="l">
              <a:spcBef>
                <a:spcPts val="0"/>
              </a:spcBef>
              <a:spcAft>
                <a:spcPts val="0"/>
              </a:spcAft>
              <a:buNone/>
            </a:pPr>
            <a:r>
              <a:rPr lang="en" sz="1200"/>
              <a:t>Looks: His red cloak and muzzle detail give insight into how others perceive him—and how he masks himself.</a:t>
            </a:r>
            <a:endParaRPr sz="1200"/>
          </a:p>
        </p:txBody>
      </p:sp>
      <p:sp>
        <p:nvSpPr>
          <p:cNvPr id="778" name="Google Shape;778;p97"/>
          <p:cNvSpPr txBox="1"/>
          <p:nvPr>
            <p:ph idx="5" type="title"/>
          </p:nvPr>
        </p:nvSpPr>
        <p:spPr>
          <a:xfrm>
            <a:off x="4469775" y="3646887"/>
            <a:ext cx="4440300" cy="817800"/>
          </a:xfrm>
          <a:prstGeom prst="rect">
            <a:avLst/>
          </a:prstGeom>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sz="1200"/>
              <a:t>Resolution: The wolf still perceives—but now, with purpose.</a:t>
            </a:r>
            <a:endParaRPr sz="1200"/>
          </a:p>
          <a:p>
            <a:pPr indent="0" lvl="0" marL="0" marR="0" rtl="0" algn="l">
              <a:lnSpc>
                <a:spcPct val="100000"/>
              </a:lnSpc>
              <a:spcBef>
                <a:spcPts val="0"/>
              </a:spcBef>
              <a:spcAft>
                <a:spcPts val="0"/>
              </a:spcAft>
              <a:buNone/>
            </a:pPr>
            <a:r>
              <a:rPr lang="en" sz="1200"/>
              <a:t>Trait Evolution: From passive observer → intentional protector. His insight isn’t just analytical—it’s ethical and self-defined.</a:t>
            </a:r>
            <a:endParaRPr sz="1200"/>
          </a:p>
        </p:txBody>
      </p:sp>
      <p:sp>
        <p:nvSpPr>
          <p:cNvPr id="779" name="Google Shape;779;p97"/>
          <p:cNvSpPr txBox="1"/>
          <p:nvPr>
            <p:ph idx="3" type="title"/>
          </p:nvPr>
        </p:nvSpPr>
        <p:spPr>
          <a:xfrm>
            <a:off x="4466650" y="2825188"/>
            <a:ext cx="4440300" cy="817800"/>
          </a:xfrm>
          <a:prstGeom prst="rect">
            <a:avLst/>
          </a:prstGeom>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rPr lang="en" sz="1200"/>
              <a:t>Action: The wolf defends with strategy and self-control rather than aggression.</a:t>
            </a:r>
            <a:endParaRPr sz="1200"/>
          </a:p>
        </p:txBody>
      </p:sp>
      <p:sp>
        <p:nvSpPr>
          <p:cNvPr id="780" name="Google Shape;780;p97"/>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781" name="Google Shape;781;p97"/>
          <p:cNvSpPr/>
          <p:nvPr/>
        </p:nvSpPr>
        <p:spPr>
          <a:xfrm>
            <a:off x="7156464" y="4601400"/>
            <a:ext cx="1354500" cy="318600"/>
          </a:xfrm>
          <a:prstGeom prst="roundRect">
            <a:avLst>
              <a:gd fmla="val 16290" name="adj"/>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782" name="Google Shape;782;p97"/>
          <p:cNvSpPr txBox="1"/>
          <p:nvPr/>
        </p:nvSpPr>
        <p:spPr>
          <a:xfrm>
            <a:off x="7165814"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600">
              <a:solidFill>
                <a:schemeClr val="dk2"/>
              </a:solidFill>
              <a:latin typeface="Albert Sans"/>
              <a:ea typeface="Albert Sans"/>
              <a:cs typeface="Albert Sans"/>
              <a:sym typeface="Albert Sans"/>
            </a:endParaRPr>
          </a:p>
        </p:txBody>
      </p:sp>
      <p:sp>
        <p:nvSpPr>
          <p:cNvPr id="783" name="Google Shape;783;p97"/>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784" name="Google Shape;784;p97"/>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785" name="Google Shape;785;p97"/>
          <p:cNvSpPr txBox="1"/>
          <p:nvPr>
            <p:ph idx="3"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98"/>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Five Categories of Traits</a:t>
            </a:r>
            <a:endParaRPr/>
          </a:p>
        </p:txBody>
      </p:sp>
      <p:sp>
        <p:nvSpPr>
          <p:cNvPr id="791" name="Google Shape;791;p98"/>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Personality Traits – emotional/psychological patterns (brave, insecure, optimistic)</a:t>
            </a:r>
            <a:endParaRPr sz="1400"/>
          </a:p>
        </p:txBody>
      </p:sp>
      <p:sp>
        <p:nvSpPr>
          <p:cNvPr id="792" name="Google Shape;792;p98"/>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Moral/Ethical Traits – values and conscience (honest, cruel, just)</a:t>
            </a:r>
            <a:endParaRPr sz="1400"/>
          </a:p>
        </p:txBody>
      </p:sp>
      <p:sp>
        <p:nvSpPr>
          <p:cNvPr id="793" name="Google Shape;793;p98"/>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Cognitive Traits – thinking habits or intellectual tendencies (naïve, analytical, rigid, insightful)</a:t>
            </a:r>
            <a:endParaRPr sz="1400"/>
          </a:p>
        </p:txBody>
      </p:sp>
      <p:sp>
        <p:nvSpPr>
          <p:cNvPr id="794" name="Google Shape;794;p98"/>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Social/Relational Traits – how characters relate to others (shy, controlling, nurturing)</a:t>
            </a:r>
            <a:endParaRPr sz="1400"/>
          </a:p>
        </p:txBody>
      </p:sp>
      <p:sp>
        <p:nvSpPr>
          <p:cNvPr id="795" name="Google Shape;795;p98"/>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Behavioral Traits – consistent, meaningful tendencies (impulsive, methodical, restless)</a:t>
            </a:r>
            <a:endParaRPr sz="1400"/>
          </a:p>
        </p:txBody>
      </p:sp>
      <p:sp>
        <p:nvSpPr>
          <p:cNvPr id="796" name="Google Shape;796;p98"/>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797" name="Google Shape;797;p98"/>
          <p:cNvSpPr/>
          <p:nvPr/>
        </p:nvSpPr>
        <p:spPr>
          <a:xfrm>
            <a:off x="7156464" y="4601400"/>
            <a:ext cx="1354500" cy="318600"/>
          </a:xfrm>
          <a:prstGeom prst="roundRect">
            <a:avLst>
              <a:gd fmla="val 16290" name="adj"/>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798" name="Google Shape;798;p98"/>
          <p:cNvSpPr txBox="1"/>
          <p:nvPr/>
        </p:nvSpPr>
        <p:spPr>
          <a:xfrm>
            <a:off x="7165814"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600">
              <a:solidFill>
                <a:schemeClr val="dk2"/>
              </a:solidFill>
              <a:latin typeface="Albert Sans"/>
              <a:ea typeface="Albert Sans"/>
              <a:cs typeface="Albert Sans"/>
              <a:sym typeface="Albert Sans"/>
            </a:endParaRPr>
          </a:p>
        </p:txBody>
      </p:sp>
      <p:sp>
        <p:nvSpPr>
          <p:cNvPr id="799" name="Google Shape;799;p98"/>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800" name="Google Shape;800;p98"/>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801" name="Google Shape;801;p98"/>
          <p:cNvSpPr txBox="1"/>
          <p:nvPr>
            <p:ph idx="3"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graphicFrame>
        <p:nvGraphicFramePr>
          <p:cNvPr id="806" name="Google Shape;806;p99"/>
          <p:cNvGraphicFramePr/>
          <p:nvPr/>
        </p:nvGraphicFramePr>
        <p:xfrm>
          <a:off x="952500" y="775250"/>
          <a:ext cx="3000000" cy="3000000"/>
        </p:xfrm>
        <a:graphic>
          <a:graphicData uri="http://schemas.openxmlformats.org/drawingml/2006/table">
            <a:tbl>
              <a:tblPr>
                <a:noFill/>
                <a:tableStyleId>{8B6D76DE-736E-4C33-B473-97C1C9039C6A}</a:tableStyleId>
              </a:tblPr>
              <a:tblGrid>
                <a:gridCol w="2413000"/>
                <a:gridCol w="2413000"/>
                <a:gridCol w="2413000"/>
              </a:tblGrid>
              <a:tr h="381000">
                <a:tc>
                  <a:txBody>
                    <a:bodyPr/>
                    <a:lstStyle/>
                    <a:p>
                      <a:pPr indent="0" lvl="0" marL="0" rtl="0" algn="ctr">
                        <a:spcBef>
                          <a:spcPts val="1200"/>
                        </a:spcBef>
                        <a:spcAft>
                          <a:spcPts val="1200"/>
                        </a:spcAft>
                        <a:buNone/>
                      </a:pPr>
                      <a:r>
                        <a:rPr b="1" lang="en">
                          <a:solidFill>
                            <a:schemeClr val="lt1"/>
                          </a:solidFill>
                          <a:latin typeface="Georgia"/>
                          <a:ea typeface="Georgia"/>
                          <a:cs typeface="Georgia"/>
                          <a:sym typeface="Georgia"/>
                        </a:rPr>
                        <a:t>Trait Type</a:t>
                      </a:r>
                      <a:endParaRPr b="1">
                        <a:solidFill>
                          <a:schemeClr val="lt1"/>
                        </a:solidFill>
                        <a:latin typeface="Georgia"/>
                        <a:ea typeface="Georgia"/>
                        <a:cs typeface="Georgia"/>
                        <a:sym typeface="Georgia"/>
                      </a:endParaRPr>
                    </a:p>
                  </a:txBody>
                  <a:tcPr marT="63500" marB="63500" marR="63500" marL="63500">
                    <a:lnL cap="flat" cmpd="sng">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1200"/>
                        </a:spcBef>
                        <a:spcAft>
                          <a:spcPts val="1200"/>
                        </a:spcAft>
                        <a:buNone/>
                      </a:pPr>
                      <a:r>
                        <a:rPr b="1" lang="en">
                          <a:solidFill>
                            <a:schemeClr val="lt1"/>
                          </a:solidFill>
                          <a:latin typeface="Georgia"/>
                          <a:ea typeface="Georgia"/>
                          <a:cs typeface="Georgia"/>
                          <a:sym typeface="Georgia"/>
                        </a:rPr>
                        <a:t>Definition</a:t>
                      </a:r>
                      <a:endParaRPr b="1">
                        <a:solidFill>
                          <a:schemeClr val="lt1"/>
                        </a:solidFill>
                        <a:latin typeface="Georgia"/>
                        <a:ea typeface="Georgia"/>
                        <a:cs typeface="Georgia"/>
                        <a:sym typeface="Georgia"/>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ctr">
                        <a:spcBef>
                          <a:spcPts val="1200"/>
                        </a:spcBef>
                        <a:spcAft>
                          <a:spcPts val="1200"/>
                        </a:spcAft>
                        <a:buNone/>
                      </a:pPr>
                      <a:r>
                        <a:rPr b="1" lang="en">
                          <a:solidFill>
                            <a:schemeClr val="lt1"/>
                          </a:solidFill>
                          <a:latin typeface="Georgia"/>
                          <a:ea typeface="Georgia"/>
                          <a:cs typeface="Georgia"/>
                          <a:sym typeface="Georgia"/>
                        </a:rPr>
                        <a:t>Core Examples</a:t>
                      </a:r>
                      <a:endParaRPr b="1">
                        <a:solidFill>
                          <a:schemeClr val="lt1"/>
                        </a:solidFill>
                        <a:latin typeface="Georgia"/>
                        <a:ea typeface="Georgia"/>
                        <a:cs typeface="Georgia"/>
                        <a:sym typeface="Georgia"/>
                      </a:endParaRPr>
                    </a:p>
                  </a:txBody>
                  <a:tcPr marT="63500" marB="63500" marR="63500" marL="63500">
                    <a:lnL cap="flat" cmpd="sng" w="12700">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1200"/>
                        </a:spcBef>
                        <a:spcAft>
                          <a:spcPts val="1200"/>
                        </a:spcAft>
                        <a:buNone/>
                      </a:pPr>
                      <a:r>
                        <a:rPr lang="en">
                          <a:solidFill>
                            <a:schemeClr val="lt1"/>
                          </a:solidFill>
                          <a:latin typeface="Georgia"/>
                          <a:ea typeface="Georgia"/>
                          <a:cs typeface="Georgia"/>
                          <a:sym typeface="Georgia"/>
                        </a:rPr>
                        <a:t>Personality</a:t>
                      </a:r>
                      <a:endParaRPr>
                        <a:solidFill>
                          <a:schemeClr val="lt1"/>
                        </a:solidFill>
                        <a:latin typeface="Georgia"/>
                        <a:ea typeface="Georgia"/>
                        <a:cs typeface="Georgia"/>
                        <a:sym typeface="Georgia"/>
                      </a:endParaRPr>
                    </a:p>
                  </a:txBody>
                  <a:tcPr marT="63500" marB="63500" marR="63500" marL="63500">
                    <a:lnL cap="flat" cmpd="sng">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1200"/>
                        </a:spcBef>
                        <a:spcAft>
                          <a:spcPts val="1200"/>
                        </a:spcAft>
                        <a:buNone/>
                      </a:pPr>
                      <a:r>
                        <a:rPr lang="en">
                          <a:solidFill>
                            <a:schemeClr val="lt1"/>
                          </a:solidFill>
                          <a:latin typeface="Georgia"/>
                          <a:ea typeface="Georgia"/>
                          <a:cs typeface="Georgia"/>
                          <a:sym typeface="Georgia"/>
                        </a:rPr>
                        <a:t>Enduring emotional or psychological tendencies</a:t>
                      </a:r>
                      <a:endParaRPr>
                        <a:solidFill>
                          <a:schemeClr val="lt1"/>
                        </a:solidFill>
                        <a:latin typeface="Georgia"/>
                        <a:ea typeface="Georgia"/>
                        <a:cs typeface="Georgia"/>
                        <a:sym typeface="Georgia"/>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1200"/>
                        </a:spcBef>
                        <a:spcAft>
                          <a:spcPts val="1200"/>
                        </a:spcAft>
                        <a:buNone/>
                      </a:pPr>
                      <a:r>
                        <a:rPr lang="en">
                          <a:solidFill>
                            <a:schemeClr val="lt1"/>
                          </a:solidFill>
                          <a:latin typeface="Georgia"/>
                          <a:ea typeface="Georgia"/>
                          <a:cs typeface="Georgia"/>
                          <a:sym typeface="Georgia"/>
                        </a:rPr>
                        <a:t>Brave, insecure, optimistic, anxious, curious, moody</a:t>
                      </a:r>
                      <a:endParaRPr>
                        <a:solidFill>
                          <a:schemeClr val="lt1"/>
                        </a:solidFill>
                        <a:latin typeface="Georgia"/>
                        <a:ea typeface="Georgia"/>
                        <a:cs typeface="Georgia"/>
                        <a:sym typeface="Georgia"/>
                      </a:endParaRPr>
                    </a:p>
                  </a:txBody>
                  <a:tcPr marT="63500" marB="63500" marR="63500" marL="63500">
                    <a:lnL cap="flat" cmpd="sng" w="12700">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1200"/>
                        </a:spcBef>
                        <a:spcAft>
                          <a:spcPts val="1200"/>
                        </a:spcAft>
                        <a:buNone/>
                      </a:pPr>
                      <a:r>
                        <a:rPr lang="en">
                          <a:solidFill>
                            <a:schemeClr val="lt1"/>
                          </a:solidFill>
                          <a:latin typeface="Georgia"/>
                          <a:ea typeface="Georgia"/>
                          <a:cs typeface="Georgia"/>
                          <a:sym typeface="Georgia"/>
                        </a:rPr>
                        <a:t>Moral/Ethical</a:t>
                      </a:r>
                      <a:endParaRPr>
                        <a:solidFill>
                          <a:schemeClr val="lt1"/>
                        </a:solidFill>
                        <a:latin typeface="Georgia"/>
                        <a:ea typeface="Georgia"/>
                        <a:cs typeface="Georgia"/>
                        <a:sym typeface="Georgia"/>
                      </a:endParaRPr>
                    </a:p>
                  </a:txBody>
                  <a:tcPr marT="63500" marB="63500" marR="63500" marL="63500">
                    <a:lnL cap="flat" cmpd="sng">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1200"/>
                        </a:spcBef>
                        <a:spcAft>
                          <a:spcPts val="1200"/>
                        </a:spcAft>
                        <a:buNone/>
                      </a:pPr>
                      <a:r>
                        <a:rPr lang="en">
                          <a:solidFill>
                            <a:schemeClr val="lt1"/>
                          </a:solidFill>
                          <a:latin typeface="Georgia"/>
                          <a:ea typeface="Georgia"/>
                          <a:cs typeface="Georgia"/>
                          <a:sym typeface="Georgia"/>
                        </a:rPr>
                        <a:t>Internal sense of right and wrong, value-driven behaviors</a:t>
                      </a:r>
                      <a:endParaRPr>
                        <a:solidFill>
                          <a:schemeClr val="lt1"/>
                        </a:solidFill>
                        <a:latin typeface="Georgia"/>
                        <a:ea typeface="Georgia"/>
                        <a:cs typeface="Georgia"/>
                        <a:sym typeface="Georgia"/>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1200"/>
                        </a:spcBef>
                        <a:spcAft>
                          <a:spcPts val="1200"/>
                        </a:spcAft>
                        <a:buNone/>
                      </a:pPr>
                      <a:r>
                        <a:rPr lang="en">
                          <a:solidFill>
                            <a:schemeClr val="lt1"/>
                          </a:solidFill>
                          <a:latin typeface="Georgia"/>
                          <a:ea typeface="Georgia"/>
                          <a:cs typeface="Georgia"/>
                          <a:sym typeface="Georgia"/>
                        </a:rPr>
                        <a:t>Honest, loyal, cruel, compassionate, deceitful, forgiving</a:t>
                      </a:r>
                      <a:endParaRPr>
                        <a:solidFill>
                          <a:schemeClr val="lt1"/>
                        </a:solidFill>
                        <a:latin typeface="Georgia"/>
                        <a:ea typeface="Georgia"/>
                        <a:cs typeface="Georgia"/>
                        <a:sym typeface="Georgia"/>
                      </a:endParaRPr>
                    </a:p>
                  </a:txBody>
                  <a:tcPr marT="63500" marB="63500" marR="63500" marL="63500">
                    <a:lnL cap="flat" cmpd="sng" w="12700">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1200"/>
                        </a:spcBef>
                        <a:spcAft>
                          <a:spcPts val="1200"/>
                        </a:spcAft>
                        <a:buNone/>
                      </a:pPr>
                      <a:r>
                        <a:rPr lang="en">
                          <a:solidFill>
                            <a:schemeClr val="lt1"/>
                          </a:solidFill>
                          <a:latin typeface="Georgia"/>
                          <a:ea typeface="Georgia"/>
                          <a:cs typeface="Georgia"/>
                          <a:sym typeface="Georgia"/>
                        </a:rPr>
                        <a:t>Social/Relational</a:t>
                      </a:r>
                      <a:endParaRPr>
                        <a:solidFill>
                          <a:schemeClr val="lt1"/>
                        </a:solidFill>
                        <a:latin typeface="Georgia"/>
                        <a:ea typeface="Georgia"/>
                        <a:cs typeface="Georgia"/>
                        <a:sym typeface="Georgia"/>
                      </a:endParaRPr>
                    </a:p>
                  </a:txBody>
                  <a:tcPr marT="63500" marB="63500" marR="63500" marL="63500">
                    <a:lnL cap="flat" cmpd="sng">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1200"/>
                        </a:spcBef>
                        <a:spcAft>
                          <a:spcPts val="1200"/>
                        </a:spcAft>
                        <a:buNone/>
                      </a:pPr>
                      <a:r>
                        <a:rPr lang="en">
                          <a:solidFill>
                            <a:schemeClr val="lt1"/>
                          </a:solidFill>
                          <a:latin typeface="Georgia"/>
                          <a:ea typeface="Georgia"/>
                          <a:cs typeface="Georgia"/>
                          <a:sym typeface="Georgia"/>
                        </a:rPr>
                        <a:t>Patterns in how the character interacts with others</a:t>
                      </a:r>
                      <a:endParaRPr>
                        <a:solidFill>
                          <a:schemeClr val="lt1"/>
                        </a:solidFill>
                        <a:latin typeface="Georgia"/>
                        <a:ea typeface="Georgia"/>
                        <a:cs typeface="Georgia"/>
                        <a:sym typeface="Georgia"/>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1200"/>
                        </a:spcBef>
                        <a:spcAft>
                          <a:spcPts val="1200"/>
                        </a:spcAft>
                        <a:buNone/>
                      </a:pPr>
                      <a:r>
                        <a:rPr lang="en">
                          <a:solidFill>
                            <a:schemeClr val="lt1"/>
                          </a:solidFill>
                          <a:latin typeface="Georgia"/>
                          <a:ea typeface="Georgia"/>
                          <a:cs typeface="Georgia"/>
                          <a:sym typeface="Georgia"/>
                        </a:rPr>
                        <a:t>Friendly, manipulative, shy, protective, domineering, jealous</a:t>
                      </a:r>
                      <a:endParaRPr>
                        <a:solidFill>
                          <a:schemeClr val="lt1"/>
                        </a:solidFill>
                        <a:latin typeface="Georgia"/>
                        <a:ea typeface="Georgia"/>
                        <a:cs typeface="Georgia"/>
                        <a:sym typeface="Georgia"/>
                      </a:endParaRPr>
                    </a:p>
                  </a:txBody>
                  <a:tcPr marT="63500" marB="63500" marR="63500" marL="63500">
                    <a:lnL cap="flat" cmpd="sng" w="12700">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1200"/>
                        </a:spcBef>
                        <a:spcAft>
                          <a:spcPts val="1200"/>
                        </a:spcAft>
                        <a:buNone/>
                      </a:pPr>
                      <a:r>
                        <a:rPr lang="en">
                          <a:solidFill>
                            <a:schemeClr val="lt1"/>
                          </a:solidFill>
                          <a:latin typeface="Georgia"/>
                          <a:ea typeface="Georgia"/>
                          <a:cs typeface="Georgia"/>
                          <a:sym typeface="Georgia"/>
                        </a:rPr>
                        <a:t>Behavioral</a:t>
                      </a:r>
                      <a:endParaRPr>
                        <a:solidFill>
                          <a:schemeClr val="lt1"/>
                        </a:solidFill>
                        <a:latin typeface="Georgia"/>
                        <a:ea typeface="Georgia"/>
                        <a:cs typeface="Georgia"/>
                        <a:sym typeface="Georgia"/>
                      </a:endParaRPr>
                    </a:p>
                  </a:txBody>
                  <a:tcPr marT="63500" marB="63500" marR="63500" marL="63500">
                    <a:lnL cap="flat" cmpd="sng">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1200"/>
                        </a:spcBef>
                        <a:spcAft>
                          <a:spcPts val="1200"/>
                        </a:spcAft>
                        <a:buNone/>
                      </a:pPr>
                      <a:r>
                        <a:rPr lang="en">
                          <a:solidFill>
                            <a:schemeClr val="lt1"/>
                          </a:solidFill>
                          <a:latin typeface="Georgia"/>
                          <a:ea typeface="Georgia"/>
                          <a:cs typeface="Georgia"/>
                          <a:sym typeface="Georgia"/>
                        </a:rPr>
                        <a:t>Consistent patterns in how a character acts or reacts in situations</a:t>
                      </a:r>
                      <a:endParaRPr>
                        <a:solidFill>
                          <a:schemeClr val="lt1"/>
                        </a:solidFill>
                        <a:latin typeface="Georgia"/>
                        <a:ea typeface="Georgia"/>
                        <a:cs typeface="Georgia"/>
                        <a:sym typeface="Georgia"/>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rtl="0" algn="l">
                        <a:spcBef>
                          <a:spcPts val="1200"/>
                        </a:spcBef>
                        <a:spcAft>
                          <a:spcPts val="1200"/>
                        </a:spcAft>
                        <a:buNone/>
                      </a:pPr>
                      <a:r>
                        <a:rPr lang="en">
                          <a:solidFill>
                            <a:schemeClr val="lt1"/>
                          </a:solidFill>
                          <a:latin typeface="Georgia"/>
                          <a:ea typeface="Georgia"/>
                          <a:cs typeface="Georgia"/>
                          <a:sym typeface="Georgia"/>
                        </a:rPr>
                        <a:t>Impulsive, cautious, controlling, patient, methodical</a:t>
                      </a:r>
                      <a:endParaRPr>
                        <a:solidFill>
                          <a:schemeClr val="lt1"/>
                        </a:solidFill>
                        <a:latin typeface="Georgia"/>
                        <a:ea typeface="Georgia"/>
                        <a:cs typeface="Georgia"/>
                        <a:sym typeface="Georgia"/>
                      </a:endParaRPr>
                    </a:p>
                  </a:txBody>
                  <a:tcPr marT="63500" marB="63500" marR="63500" marL="63500">
                    <a:lnL cap="flat" cmpd="sng" w="12700">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81000">
                <a:tc>
                  <a:txBody>
                    <a:bodyPr/>
                    <a:lstStyle/>
                    <a:p>
                      <a:pPr indent="0" lvl="0" marL="0" rtl="0" algn="l">
                        <a:spcBef>
                          <a:spcPts val="1200"/>
                        </a:spcBef>
                        <a:spcAft>
                          <a:spcPts val="1200"/>
                        </a:spcAft>
                        <a:buNone/>
                      </a:pPr>
                      <a:r>
                        <a:rPr lang="en">
                          <a:solidFill>
                            <a:schemeClr val="lt1"/>
                          </a:solidFill>
                          <a:latin typeface="Georgia"/>
                          <a:ea typeface="Georgia"/>
                          <a:cs typeface="Georgia"/>
                          <a:sym typeface="Georgia"/>
                        </a:rPr>
                        <a:t>Cognitive</a:t>
                      </a:r>
                      <a:endParaRPr>
                        <a:solidFill>
                          <a:schemeClr val="lt1"/>
                        </a:solidFill>
                        <a:latin typeface="Georgia"/>
                        <a:ea typeface="Georgia"/>
                        <a:cs typeface="Georgia"/>
                        <a:sym typeface="Georgia"/>
                      </a:endParaRPr>
                    </a:p>
                  </a:txBody>
                  <a:tcPr marT="63500" marB="63500" marR="63500" marL="63500">
                    <a:lnL cap="flat" cmpd="sng">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spcBef>
                          <a:spcPts val="1200"/>
                        </a:spcBef>
                        <a:spcAft>
                          <a:spcPts val="1200"/>
                        </a:spcAft>
                        <a:buNone/>
                      </a:pPr>
                      <a:r>
                        <a:rPr lang="en">
                          <a:solidFill>
                            <a:schemeClr val="lt1"/>
                          </a:solidFill>
                          <a:latin typeface="Georgia"/>
                          <a:ea typeface="Georgia"/>
                          <a:cs typeface="Georgia"/>
                          <a:sym typeface="Georgia"/>
                        </a:rPr>
                        <a:t>Habits of thinking, perceiving, or reasoning</a:t>
                      </a:r>
                      <a:endParaRPr>
                        <a:solidFill>
                          <a:schemeClr val="lt1"/>
                        </a:solidFill>
                        <a:latin typeface="Georgia"/>
                        <a:ea typeface="Georgia"/>
                        <a:cs typeface="Georgia"/>
                        <a:sym typeface="Georgia"/>
                      </a:endParaRPr>
                    </a:p>
                  </a:txBody>
                  <a:tcPr marT="63500" marB="63500" marR="63500" marL="6350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c>
                  <a:txBody>
                    <a:bodyPr/>
                    <a:lstStyle/>
                    <a:p>
                      <a:pPr indent="0" lvl="0" marL="0" rtl="0" algn="l">
                        <a:spcBef>
                          <a:spcPts val="1200"/>
                        </a:spcBef>
                        <a:spcAft>
                          <a:spcPts val="1200"/>
                        </a:spcAft>
                        <a:buNone/>
                      </a:pPr>
                      <a:r>
                        <a:rPr lang="en">
                          <a:solidFill>
                            <a:schemeClr val="lt1"/>
                          </a:solidFill>
                          <a:latin typeface="Georgia"/>
                          <a:ea typeface="Georgia"/>
                          <a:cs typeface="Georgia"/>
                          <a:sym typeface="Georgia"/>
                        </a:rPr>
                        <a:t>Analytical, naïve, rigid, insightful, open-minded, gullible</a:t>
                      </a:r>
                      <a:endParaRPr>
                        <a:solidFill>
                          <a:schemeClr val="lt1"/>
                        </a:solidFill>
                        <a:latin typeface="Georgia"/>
                        <a:ea typeface="Georgia"/>
                        <a:cs typeface="Georgia"/>
                        <a:sym typeface="Georgia"/>
                      </a:endParaRPr>
                    </a:p>
                  </a:txBody>
                  <a:tcPr marT="63500" marB="63500" marR="63500" marL="63500">
                    <a:lnL cap="flat" cmpd="sng" w="12700">
                      <a:solidFill>
                        <a:srgbClr val="000000"/>
                      </a:solidFill>
                      <a:prstDash val="solid"/>
                      <a:round/>
                      <a:headEnd len="sm" w="sm" type="none"/>
                      <a:tailEnd len="sm" w="sm" type="none"/>
                    </a:lnL>
                    <a:lnR cap="flat" cmpd="sng">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a:solidFill>
                        <a:srgbClr val="000000"/>
                      </a:solidFill>
                      <a:prstDash val="solid"/>
                      <a:round/>
                      <a:headEnd len="sm" w="sm" type="none"/>
                      <a:tailEnd len="sm" w="sm" type="none"/>
                    </a:lnB>
                  </a:tcPr>
                </a:tc>
              </a:tr>
            </a:tbl>
          </a:graphicData>
        </a:graphic>
      </p:graphicFrame>
      <p:sp>
        <p:nvSpPr>
          <p:cNvPr id="807" name="Google Shape;807;p99"/>
          <p:cNvSpPr txBox="1"/>
          <p:nvPr>
            <p:ph idx="4294967295" type="title"/>
          </p:nvPr>
        </p:nvSpPr>
        <p:spPr>
          <a:xfrm>
            <a:off x="230625" y="159800"/>
            <a:ext cx="8770500" cy="70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Core Trait Categories</a:t>
            </a:r>
            <a:endParaRPr/>
          </a:p>
          <a:p>
            <a:pPr indent="0" lvl="0" marL="0" rtl="0" algn="l">
              <a:spcBef>
                <a:spcPts val="0"/>
              </a:spcBef>
              <a:spcAft>
                <a:spcPts val="0"/>
              </a:spcAft>
              <a:buNone/>
            </a:pPr>
            <a:r>
              <a:t/>
            </a:r>
            <a:endParaRPr/>
          </a:p>
        </p:txBody>
      </p:sp>
      <p:sp>
        <p:nvSpPr>
          <p:cNvPr id="808" name="Google Shape;808;p99"/>
          <p:cNvSpPr txBox="1"/>
          <p:nvPr>
            <p:ph idx="1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809" name="Google Shape;809;p99"/>
          <p:cNvSpPr/>
          <p:nvPr/>
        </p:nvSpPr>
        <p:spPr>
          <a:xfrm>
            <a:off x="7156464" y="4601400"/>
            <a:ext cx="1354500" cy="318600"/>
          </a:xfrm>
          <a:prstGeom prst="roundRect">
            <a:avLst>
              <a:gd fmla="val 16290" name="adj"/>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sz="1000">
              <a:solidFill>
                <a:schemeClr val="lt1"/>
              </a:solidFill>
              <a:latin typeface="Albert Sans"/>
              <a:ea typeface="Albert Sans"/>
              <a:cs typeface="Albert Sans"/>
              <a:sym typeface="Albert Sans"/>
            </a:endParaRPr>
          </a:p>
        </p:txBody>
      </p:sp>
      <p:sp>
        <p:nvSpPr>
          <p:cNvPr id="810" name="Google Shape;810;p99"/>
          <p:cNvSpPr txBox="1"/>
          <p:nvPr/>
        </p:nvSpPr>
        <p:spPr>
          <a:xfrm>
            <a:off x="7165814" y="4614225"/>
            <a:ext cx="1318200" cy="275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600">
                <a:solidFill>
                  <a:schemeClr val="dk2"/>
                </a:solidFill>
                <a:latin typeface="Albert Sans"/>
                <a:ea typeface="Albert Sans"/>
                <a:cs typeface="Albert Sans"/>
                <a:sym typeface="Albert Sans"/>
              </a:rPr>
              <a:t>© 2025 Geoffrey James Aguirre. All Rights Reserved.</a:t>
            </a:r>
            <a:endParaRPr sz="600">
              <a:solidFill>
                <a:schemeClr val="dk2"/>
              </a:solidFill>
              <a:latin typeface="Albert Sans"/>
              <a:ea typeface="Albert Sans"/>
              <a:cs typeface="Albert Sans"/>
              <a:sym typeface="Albert Sans"/>
            </a:endParaRPr>
          </a:p>
        </p:txBody>
      </p:sp>
      <p:sp>
        <p:nvSpPr>
          <p:cNvPr id="811" name="Google Shape;811;p99"/>
          <p:cNvSpPr txBox="1"/>
          <p:nvPr>
            <p:ph idx="2"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812" name="Google Shape;812;p99"/>
          <p:cNvSpPr/>
          <p:nvPr/>
        </p:nvSpPr>
        <p:spPr>
          <a:xfrm>
            <a:off x="8596792" y="4601400"/>
            <a:ext cx="318600" cy="3186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spcBef>
                <a:spcPts val="0"/>
              </a:spcBef>
              <a:spcAft>
                <a:spcPts val="0"/>
              </a:spcAft>
              <a:buNone/>
            </a:pPr>
            <a:r>
              <a:t/>
            </a:r>
            <a:endParaRPr b="1" sz="1000">
              <a:solidFill>
                <a:srgbClr val="15151B"/>
              </a:solidFill>
              <a:latin typeface="Albert Sans"/>
              <a:ea typeface="Albert Sans"/>
              <a:cs typeface="Albert Sans"/>
              <a:sym typeface="Albert Sans"/>
            </a:endParaRPr>
          </a:p>
        </p:txBody>
      </p:sp>
      <p:sp>
        <p:nvSpPr>
          <p:cNvPr id="813" name="Google Shape;813;p99"/>
          <p:cNvSpPr txBox="1"/>
          <p:nvPr>
            <p:ph idx="3" type="sldNum"/>
          </p:nvPr>
        </p:nvSpPr>
        <p:spPr>
          <a:xfrm>
            <a:off x="8481759" y="4563901"/>
            <a:ext cx="5487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fld id="{00000000-1234-1234-1234-123412341234}" type="slidenum">
              <a:rPr lang="en" sz="1000">
                <a:solidFill>
                  <a:schemeClr val="dk2"/>
                </a:solidFill>
                <a:latin typeface="Albert Sans"/>
                <a:ea typeface="Albert Sans"/>
                <a:cs typeface="Albert Sans"/>
                <a:sym typeface="Albert Sans"/>
              </a:rPr>
              <a:t>‹#›</a:t>
            </a:fld>
            <a:endParaRPr sz="1000">
              <a:solidFill>
                <a:schemeClr val="dk2"/>
              </a:solidFill>
              <a:latin typeface="Albert Sans"/>
              <a:ea typeface="Albert Sans"/>
              <a:cs typeface="Albert Sans"/>
              <a:sym typeface="Albert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ales Pitch">
  <a:themeElements>
    <a:clrScheme name="Simple Light">
      <a:dk1>
        <a:srgbClr val="08005F"/>
      </a:dk1>
      <a:lt1>
        <a:srgbClr val="FFFFFF"/>
      </a:lt1>
      <a:dk2>
        <a:srgbClr val="000000"/>
      </a:dk2>
      <a:lt2>
        <a:srgbClr val="B1A1FF"/>
      </a:lt2>
      <a:accent1>
        <a:srgbClr val="A1FF5F"/>
      </a:accent1>
      <a:accent2>
        <a:srgbClr val="1BBE90"/>
      </a:accent2>
      <a:accent3>
        <a:srgbClr val="0A485F"/>
      </a:accent3>
      <a:accent4>
        <a:srgbClr val="9ACAE0"/>
      </a:accent4>
      <a:accent5>
        <a:srgbClr val="D1D1EB"/>
      </a:accent5>
      <a:accent6>
        <a:srgbClr val="2837DB"/>
      </a:accent6>
      <a:hlink>
        <a:srgbClr val="2837D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