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22278975" cx="15754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017">
          <p15:clr>
            <a:srgbClr val="A4A3A4"/>
          </p15:clr>
        </p15:guide>
        <p15:guide id="2" pos="49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017" orient="horz"/>
        <p:guide pos="49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ab0aa421e_0_0:notes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ab0aa42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37048" y="3225113"/>
            <a:ext cx="14680200" cy="88908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500"/>
              <a:buNone/>
              <a:defRPr sz="13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7033" y="12275960"/>
            <a:ext cx="14680200" cy="34332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37033" y="9316367"/>
            <a:ext cx="14680200" cy="36462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37033" y="4991924"/>
            <a:ext cx="14680200" cy="14798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37033" y="4991924"/>
            <a:ext cx="6891600" cy="14798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325823" y="4991924"/>
            <a:ext cx="6891600" cy="147981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37033" y="2406571"/>
            <a:ext cx="4837800" cy="32733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37033" y="6019027"/>
            <a:ext cx="4837800" cy="137715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425450" lvl="0" marL="4572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1pPr>
            <a:lvl2pPr indent="-425450" lvl="1" marL="9144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2pPr>
            <a:lvl3pPr indent="-425450" lvl="2" marL="13716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3pPr>
            <a:lvl4pPr indent="-425450" lvl="3" marL="18288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4pPr>
            <a:lvl5pPr indent="-425450" lvl="4" marL="22860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5pPr>
            <a:lvl6pPr indent="-425450" lvl="5" marL="27432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6pPr>
            <a:lvl7pPr indent="-425450" lvl="6" marL="3200400">
              <a:spcBef>
                <a:spcPts val="0"/>
              </a:spcBef>
              <a:spcAft>
                <a:spcPts val="0"/>
              </a:spcAft>
              <a:buSzPts val="3100"/>
              <a:buChar char="●"/>
              <a:defRPr sz="3100"/>
            </a:lvl7pPr>
            <a:lvl8pPr indent="-425450" lvl="7" marL="3657600">
              <a:spcBef>
                <a:spcPts val="0"/>
              </a:spcBef>
              <a:spcAft>
                <a:spcPts val="0"/>
              </a:spcAft>
              <a:buSzPts val="3100"/>
              <a:buChar char="○"/>
              <a:defRPr sz="3100"/>
            </a:lvl8pPr>
            <a:lvl9pPr indent="-425450" lvl="8" marL="4114800">
              <a:spcBef>
                <a:spcPts val="0"/>
              </a:spcBef>
              <a:spcAft>
                <a:spcPts val="0"/>
              </a:spcAft>
              <a:buSzPts val="3100"/>
              <a:buChar char="■"/>
              <a:defRPr sz="3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44660" y="1949816"/>
            <a:ext cx="10971300" cy="177192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1pPr>
            <a:lvl2pPr lvl="1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2pPr>
            <a:lvl3pPr lvl="2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3pPr>
            <a:lvl4pPr lvl="3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4pPr>
            <a:lvl5pPr lvl="4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5pPr>
            <a:lvl6pPr lvl="5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6pPr>
            <a:lvl7pPr lvl="6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7pPr>
            <a:lvl8pPr lvl="7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8pPr>
            <a:lvl9pPr lvl="8">
              <a:spcBef>
                <a:spcPts val="0"/>
              </a:spcBef>
              <a:spcAft>
                <a:spcPts val="0"/>
              </a:spcAft>
              <a:buSzPts val="12400"/>
              <a:buNone/>
              <a:defRPr sz="12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877175" y="-541"/>
            <a:ext cx="7877100" cy="2227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37025" lIns="237025" spcFirstLastPara="1" rIns="237025" wrap="square" tIns="23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57434" y="5341475"/>
            <a:ext cx="6969600" cy="64206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900"/>
              <a:buNone/>
              <a:defRPr sz="109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57434" y="12141467"/>
            <a:ext cx="6969600" cy="53499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510347" y="3136317"/>
            <a:ext cx="6610800" cy="160053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indent="-527050" lvl="0" marL="457200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37033" y="18324657"/>
            <a:ext cx="10335300" cy="26211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37033" y="4791160"/>
            <a:ext cx="14680200" cy="8505000"/>
          </a:xfrm>
          <a:prstGeom prst="rect">
            <a:avLst/>
          </a:prstGeom>
        </p:spPr>
        <p:txBody>
          <a:bodyPr anchorCtr="0" anchor="b" bIns="237025" lIns="237025" spcFirstLastPara="1" rIns="237025" wrap="square" tIns="237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100"/>
              <a:buNone/>
              <a:defRPr sz="311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37033" y="13653804"/>
            <a:ext cx="14680200" cy="5634300"/>
          </a:xfrm>
          <a:prstGeom prst="rect">
            <a:avLst/>
          </a:prstGeom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 algn="ctr">
              <a:spcBef>
                <a:spcPts val="0"/>
              </a:spcBef>
              <a:spcAft>
                <a:spcPts val="0"/>
              </a:spcAft>
              <a:buSzPts val="4700"/>
              <a:buChar char="●"/>
              <a:defRPr/>
            </a:lvl1pPr>
            <a:lvl2pPr indent="-457200" lvl="1" marL="9144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2pPr>
            <a:lvl3pPr indent="-457200" lvl="2" marL="13716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3pPr>
            <a:lvl4pPr indent="-457200" lvl="3" marL="18288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4pPr>
            <a:lvl5pPr indent="-457200" lvl="4" marL="22860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5pPr>
            <a:lvl6pPr indent="-457200" lvl="5" marL="2743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6pPr>
            <a:lvl7pPr indent="-457200" lvl="6" marL="32004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7pPr>
            <a:lvl8pPr indent="-457200" lvl="7" marL="36576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37033" y="1927618"/>
            <a:ext cx="14680200" cy="24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37025" lIns="237025" spcFirstLastPara="1" rIns="237025" wrap="square" tIns="2370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7033" y="4991924"/>
            <a:ext cx="14680200" cy="147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37025" lIns="237025" spcFirstLastPara="1" rIns="237025" wrap="square" tIns="237025">
            <a:noAutofit/>
          </a:bodyPr>
          <a:lstStyle>
            <a:lvl1pPr indent="-527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700"/>
              <a:buChar char="●"/>
              <a:defRPr sz="4700">
                <a:solidFill>
                  <a:schemeClr val="dk2"/>
                </a:solidFill>
              </a:defRPr>
            </a:lvl1pPr>
            <a:lvl2pPr indent="-457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2pPr>
            <a:lvl3pPr indent="-457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3pPr>
            <a:lvl4pPr indent="-457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4pPr>
            <a:lvl5pPr indent="-457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5pPr>
            <a:lvl6pPr indent="-457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6pPr>
            <a:lvl7pPr indent="-457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7pPr>
            <a:lvl8pPr indent="-457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○"/>
              <a:defRPr sz="3600">
                <a:solidFill>
                  <a:schemeClr val="dk2"/>
                </a:solidFill>
              </a:defRPr>
            </a:lvl8pPr>
            <a:lvl9pPr indent="-457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■"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597339" y="20198637"/>
            <a:ext cx="9453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7025" lIns="237025" spcFirstLastPara="1" rIns="237025" wrap="square" tIns="237025">
            <a:noAutofit/>
          </a:bodyPr>
          <a:lstStyle>
            <a:lvl1pPr lvl="0" algn="r">
              <a:buNone/>
              <a:defRPr sz="2600">
                <a:solidFill>
                  <a:schemeClr val="dk2"/>
                </a:solidFill>
              </a:defRPr>
            </a:lvl1pPr>
            <a:lvl2pPr lvl="1" algn="r">
              <a:buNone/>
              <a:defRPr sz="2600">
                <a:solidFill>
                  <a:schemeClr val="dk2"/>
                </a:solidFill>
              </a:defRPr>
            </a:lvl2pPr>
            <a:lvl3pPr lvl="2" algn="r">
              <a:buNone/>
              <a:defRPr sz="2600">
                <a:solidFill>
                  <a:schemeClr val="dk2"/>
                </a:solidFill>
              </a:defRPr>
            </a:lvl3pPr>
            <a:lvl4pPr lvl="3" algn="r">
              <a:buNone/>
              <a:defRPr sz="2600">
                <a:solidFill>
                  <a:schemeClr val="dk2"/>
                </a:solidFill>
              </a:defRPr>
            </a:lvl4pPr>
            <a:lvl5pPr lvl="4" algn="r">
              <a:buNone/>
              <a:defRPr sz="2600">
                <a:solidFill>
                  <a:schemeClr val="dk2"/>
                </a:solidFill>
              </a:defRPr>
            </a:lvl5pPr>
            <a:lvl6pPr lvl="5" algn="r">
              <a:buNone/>
              <a:defRPr sz="2600">
                <a:solidFill>
                  <a:schemeClr val="dk2"/>
                </a:solidFill>
              </a:defRPr>
            </a:lvl6pPr>
            <a:lvl7pPr lvl="6" algn="r">
              <a:buNone/>
              <a:defRPr sz="2600">
                <a:solidFill>
                  <a:schemeClr val="dk2"/>
                </a:solidFill>
              </a:defRPr>
            </a:lvl7pPr>
            <a:lvl8pPr lvl="7" algn="r">
              <a:buNone/>
              <a:defRPr sz="2600">
                <a:solidFill>
                  <a:schemeClr val="dk2"/>
                </a:solidFill>
              </a:defRPr>
            </a:lvl8pPr>
            <a:lvl9pPr lvl="8" algn="r">
              <a:buNone/>
              <a:defRPr sz="2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