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Alfa Slab On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lfaSlabOne-regular.fntdata"/><Relationship Id="rId25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Nadwqr8hKmot4WD4JgxjidKxGaeMEbptkFSTHHKKXx8/edit?usp=sharing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96f8d33410_0_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96f8d3341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https://docs.google.com/presentation/d/1Nadwqr8hKmot4WD4JgxjidKxGaeMEbptkFSTHHKKXx8/</a:t>
            </a:r>
            <a:r>
              <a:rPr lang="en-US"/>
              <a:t> + </a:t>
            </a: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preview?rm=minimal&amp;slide=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/>
          </a:p>
        </p:txBody>
      </p:sp>
      <p:sp>
        <p:nvSpPr>
          <p:cNvPr id="87" name="Google Shape;87;g96f8d33410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96f8d33410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96f8d3341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96f8d33410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f8d33410_0_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6f8d3341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96f8d33410_0_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6f8d33410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6f8d3341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96f8d33410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35e46b34c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35e46b34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535e46b34c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6f8d33410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96f8d3341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96f8d33410_0_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535e46b34c_0_1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535e46b34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535e46b34c_0_1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96f8d33410_0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96f8d3341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96f8d33410_0_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96f8d33410_0_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96f8d3341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96f8d33410_0_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96f8d33410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96f8d3341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96f8d33410_0_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535e46b34c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535e46b34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535e46b34c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35e46b34c_0_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535e46b34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535e46b34c_0_1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35e46b34c_0_2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535e46b34c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535e46b34c_0_2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535e46b34c_0_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535e46b34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535e46b34c_0_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ffab352c0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0ffab352c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0ffab352c0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bbbcaf05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bbbcaf0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6bbbcaf05a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literarydevices.net/play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624900" y="3212375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Bell Ringers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Simile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common type of figurative language is the </a:t>
            </a:r>
            <a:r>
              <a:rPr lang="en-US" sz="2400" u="sng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simile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A simile makes a comparison between two unlike things, using 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like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or 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 hot as an oven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 cold as ice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and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ate like a pig 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are all examples of similes, although they are not very  original ones.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Metaphor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Metaphors, like similes, make a comparison between two unlike things. Unlike similes, however, metaphors do not use the words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like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or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b="1"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She fought like a lion 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is a simile.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b="1"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She was a lion in battle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is a metaphor.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Personification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ersonification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is a literary device that gives human attributes to a nonhuman object. For example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the wind whined in the leafless trees 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is personification. Wind does not whine; people (unfortunately) do.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Onomatopoeia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Onomatopoeia refers to words that come from sounds. These poetic lines use onomatopoeia: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“This is the way the world ends Not with a bang but with a whimper.”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by T.S. Eliot, “The Hollow Men”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Oxymoron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An oxymoron contains words that seem to contradict each other.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Common oxymorons include </a:t>
            </a:r>
            <a:r>
              <a:rPr i="1"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the same difference</a:t>
            </a: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i="1"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act naturally</a:t>
            </a: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, and </a:t>
            </a:r>
            <a:r>
              <a:rPr i="1"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bittersweet</a:t>
            </a:r>
            <a:r>
              <a:rPr lang="en-US" sz="2400">
                <a:solidFill>
                  <a:srgbClr val="333333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Idiom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 idiom is a set expression or a phrase comprising two or more words that is understood to mean something different from what the individual words of the phrase suggest.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2504700" y="4724375"/>
            <a:ext cx="5495400" cy="14001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49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eorgia"/>
              <a:buChar char="★"/>
            </a:pPr>
            <a:r>
              <a:rPr lang="en-US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Kirk: “If we </a:t>
            </a:r>
            <a:r>
              <a:rPr lang="en-US" sz="1900">
                <a:solidFill>
                  <a:schemeClr val="dk1"/>
                </a:solidFill>
                <a:uFill>
                  <a:noFill/>
                </a:uFill>
                <a:latin typeface="Georgia"/>
                <a:ea typeface="Georgia"/>
                <a:cs typeface="Georgia"/>
                <a:sym typeface="Georg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play</a:t>
            </a:r>
            <a:r>
              <a:rPr lang="en-US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our cards right, we may be able to find out when those whales are being released.”</a:t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349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eorgia"/>
              <a:buChar char="★"/>
            </a:pPr>
            <a:r>
              <a:rPr lang="en-US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Spock: “How will playing cards help?</a:t>
            </a:r>
            <a:endParaRPr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Hyperbole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Hyperbole, or overstatement, is a literary device that uses exaggeration.  Someone who describes the cafeteria line as “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twenty miles long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” is using hyperbole. 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Allusion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 allusion is a reference to something from a well-known source, such as the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Bible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mythology, literature, or historical events. If someone is described as having a Jekyll-and-Hyde personality, this is an allusion to the novel,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Strange Case of Dr. Jekyll and Mr. Hyde.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Alliteration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Alliteration is the repetition of an initial consonant sound, such as in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slithering snake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and </a:t>
            </a:r>
            <a:r>
              <a:rPr i="1"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lonely, lingering light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Alliteration is a sound device used to create a feeling or association. Alliteration is often used in poetry, but it may be used in prose as well.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Pun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Puns involve words with similar or identical sounds but with different meanings.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Denial (“The Nile”) isn’t just a river in Egypt.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cyclist was two (“too”) tired to win the race.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Assonance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Assonance is the repetition of similar vowel sounds takes place in two or more words in proximity to each other within a line of poetry or prose.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Goodnight, sleep tight, don’t let the bedbugs bite.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Winner, winner, chicken dinner!</a:t>
            </a:r>
            <a:endParaRPr sz="13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Synecdoche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9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Synecdoche is a literary device in which a part of something represents the whole, or it may use a whole to represent a part.</a:t>
            </a: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word “sails” refers to a whole ship.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➔"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word “suit” refers to a businessperson.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79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Irony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Irony is a literary device in which contradictory statements or situations reveal a reality that is different from what appears to be true. This can be in the form of an unforeseen outcome of an event, a character’s unanticipated behavior, or something incongruous that is said.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➔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Telling a quiet group, “don’t everybody speak all at once.”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➔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fire station that burns down.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Cliché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cliché is a phrase or expression that has been used so much that it does not feel fresh or original anymore. It is like a popular saying that people use over and over again, so it gets worn out. 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➔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ime flies when you're having fun!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➔"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This assignment will be a piece of cake.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/>
        </p:nvSpPr>
        <p:spPr>
          <a:xfrm>
            <a:off x="6933575" y="1791100"/>
            <a:ext cx="10665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640800" y="1885300"/>
            <a:ext cx="78942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lfa Slab One"/>
                <a:ea typeface="Alfa Slab One"/>
                <a:cs typeface="Alfa Slab One"/>
                <a:sym typeface="Alfa Slab One"/>
              </a:rPr>
              <a:t>Paradox</a:t>
            </a:r>
            <a:endParaRPr sz="5000"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2430650" y="2751975"/>
            <a:ext cx="55695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(verbal or literary) paradox is </a:t>
            </a:r>
            <a:r>
              <a:rPr lang="en-US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simultaneously self-contradictory and yet also reveals unexpected meaning—often depending on words that can be interpreted in more than one way. Paradox is distinct from antithesis and oxymoron. 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Char char="➔"/>
            </a:pPr>
            <a:r>
              <a:rPr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Hamlet tells his mother, "I must be cruel, only to be kind."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eorgia"/>
              <a:buChar char="➔"/>
            </a:pPr>
            <a:r>
              <a:rPr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From </a:t>
            </a:r>
            <a:r>
              <a:rPr i="1"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1984</a:t>
            </a:r>
            <a:r>
              <a:rPr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n-US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“War is peace. Freedom is slavery. Ignorance is strength.”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