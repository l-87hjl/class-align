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 id="2147483683" r:id="rId5"/>
    <p:sldMasterId id="214748368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Sniglet"/>
      <p:regular r:id="rId26"/>
    </p:embeddedFont>
    <p:embeddedFont>
      <p:font typeface="Bangers"/>
      <p:regular r:id="rId27"/>
    </p:embeddedFont>
    <p:embeddedFont>
      <p:font typeface="Amatic SC"/>
      <p:regular r:id="rId28"/>
      <p:bold r:id="rId29"/>
    </p:embeddedFont>
    <p:embeddedFont>
      <p:font typeface="Source Code Pr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Sniglet-regular.fntdata"/><Relationship Id="rId25" Type="http://schemas.openxmlformats.org/officeDocument/2006/relationships/slide" Target="slides/slide18.xml"/><Relationship Id="rId28" Type="http://schemas.openxmlformats.org/officeDocument/2006/relationships/font" Target="fonts/AmaticSC-regular.fntdata"/><Relationship Id="rId27" Type="http://schemas.openxmlformats.org/officeDocument/2006/relationships/font" Target="fonts/Bangers-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AmaticSC-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SourceCodePro-bold.fntdata"/><Relationship Id="rId30" Type="http://schemas.openxmlformats.org/officeDocument/2006/relationships/font" Target="fonts/SourceCodePro-regular.fntdata"/><Relationship Id="rId11" Type="http://schemas.openxmlformats.org/officeDocument/2006/relationships/slide" Target="slides/slide4.xml"/><Relationship Id="rId33" Type="http://schemas.openxmlformats.org/officeDocument/2006/relationships/font" Target="fonts/SourceCodePro-boldItalic.fntdata"/><Relationship Id="rId10" Type="http://schemas.openxmlformats.org/officeDocument/2006/relationships/slide" Target="slides/slide3.xml"/><Relationship Id="rId32" Type="http://schemas.openxmlformats.org/officeDocument/2006/relationships/font" Target="fonts/SourceCodePro-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34901ea14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34901ea14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34b065c3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34b065c3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34b065c38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34b065c38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34b065c38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34b065c38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34b065c38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34b065c38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4b065c38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34b065c38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34b065c387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34b065c387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34b065c38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34b065c38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34b065c38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34b065c38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34b065c38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34b065c38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34b065c38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34b065c38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34b065c38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34b065c38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34b065c38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34b065c38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34b065c38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34b065c38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34b065c38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34b065c38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34b065c38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34b065c38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34b065c38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34b065c38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a523af5d4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a523af5d4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sp>
        <p:nvSpPr>
          <p:cNvPr id="55" name="Google Shape;55;p14"/>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txBox="1"/>
          <p:nvPr>
            <p:ph type="ctrTitle"/>
          </p:nvPr>
        </p:nvSpPr>
        <p:spPr>
          <a:xfrm>
            <a:off x="311700" y="392150"/>
            <a:ext cx="8520600" cy="2690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80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p:txBody>
      </p:sp>
      <p:sp>
        <p:nvSpPr>
          <p:cNvPr id="57" name="Google Shape;57;p14"/>
          <p:cNvSpPr txBox="1"/>
          <p:nvPr>
            <p:ph idx="1" type="subTitle"/>
          </p:nvPr>
        </p:nvSpPr>
        <p:spPr>
          <a:xfrm>
            <a:off x="311700" y="3890400"/>
            <a:ext cx="8520600" cy="706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2100"/>
              <a:buNone/>
              <a:defRPr b="1" sz="2100">
                <a:solidFill>
                  <a:schemeClr val="accent1"/>
                </a:solidFill>
              </a:defRPr>
            </a:lvl1pPr>
            <a:lvl2pPr lvl="1" rtl="0" algn="ctr">
              <a:lnSpc>
                <a:spcPct val="100000"/>
              </a:lnSpc>
              <a:spcBef>
                <a:spcPts val="0"/>
              </a:spcBef>
              <a:spcAft>
                <a:spcPts val="0"/>
              </a:spcAft>
              <a:buClr>
                <a:schemeClr val="accent1"/>
              </a:buClr>
              <a:buSzPts val="2100"/>
              <a:buNone/>
              <a:defRPr b="1" sz="2100">
                <a:solidFill>
                  <a:schemeClr val="accent1"/>
                </a:solidFill>
              </a:defRPr>
            </a:lvl2pPr>
            <a:lvl3pPr lvl="2" rtl="0" algn="ctr">
              <a:lnSpc>
                <a:spcPct val="100000"/>
              </a:lnSpc>
              <a:spcBef>
                <a:spcPts val="0"/>
              </a:spcBef>
              <a:spcAft>
                <a:spcPts val="0"/>
              </a:spcAft>
              <a:buClr>
                <a:schemeClr val="accent1"/>
              </a:buClr>
              <a:buSzPts val="2100"/>
              <a:buNone/>
              <a:defRPr b="1" sz="2100">
                <a:solidFill>
                  <a:schemeClr val="accent1"/>
                </a:solidFill>
              </a:defRPr>
            </a:lvl3pPr>
            <a:lvl4pPr lvl="3" rtl="0" algn="ctr">
              <a:lnSpc>
                <a:spcPct val="100000"/>
              </a:lnSpc>
              <a:spcBef>
                <a:spcPts val="0"/>
              </a:spcBef>
              <a:spcAft>
                <a:spcPts val="0"/>
              </a:spcAft>
              <a:buClr>
                <a:schemeClr val="accent1"/>
              </a:buClr>
              <a:buSzPts val="2100"/>
              <a:buNone/>
              <a:defRPr b="1" sz="2100">
                <a:solidFill>
                  <a:schemeClr val="accent1"/>
                </a:solidFill>
              </a:defRPr>
            </a:lvl4pPr>
            <a:lvl5pPr lvl="4" rtl="0" algn="ctr">
              <a:lnSpc>
                <a:spcPct val="100000"/>
              </a:lnSpc>
              <a:spcBef>
                <a:spcPts val="0"/>
              </a:spcBef>
              <a:spcAft>
                <a:spcPts val="0"/>
              </a:spcAft>
              <a:buClr>
                <a:schemeClr val="accent1"/>
              </a:buClr>
              <a:buSzPts val="2100"/>
              <a:buNone/>
              <a:defRPr b="1" sz="2100">
                <a:solidFill>
                  <a:schemeClr val="accent1"/>
                </a:solidFill>
              </a:defRPr>
            </a:lvl5pPr>
            <a:lvl6pPr lvl="5" rtl="0" algn="ctr">
              <a:lnSpc>
                <a:spcPct val="100000"/>
              </a:lnSpc>
              <a:spcBef>
                <a:spcPts val="0"/>
              </a:spcBef>
              <a:spcAft>
                <a:spcPts val="0"/>
              </a:spcAft>
              <a:buClr>
                <a:schemeClr val="accent1"/>
              </a:buClr>
              <a:buSzPts val="2100"/>
              <a:buNone/>
              <a:defRPr b="1" sz="2100">
                <a:solidFill>
                  <a:schemeClr val="accent1"/>
                </a:solidFill>
              </a:defRPr>
            </a:lvl6pPr>
            <a:lvl7pPr lvl="6" rtl="0" algn="ctr">
              <a:lnSpc>
                <a:spcPct val="100000"/>
              </a:lnSpc>
              <a:spcBef>
                <a:spcPts val="0"/>
              </a:spcBef>
              <a:spcAft>
                <a:spcPts val="0"/>
              </a:spcAft>
              <a:buClr>
                <a:schemeClr val="accent1"/>
              </a:buClr>
              <a:buSzPts val="2100"/>
              <a:buNone/>
              <a:defRPr b="1" sz="2100">
                <a:solidFill>
                  <a:schemeClr val="accent1"/>
                </a:solidFill>
              </a:defRPr>
            </a:lvl7pPr>
            <a:lvl8pPr lvl="7" rtl="0" algn="ctr">
              <a:lnSpc>
                <a:spcPct val="100000"/>
              </a:lnSpc>
              <a:spcBef>
                <a:spcPts val="0"/>
              </a:spcBef>
              <a:spcAft>
                <a:spcPts val="0"/>
              </a:spcAft>
              <a:buClr>
                <a:schemeClr val="accent1"/>
              </a:buClr>
              <a:buSzPts val="2100"/>
              <a:buNone/>
              <a:defRPr b="1" sz="2100">
                <a:solidFill>
                  <a:schemeClr val="accent1"/>
                </a:solidFill>
              </a:defRPr>
            </a:lvl8pPr>
            <a:lvl9pPr lvl="8" rtl="0"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9" name="Shape 59"/>
        <p:cNvGrpSpPr/>
        <p:nvPr/>
      </p:nvGrpSpPr>
      <p:grpSpPr>
        <a:xfrm>
          <a:off x="0" y="0"/>
          <a:ext cx="0" cy="0"/>
          <a:chOff x="0" y="0"/>
          <a:chExt cx="0" cy="0"/>
        </a:xfrm>
      </p:grpSpPr>
      <p:sp>
        <p:nvSpPr>
          <p:cNvPr id="60" name="Google Shape;60;p15"/>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4" name="Google Shape;64;p16"/>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5" name="Google Shape;65;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7"/>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8" name="Google Shape;68;p17"/>
          <p:cNvSpPr txBox="1"/>
          <p:nvPr>
            <p:ph idx="1" type="body"/>
          </p:nvPr>
        </p:nvSpPr>
        <p:spPr>
          <a:xfrm>
            <a:off x="311700" y="1228675"/>
            <a:ext cx="3999900" cy="334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2" type="body"/>
          </p:nvPr>
        </p:nvSpPr>
        <p:spPr>
          <a:xfrm>
            <a:off x="4832400" y="1228675"/>
            <a:ext cx="3999900" cy="334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0" name="Google Shape;70;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8"/>
          <p:cNvSpPr txBox="1"/>
          <p:nvPr>
            <p:ph type="title"/>
          </p:nvPr>
        </p:nvSpPr>
        <p:spPr>
          <a:xfrm>
            <a:off x="304800" y="309350"/>
            <a:ext cx="8537700" cy="7482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73" name="Google Shape;73;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highlight>
                  <a:schemeClr val="dk1"/>
                </a:highlight>
              </a:defRPr>
            </a:lvl1pPr>
            <a:lvl2pPr lvl="1" rtl="0">
              <a:spcBef>
                <a:spcPts val="0"/>
              </a:spcBef>
              <a:spcAft>
                <a:spcPts val="0"/>
              </a:spcAft>
              <a:buSzPts val="3000"/>
              <a:buNone/>
              <a:defRPr sz="3000">
                <a:highlight>
                  <a:schemeClr val="dk1"/>
                </a:highlight>
              </a:defRPr>
            </a:lvl2pPr>
            <a:lvl3pPr lvl="2" rtl="0">
              <a:spcBef>
                <a:spcPts val="0"/>
              </a:spcBef>
              <a:spcAft>
                <a:spcPts val="0"/>
              </a:spcAft>
              <a:buSzPts val="3000"/>
              <a:buNone/>
              <a:defRPr sz="3000">
                <a:highlight>
                  <a:schemeClr val="dk1"/>
                </a:highlight>
              </a:defRPr>
            </a:lvl3pPr>
            <a:lvl4pPr lvl="3" rtl="0">
              <a:spcBef>
                <a:spcPts val="0"/>
              </a:spcBef>
              <a:spcAft>
                <a:spcPts val="0"/>
              </a:spcAft>
              <a:buSzPts val="3000"/>
              <a:buNone/>
              <a:defRPr sz="3000">
                <a:highlight>
                  <a:schemeClr val="dk1"/>
                </a:highlight>
              </a:defRPr>
            </a:lvl4pPr>
            <a:lvl5pPr lvl="4" rtl="0">
              <a:spcBef>
                <a:spcPts val="0"/>
              </a:spcBef>
              <a:spcAft>
                <a:spcPts val="0"/>
              </a:spcAft>
              <a:buSzPts val="3000"/>
              <a:buNone/>
              <a:defRPr sz="3000">
                <a:highlight>
                  <a:schemeClr val="dk1"/>
                </a:highlight>
              </a:defRPr>
            </a:lvl5pPr>
            <a:lvl6pPr lvl="5" rtl="0">
              <a:spcBef>
                <a:spcPts val="0"/>
              </a:spcBef>
              <a:spcAft>
                <a:spcPts val="0"/>
              </a:spcAft>
              <a:buSzPts val="3000"/>
              <a:buNone/>
              <a:defRPr sz="3000">
                <a:highlight>
                  <a:schemeClr val="dk1"/>
                </a:highlight>
              </a:defRPr>
            </a:lvl6pPr>
            <a:lvl7pPr lvl="6" rtl="0">
              <a:spcBef>
                <a:spcPts val="0"/>
              </a:spcBef>
              <a:spcAft>
                <a:spcPts val="0"/>
              </a:spcAft>
              <a:buSzPts val="3000"/>
              <a:buNone/>
              <a:defRPr sz="3000">
                <a:highlight>
                  <a:schemeClr val="dk1"/>
                </a:highlight>
              </a:defRPr>
            </a:lvl7pPr>
            <a:lvl8pPr lvl="7" rtl="0">
              <a:spcBef>
                <a:spcPts val="0"/>
              </a:spcBef>
              <a:spcAft>
                <a:spcPts val="0"/>
              </a:spcAft>
              <a:buSzPts val="3000"/>
              <a:buNone/>
              <a:defRPr sz="3000">
                <a:highlight>
                  <a:schemeClr val="dk1"/>
                </a:highlight>
              </a:defRPr>
            </a:lvl8pPr>
            <a:lvl9pPr lvl="8" rtl="0">
              <a:spcBef>
                <a:spcPts val="0"/>
              </a:spcBef>
              <a:spcAft>
                <a:spcPts val="0"/>
              </a:spcAft>
              <a:buSzPts val="3000"/>
              <a:buNone/>
              <a:defRPr sz="3000">
                <a:highlight>
                  <a:schemeClr val="dk1"/>
                </a:highlight>
              </a:defRPr>
            </a:lvl9pPr>
          </a:lstStyle>
          <a:p/>
        </p:txBody>
      </p:sp>
      <p:sp>
        <p:nvSpPr>
          <p:cNvPr id="76" name="Google Shape;76;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7" name="Google Shape;77;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78" name="Shape 78"/>
        <p:cNvGrpSpPr/>
        <p:nvPr/>
      </p:nvGrpSpPr>
      <p:grpSpPr>
        <a:xfrm>
          <a:off x="0" y="0"/>
          <a:ext cx="0" cy="0"/>
          <a:chOff x="0" y="0"/>
          <a:chExt cx="0" cy="0"/>
        </a:xfrm>
      </p:grpSpPr>
      <p:sp>
        <p:nvSpPr>
          <p:cNvPr id="79" name="Google Shape;79;p20"/>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solidFill>
                  <a:schemeClr val="l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p:txBody>
      </p:sp>
      <p:sp>
        <p:nvSpPr>
          <p:cNvPr id="80" name="Google Shape;8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p21"/>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21"/>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84" name="Google Shape;84;p21"/>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85" name="Google Shape;85;p21"/>
          <p:cNvSpPr txBox="1"/>
          <p:nvPr>
            <p:ph idx="1" type="subTitle"/>
          </p:nvPr>
        </p:nvSpPr>
        <p:spPr>
          <a:xfrm>
            <a:off x="265500" y="2845223"/>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6" name="Google Shape;86;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accent1"/>
              </a:buClr>
              <a:buSzPts val="1800"/>
              <a:buChar char="●"/>
              <a:defRPr>
                <a:solidFill>
                  <a:schemeClr val="accent1"/>
                </a:solidFill>
                <a:highlight>
                  <a:schemeClr val="lt1"/>
                </a:highlight>
              </a:defRPr>
            </a:lvl1pPr>
            <a:lvl2pPr indent="-317500" lvl="1" marL="914400" rtl="0">
              <a:spcBef>
                <a:spcPts val="1600"/>
              </a:spcBef>
              <a:spcAft>
                <a:spcPts val="0"/>
              </a:spcAft>
              <a:buClr>
                <a:schemeClr val="accent1"/>
              </a:buClr>
              <a:buSzPts val="1400"/>
              <a:buChar char="○"/>
              <a:defRPr>
                <a:solidFill>
                  <a:schemeClr val="accent1"/>
                </a:solidFill>
                <a:highlight>
                  <a:schemeClr val="lt1"/>
                </a:highlight>
              </a:defRPr>
            </a:lvl2pPr>
            <a:lvl3pPr indent="-317500" lvl="2" marL="1371600" rtl="0">
              <a:spcBef>
                <a:spcPts val="1600"/>
              </a:spcBef>
              <a:spcAft>
                <a:spcPts val="0"/>
              </a:spcAft>
              <a:buClr>
                <a:schemeClr val="accent1"/>
              </a:buClr>
              <a:buSzPts val="1400"/>
              <a:buChar char="■"/>
              <a:defRPr>
                <a:solidFill>
                  <a:schemeClr val="accent1"/>
                </a:solidFill>
                <a:highlight>
                  <a:schemeClr val="lt1"/>
                </a:highlight>
              </a:defRPr>
            </a:lvl3pPr>
            <a:lvl4pPr indent="-317500" lvl="3" marL="1828800" rtl="0">
              <a:spcBef>
                <a:spcPts val="1600"/>
              </a:spcBef>
              <a:spcAft>
                <a:spcPts val="0"/>
              </a:spcAft>
              <a:buClr>
                <a:schemeClr val="accent1"/>
              </a:buClr>
              <a:buSzPts val="1400"/>
              <a:buChar char="●"/>
              <a:defRPr>
                <a:solidFill>
                  <a:schemeClr val="accent1"/>
                </a:solidFill>
                <a:highlight>
                  <a:schemeClr val="lt1"/>
                </a:highlight>
              </a:defRPr>
            </a:lvl4pPr>
            <a:lvl5pPr indent="-317500" lvl="4" marL="2286000" rtl="0">
              <a:spcBef>
                <a:spcPts val="1600"/>
              </a:spcBef>
              <a:spcAft>
                <a:spcPts val="0"/>
              </a:spcAft>
              <a:buClr>
                <a:schemeClr val="accent1"/>
              </a:buClr>
              <a:buSzPts val="1400"/>
              <a:buChar char="○"/>
              <a:defRPr>
                <a:solidFill>
                  <a:schemeClr val="accent1"/>
                </a:solidFill>
                <a:highlight>
                  <a:schemeClr val="lt1"/>
                </a:highlight>
              </a:defRPr>
            </a:lvl5pPr>
            <a:lvl6pPr indent="-317500" lvl="5" marL="2743200" rtl="0">
              <a:spcBef>
                <a:spcPts val="1600"/>
              </a:spcBef>
              <a:spcAft>
                <a:spcPts val="0"/>
              </a:spcAft>
              <a:buClr>
                <a:schemeClr val="accent1"/>
              </a:buClr>
              <a:buSzPts val="1400"/>
              <a:buChar char="■"/>
              <a:defRPr>
                <a:solidFill>
                  <a:schemeClr val="accent1"/>
                </a:solidFill>
                <a:highlight>
                  <a:schemeClr val="lt1"/>
                </a:highlight>
              </a:defRPr>
            </a:lvl6pPr>
            <a:lvl7pPr indent="-317500" lvl="6" marL="3200400" rtl="0">
              <a:spcBef>
                <a:spcPts val="1600"/>
              </a:spcBef>
              <a:spcAft>
                <a:spcPts val="0"/>
              </a:spcAft>
              <a:buClr>
                <a:schemeClr val="accent1"/>
              </a:buClr>
              <a:buSzPts val="1400"/>
              <a:buChar char="●"/>
              <a:defRPr>
                <a:solidFill>
                  <a:schemeClr val="accent1"/>
                </a:solidFill>
                <a:highlight>
                  <a:schemeClr val="lt1"/>
                </a:highlight>
              </a:defRPr>
            </a:lvl7pPr>
            <a:lvl8pPr indent="-317500" lvl="7" marL="3657600" rtl="0">
              <a:spcBef>
                <a:spcPts val="1600"/>
              </a:spcBef>
              <a:spcAft>
                <a:spcPts val="0"/>
              </a:spcAft>
              <a:buClr>
                <a:schemeClr val="accent1"/>
              </a:buClr>
              <a:buSzPts val="1400"/>
              <a:buChar char="○"/>
              <a:defRPr>
                <a:solidFill>
                  <a:schemeClr val="accent1"/>
                </a:solidFill>
                <a:highlight>
                  <a:schemeClr val="lt1"/>
                </a:highlight>
              </a:defRPr>
            </a:lvl8pPr>
            <a:lvl9pPr indent="-317500" lvl="8" marL="4114800" rtl="0">
              <a:spcBef>
                <a:spcPts val="1600"/>
              </a:spcBef>
              <a:spcAft>
                <a:spcPts val="1600"/>
              </a:spcAft>
              <a:buClr>
                <a:schemeClr val="accent1"/>
              </a:buClr>
              <a:buSzPts val="1400"/>
              <a:buChar char="■"/>
              <a:defRPr>
                <a:solidFill>
                  <a:schemeClr val="accent1"/>
                </a:solidFill>
                <a:highlight>
                  <a:schemeClr val="lt1"/>
                </a:highlight>
              </a:defRPr>
            </a:lvl9pPr>
          </a:lstStyle>
          <a:p/>
        </p:txBody>
      </p:sp>
      <p:sp>
        <p:nvSpPr>
          <p:cNvPr id="87" name="Google Shape;87;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2"/>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90" name="Google Shape;9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3"/>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2000"/>
              <a:buNone/>
              <a:defRPr sz="12000">
                <a:solidFill>
                  <a:schemeClr val="lt1"/>
                </a:solidFill>
                <a:highlight>
                  <a:schemeClr val="accent1"/>
                </a:highlight>
              </a:defRPr>
            </a:lvl1pPr>
            <a:lvl2pPr lvl="1" rtl="0" algn="ctr">
              <a:spcBef>
                <a:spcPts val="0"/>
              </a:spcBef>
              <a:spcAft>
                <a:spcPts val="0"/>
              </a:spcAft>
              <a:buClr>
                <a:schemeClr val="lt1"/>
              </a:buClr>
              <a:buSzPts val="12000"/>
              <a:buNone/>
              <a:defRPr sz="12000">
                <a:solidFill>
                  <a:schemeClr val="lt1"/>
                </a:solidFill>
                <a:highlight>
                  <a:schemeClr val="accent1"/>
                </a:highlight>
              </a:defRPr>
            </a:lvl2pPr>
            <a:lvl3pPr lvl="2" rtl="0" algn="ctr">
              <a:spcBef>
                <a:spcPts val="0"/>
              </a:spcBef>
              <a:spcAft>
                <a:spcPts val="0"/>
              </a:spcAft>
              <a:buClr>
                <a:schemeClr val="lt1"/>
              </a:buClr>
              <a:buSzPts val="12000"/>
              <a:buNone/>
              <a:defRPr sz="12000">
                <a:solidFill>
                  <a:schemeClr val="lt1"/>
                </a:solidFill>
                <a:highlight>
                  <a:schemeClr val="accent1"/>
                </a:highlight>
              </a:defRPr>
            </a:lvl3pPr>
            <a:lvl4pPr lvl="3" rtl="0" algn="ctr">
              <a:spcBef>
                <a:spcPts val="0"/>
              </a:spcBef>
              <a:spcAft>
                <a:spcPts val="0"/>
              </a:spcAft>
              <a:buClr>
                <a:schemeClr val="lt1"/>
              </a:buClr>
              <a:buSzPts val="12000"/>
              <a:buNone/>
              <a:defRPr sz="12000">
                <a:solidFill>
                  <a:schemeClr val="lt1"/>
                </a:solidFill>
                <a:highlight>
                  <a:schemeClr val="accent1"/>
                </a:highlight>
              </a:defRPr>
            </a:lvl4pPr>
            <a:lvl5pPr lvl="4" rtl="0" algn="ctr">
              <a:spcBef>
                <a:spcPts val="0"/>
              </a:spcBef>
              <a:spcAft>
                <a:spcPts val="0"/>
              </a:spcAft>
              <a:buClr>
                <a:schemeClr val="lt1"/>
              </a:buClr>
              <a:buSzPts val="12000"/>
              <a:buNone/>
              <a:defRPr sz="12000">
                <a:solidFill>
                  <a:schemeClr val="lt1"/>
                </a:solidFill>
                <a:highlight>
                  <a:schemeClr val="accent1"/>
                </a:highlight>
              </a:defRPr>
            </a:lvl5pPr>
            <a:lvl6pPr lvl="5" rtl="0" algn="ctr">
              <a:spcBef>
                <a:spcPts val="0"/>
              </a:spcBef>
              <a:spcAft>
                <a:spcPts val="0"/>
              </a:spcAft>
              <a:buClr>
                <a:schemeClr val="lt1"/>
              </a:buClr>
              <a:buSzPts val="12000"/>
              <a:buNone/>
              <a:defRPr sz="12000">
                <a:solidFill>
                  <a:schemeClr val="lt1"/>
                </a:solidFill>
                <a:highlight>
                  <a:schemeClr val="accent1"/>
                </a:highlight>
              </a:defRPr>
            </a:lvl6pPr>
            <a:lvl7pPr lvl="6" rtl="0" algn="ctr">
              <a:spcBef>
                <a:spcPts val="0"/>
              </a:spcBef>
              <a:spcAft>
                <a:spcPts val="0"/>
              </a:spcAft>
              <a:buClr>
                <a:schemeClr val="lt1"/>
              </a:buClr>
              <a:buSzPts val="12000"/>
              <a:buNone/>
              <a:defRPr sz="12000">
                <a:solidFill>
                  <a:schemeClr val="lt1"/>
                </a:solidFill>
                <a:highlight>
                  <a:schemeClr val="accent1"/>
                </a:highlight>
              </a:defRPr>
            </a:lvl7pPr>
            <a:lvl8pPr lvl="7" rtl="0" algn="ctr">
              <a:spcBef>
                <a:spcPts val="0"/>
              </a:spcBef>
              <a:spcAft>
                <a:spcPts val="0"/>
              </a:spcAft>
              <a:buClr>
                <a:schemeClr val="lt1"/>
              </a:buClr>
              <a:buSzPts val="12000"/>
              <a:buNone/>
              <a:defRPr sz="12000">
                <a:solidFill>
                  <a:schemeClr val="lt1"/>
                </a:solidFill>
                <a:highlight>
                  <a:schemeClr val="accent1"/>
                </a:highlight>
              </a:defRPr>
            </a:lvl8pPr>
            <a:lvl9pPr lvl="8" rtl="0"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93" name="Google Shape;93;p23"/>
          <p:cNvSpPr txBox="1"/>
          <p:nvPr>
            <p:ph idx="1" type="body"/>
          </p:nvPr>
        </p:nvSpPr>
        <p:spPr>
          <a:xfrm>
            <a:off x="311700" y="33046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rtl="0" algn="ctr">
              <a:spcBef>
                <a:spcPts val="1600"/>
              </a:spcBef>
              <a:spcAft>
                <a:spcPts val="0"/>
              </a:spcAft>
              <a:buClr>
                <a:schemeClr val="accent1"/>
              </a:buClr>
              <a:buSzPts val="1400"/>
              <a:buChar char="○"/>
              <a:defRPr>
                <a:solidFill>
                  <a:schemeClr val="accent1"/>
                </a:solidFill>
                <a:highlight>
                  <a:schemeClr val="dk1"/>
                </a:highlight>
              </a:defRPr>
            </a:lvl2pPr>
            <a:lvl3pPr indent="-317500" lvl="2" marL="1371600" rtl="0" algn="ctr">
              <a:spcBef>
                <a:spcPts val="1600"/>
              </a:spcBef>
              <a:spcAft>
                <a:spcPts val="0"/>
              </a:spcAft>
              <a:buClr>
                <a:schemeClr val="accent1"/>
              </a:buClr>
              <a:buSzPts val="1400"/>
              <a:buChar char="■"/>
              <a:defRPr>
                <a:solidFill>
                  <a:schemeClr val="accent1"/>
                </a:solidFill>
                <a:highlight>
                  <a:schemeClr val="dk1"/>
                </a:highlight>
              </a:defRPr>
            </a:lvl3pPr>
            <a:lvl4pPr indent="-317500" lvl="3" marL="1828800" rtl="0" algn="ctr">
              <a:spcBef>
                <a:spcPts val="1600"/>
              </a:spcBef>
              <a:spcAft>
                <a:spcPts val="0"/>
              </a:spcAft>
              <a:buClr>
                <a:schemeClr val="accent1"/>
              </a:buClr>
              <a:buSzPts val="1400"/>
              <a:buChar char="●"/>
              <a:defRPr>
                <a:solidFill>
                  <a:schemeClr val="accent1"/>
                </a:solidFill>
                <a:highlight>
                  <a:schemeClr val="dk1"/>
                </a:highlight>
              </a:defRPr>
            </a:lvl4pPr>
            <a:lvl5pPr indent="-317500" lvl="4" marL="2286000" rtl="0" algn="ctr">
              <a:spcBef>
                <a:spcPts val="1600"/>
              </a:spcBef>
              <a:spcAft>
                <a:spcPts val="0"/>
              </a:spcAft>
              <a:buClr>
                <a:schemeClr val="accent1"/>
              </a:buClr>
              <a:buSzPts val="1400"/>
              <a:buChar char="○"/>
              <a:defRPr>
                <a:solidFill>
                  <a:schemeClr val="accent1"/>
                </a:solidFill>
                <a:highlight>
                  <a:schemeClr val="dk1"/>
                </a:highlight>
              </a:defRPr>
            </a:lvl5pPr>
            <a:lvl6pPr indent="-317500" lvl="5" marL="2743200" rtl="0" algn="ctr">
              <a:spcBef>
                <a:spcPts val="1600"/>
              </a:spcBef>
              <a:spcAft>
                <a:spcPts val="0"/>
              </a:spcAft>
              <a:buClr>
                <a:schemeClr val="accent1"/>
              </a:buClr>
              <a:buSzPts val="1400"/>
              <a:buChar char="■"/>
              <a:defRPr>
                <a:solidFill>
                  <a:schemeClr val="accent1"/>
                </a:solidFill>
                <a:highlight>
                  <a:schemeClr val="dk1"/>
                </a:highlight>
              </a:defRPr>
            </a:lvl6pPr>
            <a:lvl7pPr indent="-317500" lvl="6" marL="3200400" rtl="0" algn="ctr">
              <a:spcBef>
                <a:spcPts val="1600"/>
              </a:spcBef>
              <a:spcAft>
                <a:spcPts val="0"/>
              </a:spcAft>
              <a:buClr>
                <a:schemeClr val="accent1"/>
              </a:buClr>
              <a:buSzPts val="1400"/>
              <a:buChar char="●"/>
              <a:defRPr>
                <a:solidFill>
                  <a:schemeClr val="accent1"/>
                </a:solidFill>
                <a:highlight>
                  <a:schemeClr val="dk1"/>
                </a:highlight>
              </a:defRPr>
            </a:lvl7pPr>
            <a:lvl8pPr indent="-317500" lvl="7" marL="3657600" rtl="0" algn="ctr">
              <a:spcBef>
                <a:spcPts val="1600"/>
              </a:spcBef>
              <a:spcAft>
                <a:spcPts val="0"/>
              </a:spcAft>
              <a:buClr>
                <a:schemeClr val="accent1"/>
              </a:buClr>
              <a:buSzPts val="1400"/>
              <a:buChar char="○"/>
              <a:defRPr>
                <a:solidFill>
                  <a:schemeClr val="accent1"/>
                </a:solidFill>
                <a:highlight>
                  <a:schemeClr val="dk1"/>
                </a:highlight>
              </a:defRPr>
            </a:lvl8pPr>
            <a:lvl9pPr indent="-317500" lvl="8" marL="4114800" rtl="0" algn="ctr">
              <a:spcBef>
                <a:spcPts val="1600"/>
              </a:spcBef>
              <a:spcAft>
                <a:spcPts val="1600"/>
              </a:spcAft>
              <a:buClr>
                <a:schemeClr val="accent1"/>
              </a:buClr>
              <a:buSzPts val="1400"/>
              <a:buChar char="■"/>
              <a:defRPr>
                <a:solidFill>
                  <a:schemeClr val="accent1"/>
                </a:solidFill>
                <a:highlight>
                  <a:schemeClr val="dk1"/>
                </a:highlight>
              </a:defRPr>
            </a:lvl9pPr>
          </a:lstStyle>
          <a:p/>
        </p:txBody>
      </p:sp>
      <p:sp>
        <p:nvSpPr>
          <p:cNvPr id="94" name="Google Shape;9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2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Clr>
                <a:schemeClr val="dk1"/>
              </a:buClr>
              <a:buSzPts val="18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99" name="Google Shape;99;p2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600"/>
              </a:spcBef>
              <a:spcAft>
                <a:spcPts val="0"/>
              </a:spcAft>
              <a:buClr>
                <a:schemeClr val="dk1"/>
              </a:buClr>
              <a:buSzPts val="1800"/>
              <a:buChar char="○"/>
              <a:defRPr/>
            </a:lvl2pPr>
            <a:lvl3pPr indent="-342900" lvl="2" marL="1371600" rtl="0" algn="l">
              <a:spcBef>
                <a:spcPts val="1600"/>
              </a:spcBef>
              <a:spcAft>
                <a:spcPts val="0"/>
              </a:spcAft>
              <a:buClr>
                <a:schemeClr val="dk1"/>
              </a:buClr>
              <a:buSzPts val="1800"/>
              <a:buChar char="■"/>
              <a:defRPr/>
            </a:lvl3pPr>
            <a:lvl4pPr indent="-342900" lvl="3" marL="1828800" rtl="0" algn="l">
              <a:spcBef>
                <a:spcPts val="1600"/>
              </a:spcBef>
              <a:spcAft>
                <a:spcPts val="0"/>
              </a:spcAft>
              <a:buClr>
                <a:schemeClr val="dk1"/>
              </a:buClr>
              <a:buSzPts val="1800"/>
              <a:buChar char="●"/>
              <a:defRPr/>
            </a:lvl4pPr>
            <a:lvl5pPr indent="-342900" lvl="4" marL="2286000" rtl="0" algn="l">
              <a:spcBef>
                <a:spcPts val="1600"/>
              </a:spcBef>
              <a:spcAft>
                <a:spcPts val="0"/>
              </a:spcAft>
              <a:buClr>
                <a:schemeClr val="dk1"/>
              </a:buClr>
              <a:buSzPts val="1800"/>
              <a:buChar char="○"/>
              <a:defRPr/>
            </a:lvl5pPr>
            <a:lvl6pPr indent="-342900" lvl="5" marL="2743200" rtl="0" algn="l">
              <a:spcBef>
                <a:spcPts val="1600"/>
              </a:spcBef>
              <a:spcAft>
                <a:spcPts val="0"/>
              </a:spcAft>
              <a:buClr>
                <a:schemeClr val="dk1"/>
              </a:buClr>
              <a:buSzPts val="1800"/>
              <a:buChar char="■"/>
              <a:defRPr/>
            </a:lvl6pPr>
            <a:lvl7pPr indent="-342900" lvl="6" marL="3200400" rtl="0" algn="l">
              <a:spcBef>
                <a:spcPts val="1600"/>
              </a:spcBef>
              <a:spcAft>
                <a:spcPts val="0"/>
              </a:spcAft>
              <a:buClr>
                <a:schemeClr val="dk1"/>
              </a:buClr>
              <a:buSzPts val="1800"/>
              <a:buChar char="●"/>
              <a:defRPr/>
            </a:lvl7pPr>
            <a:lvl8pPr indent="-342900" lvl="7" marL="3657600" rtl="0" algn="l">
              <a:spcBef>
                <a:spcPts val="1600"/>
              </a:spcBef>
              <a:spcAft>
                <a:spcPts val="0"/>
              </a:spcAft>
              <a:buClr>
                <a:schemeClr val="dk1"/>
              </a:buClr>
              <a:buSzPts val="1800"/>
              <a:buChar char="○"/>
              <a:defRPr/>
            </a:lvl8pPr>
            <a:lvl9pPr indent="-342900" lvl="8" marL="4114800" rtl="0" algn="l">
              <a:spcBef>
                <a:spcPts val="1600"/>
              </a:spcBef>
              <a:spcAft>
                <a:spcPts val="1600"/>
              </a:spcAft>
              <a:buClr>
                <a:schemeClr val="dk1"/>
              </a:buClr>
              <a:buSzPts val="1800"/>
              <a:buChar char="■"/>
              <a:defRPr/>
            </a:lvl9pPr>
          </a:lstStyle>
          <a:p/>
        </p:txBody>
      </p:sp>
      <p:sp>
        <p:nvSpPr>
          <p:cNvPr id="100" name="Google Shape;100;p2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1" name="Google Shape;101;p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2" name="Google Shape;102;p2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06" name="Shape 106"/>
        <p:cNvGrpSpPr/>
        <p:nvPr/>
      </p:nvGrpSpPr>
      <p:grpSpPr>
        <a:xfrm>
          <a:off x="0" y="0"/>
          <a:ext cx="0" cy="0"/>
          <a:chOff x="0" y="0"/>
          <a:chExt cx="0" cy="0"/>
        </a:xfrm>
      </p:grpSpPr>
      <p:pic>
        <p:nvPicPr>
          <p:cNvPr descr="comic-04.png" id="107" name="Google Shape;107;p27"/>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08" name="Google Shape;108;p27"/>
          <p:cNvSpPr/>
          <p:nvPr/>
        </p:nvSpPr>
        <p:spPr>
          <a:xfrm>
            <a:off x="1315275" y="921225"/>
            <a:ext cx="6411650" cy="3910600"/>
          </a:xfrm>
          <a:custGeom>
            <a:rect b="b" l="l" r="r" t="t"/>
            <a:pathLst>
              <a:path extrusionOk="0" h="156424" w="256466">
                <a:moveTo>
                  <a:pt x="39612" y="0"/>
                </a:moveTo>
                <a:lnTo>
                  <a:pt x="39612" y="26023"/>
                </a:lnTo>
                <a:lnTo>
                  <a:pt x="0" y="23918"/>
                </a:lnTo>
                <a:lnTo>
                  <a:pt x="40190" y="61876"/>
                </a:lnTo>
                <a:lnTo>
                  <a:pt x="40190" y="156424"/>
                </a:lnTo>
                <a:lnTo>
                  <a:pt x="256466" y="139076"/>
                </a:lnTo>
                <a:lnTo>
                  <a:pt x="248659" y="19951"/>
                </a:lnTo>
                <a:close/>
              </a:path>
            </a:pathLst>
          </a:custGeom>
          <a:solidFill>
            <a:srgbClr val="001936">
              <a:alpha val="21920"/>
            </a:srgbClr>
          </a:solidFill>
          <a:ln>
            <a:noFill/>
          </a:ln>
        </p:spPr>
      </p:sp>
      <p:sp>
        <p:nvSpPr>
          <p:cNvPr id="109" name="Google Shape;109;p27"/>
          <p:cNvSpPr/>
          <p:nvPr/>
        </p:nvSpPr>
        <p:spPr>
          <a:xfrm>
            <a:off x="1010475" y="616425"/>
            <a:ext cx="6411650" cy="3910600"/>
          </a:xfrm>
          <a:custGeom>
            <a:rect b="b" l="l" r="r" t="t"/>
            <a:pathLst>
              <a:path extrusionOk="0" h="156424" w="256466">
                <a:moveTo>
                  <a:pt x="39612" y="0"/>
                </a:moveTo>
                <a:lnTo>
                  <a:pt x="39612" y="26023"/>
                </a:lnTo>
                <a:lnTo>
                  <a:pt x="0" y="23918"/>
                </a:lnTo>
                <a:lnTo>
                  <a:pt x="40190" y="61876"/>
                </a:lnTo>
                <a:lnTo>
                  <a:pt x="40190" y="156424"/>
                </a:lnTo>
                <a:lnTo>
                  <a:pt x="256466" y="139076"/>
                </a:lnTo>
                <a:lnTo>
                  <a:pt x="248659" y="19951"/>
                </a:lnTo>
                <a:close/>
              </a:path>
            </a:pathLst>
          </a:custGeom>
          <a:solidFill>
            <a:srgbClr val="FFFFFF"/>
          </a:solidFill>
          <a:ln cap="flat" cmpd="sng" w="76200">
            <a:solidFill>
              <a:srgbClr val="000000"/>
            </a:solidFill>
            <a:prstDash val="solid"/>
            <a:miter lim="8000"/>
            <a:headEnd len="med" w="med" type="none"/>
            <a:tailEnd len="med" w="med" type="none"/>
          </a:ln>
        </p:spPr>
      </p:sp>
      <p:sp>
        <p:nvSpPr>
          <p:cNvPr id="110" name="Google Shape;110;p27"/>
          <p:cNvSpPr txBox="1"/>
          <p:nvPr>
            <p:ph type="ctrTitle"/>
          </p:nvPr>
        </p:nvSpPr>
        <p:spPr>
          <a:xfrm>
            <a:off x="2572125" y="2068625"/>
            <a:ext cx="4271700" cy="1159800"/>
          </a:xfrm>
          <a:prstGeom prst="rect">
            <a:avLst/>
          </a:prstGeom>
        </p:spPr>
        <p:txBody>
          <a:bodyPr anchorCtr="0" anchor="ctr" bIns="91425" lIns="91425" spcFirstLastPara="1" rIns="91425" wrap="square" tIns="91425">
            <a:noAutofit/>
          </a:bodyPr>
          <a:lstStyle>
            <a:lvl1pPr lvl="0" rtl="0">
              <a:spcBef>
                <a:spcPts val="0"/>
              </a:spcBef>
              <a:spcAft>
                <a:spcPts val="0"/>
              </a:spcAft>
              <a:buSzPts val="6400"/>
              <a:buNone/>
              <a:defRPr sz="64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11" name="Shape 111"/>
        <p:cNvGrpSpPr/>
        <p:nvPr/>
      </p:nvGrpSpPr>
      <p:grpSpPr>
        <a:xfrm>
          <a:off x="0" y="0"/>
          <a:ext cx="0" cy="0"/>
          <a:chOff x="0" y="0"/>
          <a:chExt cx="0" cy="0"/>
        </a:xfrm>
      </p:grpSpPr>
      <p:pic>
        <p:nvPicPr>
          <p:cNvPr descr="comic-04.png" id="112" name="Google Shape;112;p28"/>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13" name="Google Shape;113;p28"/>
          <p:cNvSpPr/>
          <p:nvPr/>
        </p:nvSpPr>
        <p:spPr>
          <a:xfrm flipH="1" rot="169468">
            <a:off x="3608972" y="646196"/>
            <a:ext cx="5247975" cy="3809532"/>
          </a:xfrm>
          <a:prstGeom prst="wedgeEllipseCallout">
            <a:avLst>
              <a:gd fmla="val -42509" name="adj1"/>
              <a:gd fmla="val 62980" name="adj2"/>
            </a:avLst>
          </a:prstGeom>
          <a:solidFill>
            <a:srgbClr val="001936">
              <a:alpha val="21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8"/>
          <p:cNvSpPr/>
          <p:nvPr/>
        </p:nvSpPr>
        <p:spPr>
          <a:xfrm flipH="1" rot="169468">
            <a:off x="3380372" y="417596"/>
            <a:ext cx="5247975" cy="3809532"/>
          </a:xfrm>
          <a:prstGeom prst="wedgeEllipseCallout">
            <a:avLst>
              <a:gd fmla="val -42509" name="adj1"/>
              <a:gd fmla="val 62980" name="adj2"/>
            </a:avLst>
          </a:prstGeom>
          <a:solidFill>
            <a:srgbClr val="FFFFFF"/>
          </a:solidFill>
          <a:ln cap="flat" cmpd="sng" w="762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8"/>
          <p:cNvSpPr txBox="1"/>
          <p:nvPr>
            <p:ph type="ctrTitle"/>
          </p:nvPr>
        </p:nvSpPr>
        <p:spPr>
          <a:xfrm>
            <a:off x="4101125" y="1659550"/>
            <a:ext cx="3767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6" name="Google Shape;116;p28"/>
          <p:cNvSpPr txBox="1"/>
          <p:nvPr>
            <p:ph idx="1" type="subTitle"/>
          </p:nvPr>
        </p:nvSpPr>
        <p:spPr>
          <a:xfrm>
            <a:off x="4101125" y="2687651"/>
            <a:ext cx="37674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0000"/>
              </a:buClr>
              <a:buSzPts val="1800"/>
              <a:buNone/>
              <a:defRPr sz="1800">
                <a:solidFill>
                  <a:srgbClr val="000000"/>
                </a:solidFill>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a:solidFill>
                  <a:srgbClr val="000000"/>
                </a:solidFill>
              </a:defRPr>
            </a:lvl4pPr>
            <a:lvl5pPr lvl="4" rtl="0" algn="ctr">
              <a:spcBef>
                <a:spcPts val="0"/>
              </a:spcBef>
              <a:spcAft>
                <a:spcPts val="0"/>
              </a:spcAft>
              <a:buClr>
                <a:srgbClr val="000000"/>
              </a:buClr>
              <a:buSzPts val="1800"/>
              <a:buNone/>
              <a:defRPr>
                <a:solidFill>
                  <a:srgbClr val="000000"/>
                </a:solidFill>
              </a:defRPr>
            </a:lvl5pPr>
            <a:lvl6pPr lvl="5" rtl="0" algn="ctr">
              <a:spcBef>
                <a:spcPts val="0"/>
              </a:spcBef>
              <a:spcAft>
                <a:spcPts val="0"/>
              </a:spcAft>
              <a:buClr>
                <a:srgbClr val="000000"/>
              </a:buClr>
              <a:buSzPts val="1800"/>
              <a:buNone/>
              <a:defRPr>
                <a:solidFill>
                  <a:srgbClr val="000000"/>
                </a:solidFill>
              </a:defRPr>
            </a:lvl6pPr>
            <a:lvl7pPr lvl="6" rtl="0" algn="ctr">
              <a:spcBef>
                <a:spcPts val="0"/>
              </a:spcBef>
              <a:spcAft>
                <a:spcPts val="0"/>
              </a:spcAft>
              <a:buClr>
                <a:srgbClr val="000000"/>
              </a:buClr>
              <a:buSzPts val="1800"/>
              <a:buNone/>
              <a:defRPr>
                <a:solidFill>
                  <a:srgbClr val="000000"/>
                </a:solidFill>
              </a:defRPr>
            </a:lvl7pPr>
            <a:lvl8pPr lvl="7" rtl="0" algn="ctr">
              <a:spcBef>
                <a:spcPts val="0"/>
              </a:spcBef>
              <a:spcAft>
                <a:spcPts val="0"/>
              </a:spcAft>
              <a:buClr>
                <a:srgbClr val="000000"/>
              </a:buClr>
              <a:buSzPts val="1800"/>
              <a:buNone/>
              <a:defRPr>
                <a:solidFill>
                  <a:srgbClr val="000000"/>
                </a:solidFill>
              </a:defRPr>
            </a:lvl8pPr>
            <a:lvl9pPr lvl="8" rtl="0" algn="ctr">
              <a:spcBef>
                <a:spcPts val="0"/>
              </a:spcBef>
              <a:spcAft>
                <a:spcPts val="0"/>
              </a:spcAft>
              <a:buClr>
                <a:srgbClr val="000000"/>
              </a:buClr>
              <a:buSzPts val="1800"/>
              <a:buNone/>
              <a:defRPr>
                <a:solidFill>
                  <a:srgbClr val="000000"/>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17" name="Shape 117"/>
        <p:cNvGrpSpPr/>
        <p:nvPr/>
      </p:nvGrpSpPr>
      <p:grpSpPr>
        <a:xfrm>
          <a:off x="0" y="0"/>
          <a:ext cx="0" cy="0"/>
          <a:chOff x="0" y="0"/>
          <a:chExt cx="0" cy="0"/>
        </a:xfrm>
      </p:grpSpPr>
      <p:pic>
        <p:nvPicPr>
          <p:cNvPr descr="comic-02.png" id="118" name="Google Shape;118;p29"/>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19" name="Google Shape;119;p29"/>
          <p:cNvSpPr/>
          <p:nvPr/>
        </p:nvSpPr>
        <p:spPr>
          <a:xfrm>
            <a:off x="1992350" y="37775"/>
            <a:ext cx="5616577" cy="5220440"/>
          </a:xfrm>
          <a:custGeom>
            <a:rect b="b" l="l" r="r" t="t"/>
            <a:pathLst>
              <a:path extrusionOk="0" h="106692" w="114788">
                <a:moveTo>
                  <a:pt x="40479" y="15324"/>
                </a:moveTo>
                <a:lnTo>
                  <a:pt x="41346" y="3758"/>
                </a:lnTo>
                <a:lnTo>
                  <a:pt x="52623" y="13878"/>
                </a:lnTo>
                <a:lnTo>
                  <a:pt x="56382" y="0"/>
                </a:lnTo>
                <a:lnTo>
                  <a:pt x="63610" y="14746"/>
                </a:lnTo>
                <a:lnTo>
                  <a:pt x="70549" y="2024"/>
                </a:lnTo>
                <a:lnTo>
                  <a:pt x="75754" y="17926"/>
                </a:lnTo>
                <a:lnTo>
                  <a:pt x="85006" y="6939"/>
                </a:lnTo>
                <a:lnTo>
                  <a:pt x="85006" y="23131"/>
                </a:lnTo>
                <a:lnTo>
                  <a:pt x="100620" y="13589"/>
                </a:lnTo>
                <a:lnTo>
                  <a:pt x="96861" y="31516"/>
                </a:lnTo>
                <a:lnTo>
                  <a:pt x="111896" y="26889"/>
                </a:lnTo>
                <a:lnTo>
                  <a:pt x="100909" y="41057"/>
                </a:lnTo>
                <a:lnTo>
                  <a:pt x="114209" y="42214"/>
                </a:lnTo>
                <a:lnTo>
                  <a:pt x="104379" y="53201"/>
                </a:lnTo>
                <a:lnTo>
                  <a:pt x="114788" y="59851"/>
                </a:lnTo>
                <a:lnTo>
                  <a:pt x="101198" y="64188"/>
                </a:lnTo>
                <a:lnTo>
                  <a:pt x="105246" y="74886"/>
                </a:lnTo>
                <a:lnTo>
                  <a:pt x="93102" y="73730"/>
                </a:lnTo>
                <a:lnTo>
                  <a:pt x="97150" y="85006"/>
                </a:lnTo>
                <a:lnTo>
                  <a:pt x="88187" y="81537"/>
                </a:lnTo>
                <a:lnTo>
                  <a:pt x="87319" y="95994"/>
                </a:lnTo>
                <a:lnTo>
                  <a:pt x="76043" y="91078"/>
                </a:lnTo>
                <a:lnTo>
                  <a:pt x="71417" y="101776"/>
                </a:lnTo>
                <a:lnTo>
                  <a:pt x="64478" y="93970"/>
                </a:lnTo>
                <a:lnTo>
                  <a:pt x="58984" y="106692"/>
                </a:lnTo>
                <a:lnTo>
                  <a:pt x="52334" y="88187"/>
                </a:lnTo>
                <a:lnTo>
                  <a:pt x="45105" y="100620"/>
                </a:lnTo>
                <a:lnTo>
                  <a:pt x="41636" y="86741"/>
                </a:lnTo>
                <a:lnTo>
                  <a:pt x="29492" y="102355"/>
                </a:lnTo>
                <a:lnTo>
                  <a:pt x="29781" y="83271"/>
                </a:lnTo>
                <a:lnTo>
                  <a:pt x="20239" y="87319"/>
                </a:lnTo>
                <a:lnTo>
                  <a:pt x="21107" y="76332"/>
                </a:lnTo>
                <a:lnTo>
                  <a:pt x="4915" y="79224"/>
                </a:lnTo>
                <a:lnTo>
                  <a:pt x="16191" y="66212"/>
                </a:lnTo>
                <a:lnTo>
                  <a:pt x="7806" y="62164"/>
                </a:lnTo>
                <a:lnTo>
                  <a:pt x="14167" y="56960"/>
                </a:lnTo>
                <a:lnTo>
                  <a:pt x="0" y="47997"/>
                </a:lnTo>
                <a:lnTo>
                  <a:pt x="18215" y="43081"/>
                </a:lnTo>
                <a:lnTo>
                  <a:pt x="9252" y="31516"/>
                </a:lnTo>
                <a:lnTo>
                  <a:pt x="26022" y="33540"/>
                </a:lnTo>
                <a:lnTo>
                  <a:pt x="16191" y="18504"/>
                </a:lnTo>
                <a:lnTo>
                  <a:pt x="31516" y="23420"/>
                </a:lnTo>
                <a:lnTo>
                  <a:pt x="32094" y="11854"/>
                </a:lnTo>
                <a:close/>
              </a:path>
            </a:pathLst>
          </a:custGeom>
          <a:solidFill>
            <a:srgbClr val="001936">
              <a:alpha val="21920"/>
            </a:srgbClr>
          </a:solidFill>
          <a:ln>
            <a:noFill/>
          </a:ln>
        </p:spPr>
      </p:sp>
      <p:sp>
        <p:nvSpPr>
          <p:cNvPr id="120" name="Google Shape;120;p29"/>
          <p:cNvSpPr/>
          <p:nvPr/>
        </p:nvSpPr>
        <p:spPr>
          <a:xfrm>
            <a:off x="1763750" y="-114625"/>
            <a:ext cx="5616577" cy="5220440"/>
          </a:xfrm>
          <a:custGeom>
            <a:rect b="b" l="l" r="r" t="t"/>
            <a:pathLst>
              <a:path extrusionOk="0" h="106692" w="114788">
                <a:moveTo>
                  <a:pt x="40479" y="15324"/>
                </a:moveTo>
                <a:lnTo>
                  <a:pt x="41346" y="3758"/>
                </a:lnTo>
                <a:lnTo>
                  <a:pt x="52623" y="13878"/>
                </a:lnTo>
                <a:lnTo>
                  <a:pt x="56382" y="0"/>
                </a:lnTo>
                <a:lnTo>
                  <a:pt x="63610" y="14746"/>
                </a:lnTo>
                <a:lnTo>
                  <a:pt x="70549" y="2024"/>
                </a:lnTo>
                <a:lnTo>
                  <a:pt x="75754" y="17926"/>
                </a:lnTo>
                <a:lnTo>
                  <a:pt x="85006" y="6939"/>
                </a:lnTo>
                <a:lnTo>
                  <a:pt x="85006" y="23131"/>
                </a:lnTo>
                <a:lnTo>
                  <a:pt x="100620" y="13589"/>
                </a:lnTo>
                <a:lnTo>
                  <a:pt x="96861" y="31516"/>
                </a:lnTo>
                <a:lnTo>
                  <a:pt x="111896" y="26889"/>
                </a:lnTo>
                <a:lnTo>
                  <a:pt x="100909" y="41057"/>
                </a:lnTo>
                <a:lnTo>
                  <a:pt x="114209" y="42214"/>
                </a:lnTo>
                <a:lnTo>
                  <a:pt x="104379" y="53201"/>
                </a:lnTo>
                <a:lnTo>
                  <a:pt x="114788" y="59851"/>
                </a:lnTo>
                <a:lnTo>
                  <a:pt x="101198" y="64188"/>
                </a:lnTo>
                <a:lnTo>
                  <a:pt x="105246" y="74886"/>
                </a:lnTo>
                <a:lnTo>
                  <a:pt x="93102" y="73730"/>
                </a:lnTo>
                <a:lnTo>
                  <a:pt x="97150" y="85006"/>
                </a:lnTo>
                <a:lnTo>
                  <a:pt x="88187" y="81537"/>
                </a:lnTo>
                <a:lnTo>
                  <a:pt x="87319" y="95994"/>
                </a:lnTo>
                <a:lnTo>
                  <a:pt x="76043" y="91078"/>
                </a:lnTo>
                <a:lnTo>
                  <a:pt x="71417" y="101776"/>
                </a:lnTo>
                <a:lnTo>
                  <a:pt x="64478" y="93970"/>
                </a:lnTo>
                <a:lnTo>
                  <a:pt x="58984" y="106692"/>
                </a:lnTo>
                <a:lnTo>
                  <a:pt x="52334" y="88187"/>
                </a:lnTo>
                <a:lnTo>
                  <a:pt x="45105" y="100620"/>
                </a:lnTo>
                <a:lnTo>
                  <a:pt x="41636" y="86741"/>
                </a:lnTo>
                <a:lnTo>
                  <a:pt x="29492" y="102355"/>
                </a:lnTo>
                <a:lnTo>
                  <a:pt x="29781" y="83271"/>
                </a:lnTo>
                <a:lnTo>
                  <a:pt x="20239" y="87319"/>
                </a:lnTo>
                <a:lnTo>
                  <a:pt x="21107" y="76332"/>
                </a:lnTo>
                <a:lnTo>
                  <a:pt x="4915" y="79224"/>
                </a:lnTo>
                <a:lnTo>
                  <a:pt x="16191" y="66212"/>
                </a:lnTo>
                <a:lnTo>
                  <a:pt x="7806" y="62164"/>
                </a:lnTo>
                <a:lnTo>
                  <a:pt x="14167" y="56960"/>
                </a:lnTo>
                <a:lnTo>
                  <a:pt x="0" y="47997"/>
                </a:lnTo>
                <a:lnTo>
                  <a:pt x="18215" y="43081"/>
                </a:lnTo>
                <a:lnTo>
                  <a:pt x="9252" y="31516"/>
                </a:lnTo>
                <a:lnTo>
                  <a:pt x="26022" y="33540"/>
                </a:lnTo>
                <a:lnTo>
                  <a:pt x="16191" y="18504"/>
                </a:lnTo>
                <a:lnTo>
                  <a:pt x="31516" y="23420"/>
                </a:lnTo>
                <a:lnTo>
                  <a:pt x="32094" y="11854"/>
                </a:lnTo>
                <a:close/>
              </a:path>
            </a:pathLst>
          </a:custGeom>
          <a:solidFill>
            <a:srgbClr val="FFFFFF"/>
          </a:solidFill>
          <a:ln cap="flat" cmpd="sng" w="76200">
            <a:solidFill>
              <a:srgbClr val="000000"/>
            </a:solidFill>
            <a:prstDash val="solid"/>
            <a:miter lim="8000"/>
            <a:headEnd len="med" w="med" type="none"/>
            <a:tailEnd len="med" w="med" type="none"/>
          </a:ln>
        </p:spPr>
      </p:sp>
      <p:sp>
        <p:nvSpPr>
          <p:cNvPr id="121" name="Google Shape;121;p29"/>
          <p:cNvSpPr txBox="1"/>
          <p:nvPr>
            <p:ph idx="1" type="body"/>
          </p:nvPr>
        </p:nvSpPr>
        <p:spPr>
          <a:xfrm>
            <a:off x="2905800" y="2161800"/>
            <a:ext cx="3332400" cy="819900"/>
          </a:xfrm>
          <a:prstGeom prst="rect">
            <a:avLst/>
          </a:prstGeom>
        </p:spPr>
        <p:txBody>
          <a:bodyPr anchorCtr="0" anchor="ctr" bIns="91425" lIns="91425" spcFirstLastPara="1" rIns="91425" wrap="square" tIns="91425">
            <a:noAutofit/>
          </a:bodyPr>
          <a:lstStyle>
            <a:lvl1pPr indent="-381000" lvl="0" marL="457200" rtl="0" algn="ctr">
              <a:spcBef>
                <a:spcPts val="600"/>
              </a:spcBef>
              <a:spcAft>
                <a:spcPts val="0"/>
              </a:spcAft>
              <a:buClr>
                <a:srgbClr val="000000"/>
              </a:buClr>
              <a:buSzPts val="2400"/>
              <a:buFont typeface="Bangers"/>
              <a:buChar char="×"/>
              <a:defRPr sz="2400">
                <a:solidFill>
                  <a:srgbClr val="000000"/>
                </a:solidFill>
                <a:latin typeface="Bangers"/>
                <a:ea typeface="Bangers"/>
                <a:cs typeface="Bangers"/>
                <a:sym typeface="Bangers"/>
              </a:defRPr>
            </a:lvl1pPr>
            <a:lvl2pPr indent="-381000" lvl="1" marL="914400" rtl="0" algn="ctr">
              <a:spcBef>
                <a:spcPts val="0"/>
              </a:spcBef>
              <a:spcAft>
                <a:spcPts val="0"/>
              </a:spcAft>
              <a:buClr>
                <a:srgbClr val="000000"/>
              </a:buClr>
              <a:buSzPts val="2400"/>
              <a:buFont typeface="Bangers"/>
              <a:buChar char="×"/>
              <a:defRPr>
                <a:solidFill>
                  <a:srgbClr val="000000"/>
                </a:solidFill>
                <a:latin typeface="Bangers"/>
                <a:ea typeface="Bangers"/>
                <a:cs typeface="Bangers"/>
                <a:sym typeface="Bangers"/>
              </a:defRPr>
            </a:lvl2pPr>
            <a:lvl3pPr indent="-381000" lvl="2" marL="1371600" rtl="0" algn="ctr">
              <a:spcBef>
                <a:spcPts val="0"/>
              </a:spcBef>
              <a:spcAft>
                <a:spcPts val="0"/>
              </a:spcAft>
              <a:buClr>
                <a:srgbClr val="000000"/>
              </a:buClr>
              <a:buSzPts val="2400"/>
              <a:buFont typeface="Bangers"/>
              <a:buChar char="×"/>
              <a:defRPr>
                <a:solidFill>
                  <a:srgbClr val="000000"/>
                </a:solidFill>
                <a:latin typeface="Bangers"/>
                <a:ea typeface="Bangers"/>
                <a:cs typeface="Bangers"/>
                <a:sym typeface="Bangers"/>
              </a:defRPr>
            </a:lvl3pPr>
            <a:lvl4pPr indent="-381000" lvl="3" marL="18288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4pPr>
            <a:lvl5pPr indent="-381000" lvl="4" marL="22860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5pPr>
            <a:lvl6pPr indent="-381000" lvl="5" marL="27432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6pPr>
            <a:lvl7pPr indent="-381000" lvl="6" marL="32004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7pPr>
            <a:lvl8pPr indent="-381000" lvl="7" marL="36576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8pPr>
            <a:lvl9pPr indent="-381000" lvl="8" marL="41148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22" name="Shape 122"/>
        <p:cNvGrpSpPr/>
        <p:nvPr/>
      </p:nvGrpSpPr>
      <p:grpSpPr>
        <a:xfrm>
          <a:off x="0" y="0"/>
          <a:ext cx="0" cy="0"/>
          <a:chOff x="0" y="0"/>
          <a:chExt cx="0" cy="0"/>
        </a:xfrm>
      </p:grpSpPr>
      <p:pic>
        <p:nvPicPr>
          <p:cNvPr descr="comic-01.png" id="123" name="Google Shape;123;p30"/>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24" name="Google Shape;124;p30"/>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25" name="Google Shape;125;p30"/>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26" name="Google Shape;126;p30"/>
          <p:cNvSpPr txBox="1"/>
          <p:nvPr>
            <p:ph type="title"/>
          </p:nvPr>
        </p:nvSpPr>
        <p:spPr>
          <a:xfrm rot="161729">
            <a:off x="976261" y="876906"/>
            <a:ext cx="7029878" cy="760139"/>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7" name="Google Shape;127;p30"/>
          <p:cNvSpPr txBox="1"/>
          <p:nvPr>
            <p:ph idx="1" type="body"/>
          </p:nvPr>
        </p:nvSpPr>
        <p:spPr>
          <a:xfrm>
            <a:off x="1052050" y="1545942"/>
            <a:ext cx="7710900" cy="3303600"/>
          </a:xfrm>
          <a:prstGeom prst="rect">
            <a:avLst/>
          </a:prstGeom>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28" name="Shape 128"/>
        <p:cNvGrpSpPr/>
        <p:nvPr/>
      </p:nvGrpSpPr>
      <p:grpSpPr>
        <a:xfrm>
          <a:off x="0" y="0"/>
          <a:ext cx="0" cy="0"/>
          <a:chOff x="0" y="0"/>
          <a:chExt cx="0" cy="0"/>
        </a:xfrm>
      </p:grpSpPr>
      <p:pic>
        <p:nvPicPr>
          <p:cNvPr descr="comic-01.png" id="129" name="Google Shape;129;p31"/>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30" name="Google Shape;130;p31"/>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31" name="Google Shape;131;p31"/>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32" name="Google Shape;132;p31"/>
          <p:cNvSpPr txBox="1"/>
          <p:nvPr>
            <p:ph type="title"/>
          </p:nvPr>
        </p:nvSpPr>
        <p:spPr>
          <a:xfrm rot="161729">
            <a:off x="976261" y="876906"/>
            <a:ext cx="7029878" cy="760139"/>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3" name="Google Shape;133;p31"/>
          <p:cNvSpPr txBox="1"/>
          <p:nvPr>
            <p:ph idx="1" type="body"/>
          </p:nvPr>
        </p:nvSpPr>
        <p:spPr>
          <a:xfrm>
            <a:off x="1073625" y="1550125"/>
            <a:ext cx="3396300" cy="2666100"/>
          </a:xfrm>
          <a:prstGeom prst="rect">
            <a:avLst/>
          </a:prstGeom>
        </p:spPr>
        <p:txBody>
          <a:bodyPr anchorCtr="0" anchor="t" bIns="91425" lIns="91425" spcFirstLastPara="1" rIns="91425" wrap="square" tIns="91425">
            <a:noAutofit/>
          </a:bodyPr>
          <a:lstStyle>
            <a:lvl1pPr indent="-368300" lvl="0" marL="457200" rtl="0">
              <a:spcBef>
                <a:spcPts val="600"/>
              </a:spcBef>
              <a:spcAft>
                <a:spcPts val="0"/>
              </a:spcAft>
              <a:buSzPts val="2200"/>
              <a:buChar char="×"/>
              <a:defRPr sz="2200"/>
            </a:lvl1pPr>
            <a:lvl2pPr indent="-368300" lvl="1" marL="914400" rtl="0">
              <a:spcBef>
                <a:spcPts val="0"/>
              </a:spcBef>
              <a:spcAft>
                <a:spcPts val="0"/>
              </a:spcAft>
              <a:buSzPts val="2200"/>
              <a:buChar char="×"/>
              <a:defRPr sz="2200"/>
            </a:lvl2pPr>
            <a:lvl3pPr indent="-368300" lvl="2" marL="1371600" rtl="0">
              <a:spcBef>
                <a:spcPts val="0"/>
              </a:spcBef>
              <a:spcAft>
                <a:spcPts val="0"/>
              </a:spcAft>
              <a:buSzPts val="2200"/>
              <a:buChar char="×"/>
              <a:defRPr sz="2200"/>
            </a:lvl3pPr>
            <a:lvl4pPr indent="-368300" lvl="3" marL="1828800" rtl="0">
              <a:spcBef>
                <a:spcPts val="0"/>
              </a:spcBef>
              <a:spcAft>
                <a:spcPts val="0"/>
              </a:spcAft>
              <a:buSzPts val="2200"/>
              <a:buChar char="×"/>
              <a:defRPr sz="2200"/>
            </a:lvl4pPr>
            <a:lvl5pPr indent="-368300" lvl="4" marL="2286000" rtl="0">
              <a:spcBef>
                <a:spcPts val="0"/>
              </a:spcBef>
              <a:spcAft>
                <a:spcPts val="0"/>
              </a:spcAft>
              <a:buSzPts val="2200"/>
              <a:buChar char="×"/>
              <a:defRPr sz="2200"/>
            </a:lvl5pPr>
            <a:lvl6pPr indent="-368300" lvl="5" marL="2743200" rtl="0">
              <a:spcBef>
                <a:spcPts val="0"/>
              </a:spcBef>
              <a:spcAft>
                <a:spcPts val="0"/>
              </a:spcAft>
              <a:buSzPts val="2200"/>
              <a:buChar char="×"/>
              <a:defRPr sz="2200"/>
            </a:lvl6pPr>
            <a:lvl7pPr indent="-368300" lvl="6" marL="3200400" rtl="0">
              <a:spcBef>
                <a:spcPts val="0"/>
              </a:spcBef>
              <a:spcAft>
                <a:spcPts val="0"/>
              </a:spcAft>
              <a:buSzPts val="2200"/>
              <a:buChar char="×"/>
              <a:defRPr sz="2200"/>
            </a:lvl7pPr>
            <a:lvl8pPr indent="-368300" lvl="7" marL="3657600" rtl="0">
              <a:spcBef>
                <a:spcPts val="0"/>
              </a:spcBef>
              <a:spcAft>
                <a:spcPts val="0"/>
              </a:spcAft>
              <a:buSzPts val="2200"/>
              <a:buChar char="×"/>
              <a:defRPr sz="2200"/>
            </a:lvl8pPr>
            <a:lvl9pPr indent="-368300" lvl="8" marL="4114800" rtl="0">
              <a:spcBef>
                <a:spcPts val="0"/>
              </a:spcBef>
              <a:spcAft>
                <a:spcPts val="0"/>
              </a:spcAft>
              <a:buSzPts val="2200"/>
              <a:buChar char="×"/>
              <a:defRPr sz="2200"/>
            </a:lvl9pPr>
          </a:lstStyle>
          <a:p/>
        </p:txBody>
      </p:sp>
      <p:sp>
        <p:nvSpPr>
          <p:cNvPr id="134" name="Google Shape;134;p31"/>
          <p:cNvSpPr txBox="1"/>
          <p:nvPr>
            <p:ph idx="2" type="body"/>
          </p:nvPr>
        </p:nvSpPr>
        <p:spPr>
          <a:xfrm>
            <a:off x="4674251" y="1550125"/>
            <a:ext cx="3396300" cy="2666100"/>
          </a:xfrm>
          <a:prstGeom prst="rect">
            <a:avLst/>
          </a:prstGeom>
        </p:spPr>
        <p:txBody>
          <a:bodyPr anchorCtr="0" anchor="t" bIns="91425" lIns="91425" spcFirstLastPara="1" rIns="91425" wrap="square" tIns="91425">
            <a:noAutofit/>
          </a:bodyPr>
          <a:lstStyle>
            <a:lvl1pPr indent="-368300" lvl="0" marL="457200" rtl="0">
              <a:spcBef>
                <a:spcPts val="600"/>
              </a:spcBef>
              <a:spcAft>
                <a:spcPts val="0"/>
              </a:spcAft>
              <a:buSzPts val="2200"/>
              <a:buChar char="×"/>
              <a:defRPr sz="2200"/>
            </a:lvl1pPr>
            <a:lvl2pPr indent="-368300" lvl="1" marL="914400" rtl="0">
              <a:spcBef>
                <a:spcPts val="0"/>
              </a:spcBef>
              <a:spcAft>
                <a:spcPts val="0"/>
              </a:spcAft>
              <a:buSzPts val="2200"/>
              <a:buChar char="×"/>
              <a:defRPr sz="2200"/>
            </a:lvl2pPr>
            <a:lvl3pPr indent="-368300" lvl="2" marL="1371600" rtl="0">
              <a:spcBef>
                <a:spcPts val="0"/>
              </a:spcBef>
              <a:spcAft>
                <a:spcPts val="0"/>
              </a:spcAft>
              <a:buSzPts val="2200"/>
              <a:buChar char="×"/>
              <a:defRPr sz="2200"/>
            </a:lvl3pPr>
            <a:lvl4pPr indent="-368300" lvl="3" marL="1828800" rtl="0">
              <a:spcBef>
                <a:spcPts val="0"/>
              </a:spcBef>
              <a:spcAft>
                <a:spcPts val="0"/>
              </a:spcAft>
              <a:buSzPts val="2200"/>
              <a:buChar char="×"/>
              <a:defRPr sz="2200"/>
            </a:lvl4pPr>
            <a:lvl5pPr indent="-368300" lvl="4" marL="2286000" rtl="0">
              <a:spcBef>
                <a:spcPts val="0"/>
              </a:spcBef>
              <a:spcAft>
                <a:spcPts val="0"/>
              </a:spcAft>
              <a:buSzPts val="2200"/>
              <a:buChar char="×"/>
              <a:defRPr sz="2200"/>
            </a:lvl5pPr>
            <a:lvl6pPr indent="-368300" lvl="5" marL="2743200" rtl="0">
              <a:spcBef>
                <a:spcPts val="0"/>
              </a:spcBef>
              <a:spcAft>
                <a:spcPts val="0"/>
              </a:spcAft>
              <a:buSzPts val="2200"/>
              <a:buChar char="×"/>
              <a:defRPr sz="2200"/>
            </a:lvl6pPr>
            <a:lvl7pPr indent="-368300" lvl="6" marL="3200400" rtl="0">
              <a:spcBef>
                <a:spcPts val="0"/>
              </a:spcBef>
              <a:spcAft>
                <a:spcPts val="0"/>
              </a:spcAft>
              <a:buSzPts val="2200"/>
              <a:buChar char="×"/>
              <a:defRPr sz="2200"/>
            </a:lvl7pPr>
            <a:lvl8pPr indent="-368300" lvl="7" marL="3657600" rtl="0">
              <a:spcBef>
                <a:spcPts val="0"/>
              </a:spcBef>
              <a:spcAft>
                <a:spcPts val="0"/>
              </a:spcAft>
              <a:buSzPts val="2200"/>
              <a:buChar char="×"/>
              <a:defRPr sz="2200"/>
            </a:lvl8pPr>
            <a:lvl9pPr indent="-368300" lvl="8" marL="4114800" rtl="0">
              <a:spcBef>
                <a:spcPts val="0"/>
              </a:spcBef>
              <a:spcAft>
                <a:spcPts val="0"/>
              </a:spcAft>
              <a:buSzPts val="2200"/>
              <a:buChar char="×"/>
              <a:defRPr sz="2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35" name="Shape 135"/>
        <p:cNvGrpSpPr/>
        <p:nvPr/>
      </p:nvGrpSpPr>
      <p:grpSpPr>
        <a:xfrm>
          <a:off x="0" y="0"/>
          <a:ext cx="0" cy="0"/>
          <a:chOff x="0" y="0"/>
          <a:chExt cx="0" cy="0"/>
        </a:xfrm>
      </p:grpSpPr>
      <p:pic>
        <p:nvPicPr>
          <p:cNvPr descr="comic-01.png" id="136" name="Google Shape;136;p32"/>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37" name="Google Shape;137;p32"/>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38" name="Google Shape;138;p32"/>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39" name="Google Shape;139;p32"/>
          <p:cNvSpPr txBox="1"/>
          <p:nvPr>
            <p:ph type="title"/>
          </p:nvPr>
        </p:nvSpPr>
        <p:spPr>
          <a:xfrm rot="161729">
            <a:off x="976261" y="876906"/>
            <a:ext cx="7029878" cy="760139"/>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0" name="Google Shape;140;p32"/>
          <p:cNvSpPr txBox="1"/>
          <p:nvPr>
            <p:ph idx="1" type="body"/>
          </p:nvPr>
        </p:nvSpPr>
        <p:spPr>
          <a:xfrm>
            <a:off x="902950" y="1556175"/>
            <a:ext cx="2295300" cy="282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41" name="Google Shape;141;p32"/>
          <p:cNvSpPr txBox="1"/>
          <p:nvPr>
            <p:ph idx="2" type="body"/>
          </p:nvPr>
        </p:nvSpPr>
        <p:spPr>
          <a:xfrm>
            <a:off x="3315993" y="1556175"/>
            <a:ext cx="2295300" cy="282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42" name="Google Shape;142;p32"/>
          <p:cNvSpPr txBox="1"/>
          <p:nvPr>
            <p:ph idx="3" type="body"/>
          </p:nvPr>
        </p:nvSpPr>
        <p:spPr>
          <a:xfrm>
            <a:off x="5729035" y="1556175"/>
            <a:ext cx="2295300" cy="282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3" name="Shape 143"/>
        <p:cNvGrpSpPr/>
        <p:nvPr/>
      </p:nvGrpSpPr>
      <p:grpSpPr>
        <a:xfrm>
          <a:off x="0" y="0"/>
          <a:ext cx="0" cy="0"/>
          <a:chOff x="0" y="0"/>
          <a:chExt cx="0" cy="0"/>
        </a:xfrm>
      </p:grpSpPr>
      <p:pic>
        <p:nvPicPr>
          <p:cNvPr descr="comic-01.png" id="144" name="Google Shape;144;p33"/>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45" name="Google Shape;145;p33"/>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46" name="Google Shape;146;p33"/>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47" name="Google Shape;147;p33"/>
          <p:cNvSpPr txBox="1"/>
          <p:nvPr>
            <p:ph type="title"/>
          </p:nvPr>
        </p:nvSpPr>
        <p:spPr>
          <a:xfrm rot="161729">
            <a:off x="976261" y="876906"/>
            <a:ext cx="7029878" cy="760139"/>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8" name="Shape 148"/>
        <p:cNvGrpSpPr/>
        <p:nvPr/>
      </p:nvGrpSpPr>
      <p:grpSpPr>
        <a:xfrm>
          <a:off x="0" y="0"/>
          <a:ext cx="0" cy="0"/>
          <a:chOff x="0" y="0"/>
          <a:chExt cx="0" cy="0"/>
        </a:xfrm>
      </p:grpSpPr>
      <p:pic>
        <p:nvPicPr>
          <p:cNvPr descr="comic-01.png" id="149" name="Google Shape;149;p34"/>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50" name="Google Shape;150;p34"/>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51" name="Google Shape;151;p34"/>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52" name="Google Shape;152;p34"/>
          <p:cNvSpPr txBox="1"/>
          <p:nvPr>
            <p:ph idx="1" type="body"/>
          </p:nvPr>
        </p:nvSpPr>
        <p:spPr>
          <a:xfrm rot="-120953">
            <a:off x="457216" y="4025232"/>
            <a:ext cx="8229893" cy="519622"/>
          </a:xfrm>
          <a:prstGeom prst="rect">
            <a:avLst/>
          </a:prstGeom>
        </p:spPr>
        <p:txBody>
          <a:bodyPr anchorCtr="0" anchor="t" bIns="91425" lIns="91425" spcFirstLastPara="1" rIns="91425" wrap="square" tIns="91425">
            <a:noAutofit/>
          </a:bodyPr>
          <a:lstStyle>
            <a:lvl1pPr indent="-228600" lvl="0" marL="457200" rtl="0" algn="ctr">
              <a:spcBef>
                <a:spcPts val="360"/>
              </a:spcBef>
              <a:spcAft>
                <a:spcPts val="0"/>
              </a:spcAft>
              <a:buSzPts val="1400"/>
              <a:buNone/>
              <a:defRPr sz="1400"/>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3" name="Shape 153"/>
        <p:cNvGrpSpPr/>
        <p:nvPr/>
      </p:nvGrpSpPr>
      <p:grpSpPr>
        <a:xfrm>
          <a:off x="0" y="0"/>
          <a:ext cx="0" cy="0"/>
          <a:chOff x="0" y="0"/>
          <a:chExt cx="0" cy="0"/>
        </a:xfrm>
      </p:grpSpPr>
      <p:pic>
        <p:nvPicPr>
          <p:cNvPr descr="comic-03.png" id="154" name="Google Shape;154;p35"/>
          <p:cNvPicPr preferRelativeResize="0"/>
          <p:nvPr/>
        </p:nvPicPr>
        <p:blipFill>
          <a:blip r:embed="rId2">
            <a:alphaModFix amt="10000"/>
          </a:blip>
          <a:stretch>
            <a:fillRect/>
          </a:stretch>
        </p:blipFill>
        <p:spPr>
          <a:xfrm>
            <a:off x="0" y="0"/>
            <a:ext cx="6858000" cy="385762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155" name="Shape 155"/>
        <p:cNvGrpSpPr/>
        <p:nvPr/>
      </p:nvGrpSpPr>
      <p:grpSpPr>
        <a:xfrm>
          <a:off x="0" y="0"/>
          <a:ext cx="0" cy="0"/>
          <a:chOff x="0" y="0"/>
          <a:chExt cx="0" cy="0"/>
        </a:xfrm>
      </p:grpSpPr>
      <p:sp>
        <p:nvSpPr>
          <p:cNvPr id="156" name="Google Shape;156;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7" name="Google Shape;157;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8" name="Google Shape;15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159" name="Shape 159"/>
        <p:cNvGrpSpPr/>
        <p:nvPr/>
      </p:nvGrpSpPr>
      <p:grpSpPr>
        <a:xfrm>
          <a:off x="0" y="0"/>
          <a:ext cx="0" cy="0"/>
          <a:chOff x="0" y="0"/>
          <a:chExt cx="0" cy="0"/>
        </a:xfrm>
      </p:grpSpPr>
      <p:sp>
        <p:nvSpPr>
          <p:cNvPr id="160" name="Google Shape;160;p3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61" name="Google Shape;161;p3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2" name="Google Shape;162;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4.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52" name="Google Shape;52;p13"/>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rtl="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Source Code Pro"/>
                <a:ea typeface="Source Code Pro"/>
                <a:cs typeface="Source Code Pro"/>
                <a:sym typeface="Source Code Pro"/>
              </a:defRPr>
            </a:lvl1pPr>
            <a:lvl2pPr lvl="1" rtl="0" algn="r">
              <a:buNone/>
              <a:defRPr sz="1000">
                <a:solidFill>
                  <a:schemeClr val="accent1"/>
                </a:solidFill>
                <a:latin typeface="Source Code Pro"/>
                <a:ea typeface="Source Code Pro"/>
                <a:cs typeface="Source Code Pro"/>
                <a:sym typeface="Source Code Pro"/>
              </a:defRPr>
            </a:lvl2pPr>
            <a:lvl3pPr lvl="2" rtl="0" algn="r">
              <a:buNone/>
              <a:defRPr sz="1000">
                <a:solidFill>
                  <a:schemeClr val="accent1"/>
                </a:solidFill>
                <a:latin typeface="Source Code Pro"/>
                <a:ea typeface="Source Code Pro"/>
                <a:cs typeface="Source Code Pro"/>
                <a:sym typeface="Source Code Pro"/>
              </a:defRPr>
            </a:lvl3pPr>
            <a:lvl4pPr lvl="3" rtl="0" algn="r">
              <a:buNone/>
              <a:defRPr sz="1000">
                <a:solidFill>
                  <a:schemeClr val="accent1"/>
                </a:solidFill>
                <a:latin typeface="Source Code Pro"/>
                <a:ea typeface="Source Code Pro"/>
                <a:cs typeface="Source Code Pro"/>
                <a:sym typeface="Source Code Pro"/>
              </a:defRPr>
            </a:lvl4pPr>
            <a:lvl5pPr lvl="4" rtl="0" algn="r">
              <a:buNone/>
              <a:defRPr sz="1000">
                <a:solidFill>
                  <a:schemeClr val="accent1"/>
                </a:solidFill>
                <a:latin typeface="Source Code Pro"/>
                <a:ea typeface="Source Code Pro"/>
                <a:cs typeface="Source Code Pro"/>
                <a:sym typeface="Source Code Pro"/>
              </a:defRPr>
            </a:lvl5pPr>
            <a:lvl6pPr lvl="5" rtl="0" algn="r">
              <a:buNone/>
              <a:defRPr sz="1000">
                <a:solidFill>
                  <a:schemeClr val="accent1"/>
                </a:solidFill>
                <a:latin typeface="Source Code Pro"/>
                <a:ea typeface="Source Code Pro"/>
                <a:cs typeface="Source Code Pro"/>
                <a:sym typeface="Source Code Pro"/>
              </a:defRPr>
            </a:lvl6pPr>
            <a:lvl7pPr lvl="6" rtl="0" algn="r">
              <a:buNone/>
              <a:defRPr sz="1000">
                <a:solidFill>
                  <a:schemeClr val="accent1"/>
                </a:solidFill>
                <a:latin typeface="Source Code Pro"/>
                <a:ea typeface="Source Code Pro"/>
                <a:cs typeface="Source Code Pro"/>
                <a:sym typeface="Source Code Pro"/>
              </a:defRPr>
            </a:lvl7pPr>
            <a:lvl8pPr lvl="7" rtl="0" algn="r">
              <a:buNone/>
              <a:defRPr sz="1000">
                <a:solidFill>
                  <a:schemeClr val="accent1"/>
                </a:solidFill>
                <a:latin typeface="Source Code Pro"/>
                <a:ea typeface="Source Code Pro"/>
                <a:cs typeface="Source Code Pro"/>
                <a:sym typeface="Source Code Pro"/>
              </a:defRPr>
            </a:lvl8pPr>
            <a:lvl9pPr lvl="8" rtl="0"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00A7EB"/>
        </a:solidFill>
      </p:bgPr>
    </p:bg>
    <p:spTree>
      <p:nvGrpSpPr>
        <p:cNvPr id="103" name="Shape 103"/>
        <p:cNvGrpSpPr/>
        <p:nvPr/>
      </p:nvGrpSpPr>
      <p:grpSpPr>
        <a:xfrm>
          <a:off x="0" y="0"/>
          <a:ext cx="0" cy="0"/>
          <a:chOff x="0" y="0"/>
          <a:chExt cx="0" cy="0"/>
        </a:xfrm>
      </p:grpSpPr>
      <p:sp>
        <p:nvSpPr>
          <p:cNvPr id="104" name="Google Shape;104;p26"/>
          <p:cNvSpPr txBox="1"/>
          <p:nvPr>
            <p:ph type="title"/>
          </p:nvPr>
        </p:nvSpPr>
        <p:spPr>
          <a:xfrm rot="161729">
            <a:off x="976261" y="876906"/>
            <a:ext cx="7029878" cy="760139"/>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1pPr>
            <a:lvl2pPr lvl="1"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2pPr>
            <a:lvl3pPr lvl="2"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3pPr>
            <a:lvl4pPr lvl="3"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4pPr>
            <a:lvl5pPr lvl="4"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5pPr>
            <a:lvl6pPr lvl="5"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6pPr>
            <a:lvl7pPr lvl="6"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7pPr>
            <a:lvl8pPr lvl="7"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8pPr>
            <a:lvl9pPr lvl="8"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9pPr>
          </a:lstStyle>
          <a:p/>
        </p:txBody>
      </p:sp>
      <p:sp>
        <p:nvSpPr>
          <p:cNvPr id="105" name="Google Shape;105;p26"/>
          <p:cNvSpPr txBox="1"/>
          <p:nvPr>
            <p:ph idx="1" type="body"/>
          </p:nvPr>
        </p:nvSpPr>
        <p:spPr>
          <a:xfrm>
            <a:off x="1052050" y="1545942"/>
            <a:ext cx="7710900" cy="33036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Clr>
                <a:schemeClr val="dk1"/>
              </a:buClr>
              <a:buSzPts val="3000"/>
              <a:buFont typeface="Sniglet"/>
              <a:buChar char="×"/>
              <a:defRPr sz="3000">
                <a:solidFill>
                  <a:schemeClr val="dk1"/>
                </a:solidFill>
                <a:latin typeface="Sniglet"/>
                <a:ea typeface="Sniglet"/>
                <a:cs typeface="Sniglet"/>
                <a:sym typeface="Sniglet"/>
              </a:defRPr>
            </a:lvl1pPr>
            <a:lvl2pPr indent="-381000" lvl="1" marL="914400" rtl="0">
              <a:spcBef>
                <a:spcPts val="0"/>
              </a:spcBef>
              <a:spcAft>
                <a:spcPts val="0"/>
              </a:spcAft>
              <a:buClr>
                <a:schemeClr val="dk1"/>
              </a:buClr>
              <a:buSzPts val="2400"/>
              <a:buFont typeface="Sniglet"/>
              <a:buChar char="×"/>
              <a:defRPr sz="2400">
                <a:solidFill>
                  <a:schemeClr val="dk1"/>
                </a:solidFill>
                <a:latin typeface="Sniglet"/>
                <a:ea typeface="Sniglet"/>
                <a:cs typeface="Sniglet"/>
                <a:sym typeface="Sniglet"/>
              </a:defRPr>
            </a:lvl2pPr>
            <a:lvl3pPr indent="-381000" lvl="2" marL="1371600" rtl="0">
              <a:spcBef>
                <a:spcPts val="0"/>
              </a:spcBef>
              <a:spcAft>
                <a:spcPts val="0"/>
              </a:spcAft>
              <a:buClr>
                <a:schemeClr val="dk1"/>
              </a:buClr>
              <a:buSzPts val="2400"/>
              <a:buFont typeface="Sniglet"/>
              <a:buChar char="×"/>
              <a:defRPr sz="2400">
                <a:solidFill>
                  <a:schemeClr val="dk1"/>
                </a:solidFill>
                <a:latin typeface="Sniglet"/>
                <a:ea typeface="Sniglet"/>
                <a:cs typeface="Sniglet"/>
                <a:sym typeface="Sniglet"/>
              </a:defRPr>
            </a:lvl3pPr>
            <a:lvl4pPr indent="-342900" lvl="3" marL="18288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4pPr>
            <a:lvl5pPr indent="-342900" lvl="4" marL="22860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5pPr>
            <a:lvl6pPr indent="-342900" lvl="5" marL="27432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6pPr>
            <a:lvl7pPr indent="-342900" lvl="6" marL="32004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7pPr>
            <a:lvl8pPr indent="-342900" lvl="7" marL="36576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8pPr>
            <a:lvl9pPr indent="-342900" lvl="8" marL="41148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9pPr>
          </a:lstStyle>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 Id="rId3" Type="http://schemas.openxmlformats.org/officeDocument/2006/relationships/hyperlink" Target="https://literarydevices.n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 Id="rId3" Type="http://schemas.openxmlformats.org/officeDocument/2006/relationships/hyperlink" Target="https://literarydevices.ne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hyperlink" Target="https://literarydevices.n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hyperlink" Target="https://literarydevices.ne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hyperlink" Target="https://literarydevices.ne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hyperlink" Target="https://literarydevices.ne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hyperlink" Target="https://literarydevices.n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hyperlink" Target="https://literarydevices.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hyperlink" Target="https://literarydevices.ne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hyperlink" Target="https://literarydevices.ne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 Id="rId3" Type="http://schemas.openxmlformats.org/officeDocument/2006/relationships/hyperlink" Target="https://literarydevices.ne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hyperlink" Target="https://literarydevices.ne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hyperlink" Target="https://literarydevices.ne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hyperlink" Target="https://literarydevices.ne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hyperlink" Target="https://literarydevices.ne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 Id="rId3" Type="http://schemas.openxmlformats.org/officeDocument/2006/relationships/hyperlink" Target="https://literarydevices.ne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38"/>
          <p:cNvPicPr preferRelativeResize="0"/>
          <p:nvPr/>
        </p:nvPicPr>
        <p:blipFill rotWithShape="1">
          <a:blip r:embed="rId3">
            <a:alphaModFix/>
          </a:blip>
          <a:srcRect b="0" l="0" r="9861" t="0"/>
          <a:stretch/>
        </p:blipFill>
        <p:spPr>
          <a:xfrm>
            <a:off x="49300" y="49300"/>
            <a:ext cx="9094699" cy="5044900"/>
          </a:xfrm>
          <a:prstGeom prst="rect">
            <a:avLst/>
          </a:prstGeom>
          <a:noFill/>
          <a:ln>
            <a:noFill/>
          </a:ln>
        </p:spPr>
      </p:pic>
      <p:sp>
        <p:nvSpPr>
          <p:cNvPr id="168" name="Google Shape;168;p38"/>
          <p:cNvSpPr txBox="1"/>
          <p:nvPr/>
        </p:nvSpPr>
        <p:spPr>
          <a:xfrm rot="229515">
            <a:off x="1140872" y="959286"/>
            <a:ext cx="4807109" cy="1266728"/>
          </a:xfrm>
          <a:prstGeom prst="rect">
            <a:avLst/>
          </a:prstGeom>
          <a:solidFill>
            <a:srgbClr val="FFFF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niglet"/>
              <a:ea typeface="Sniglet"/>
              <a:cs typeface="Sniglet"/>
              <a:sym typeface="Sniglet"/>
            </a:endParaRPr>
          </a:p>
        </p:txBody>
      </p:sp>
      <p:sp>
        <p:nvSpPr>
          <p:cNvPr id="169" name="Google Shape;169;p38"/>
          <p:cNvSpPr txBox="1"/>
          <p:nvPr/>
        </p:nvSpPr>
        <p:spPr>
          <a:xfrm>
            <a:off x="1230000" y="1938450"/>
            <a:ext cx="7420800" cy="1266600"/>
          </a:xfrm>
          <a:prstGeom prst="rect">
            <a:avLst/>
          </a:prstGeom>
          <a:solidFill>
            <a:srgbClr val="FFFF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niglet"/>
              <a:ea typeface="Sniglet"/>
              <a:cs typeface="Sniglet"/>
              <a:sym typeface="Sniglet"/>
            </a:endParaRPr>
          </a:p>
        </p:txBody>
      </p:sp>
      <p:sp>
        <p:nvSpPr>
          <p:cNvPr id="170" name="Google Shape;170;p38"/>
          <p:cNvSpPr txBox="1"/>
          <p:nvPr/>
        </p:nvSpPr>
        <p:spPr>
          <a:xfrm>
            <a:off x="933175" y="1199775"/>
            <a:ext cx="7420800" cy="1266600"/>
          </a:xfrm>
          <a:prstGeom prst="rect">
            <a:avLst/>
          </a:prstGeom>
          <a:solidFill>
            <a:srgbClr val="FFFF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niglet"/>
              <a:ea typeface="Sniglet"/>
              <a:cs typeface="Sniglet"/>
              <a:sym typeface="Sniglet"/>
            </a:endParaRPr>
          </a:p>
        </p:txBody>
      </p:sp>
      <p:sp>
        <p:nvSpPr>
          <p:cNvPr id="171" name="Google Shape;171;p38"/>
          <p:cNvSpPr txBox="1"/>
          <p:nvPr/>
        </p:nvSpPr>
        <p:spPr>
          <a:xfrm rot="345492">
            <a:off x="897537" y="1243450"/>
            <a:ext cx="7615828" cy="2212297"/>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300">
                <a:solidFill>
                  <a:srgbClr val="FF00FF"/>
                </a:solidFill>
                <a:latin typeface="Bangers"/>
                <a:ea typeface="Bangers"/>
                <a:cs typeface="Bangers"/>
                <a:sym typeface="Bangers"/>
              </a:rPr>
              <a:t>Poetic Devices</a:t>
            </a:r>
            <a:endParaRPr sz="4300">
              <a:solidFill>
                <a:srgbClr val="FF00FF"/>
              </a:solidFill>
              <a:latin typeface="Bangers"/>
              <a:ea typeface="Bangers"/>
              <a:cs typeface="Bangers"/>
              <a:sym typeface="Bangers"/>
            </a:endParaRPr>
          </a:p>
          <a:p>
            <a:pPr indent="0" lvl="0" marL="0" rtl="0" algn="ctr">
              <a:spcBef>
                <a:spcPts val="0"/>
              </a:spcBef>
              <a:spcAft>
                <a:spcPts val="0"/>
              </a:spcAft>
              <a:buNone/>
            </a:pPr>
            <a:r>
              <a:rPr lang="en" sz="3900">
                <a:solidFill>
                  <a:srgbClr val="FF00FF"/>
                </a:solidFill>
                <a:latin typeface="Bangers"/>
                <a:ea typeface="Bangers"/>
                <a:cs typeface="Bangers"/>
                <a:sym typeface="Bangers"/>
              </a:rPr>
              <a:t>Alliteration, cONSONANCE, AND aSSONANCE</a:t>
            </a:r>
            <a:endParaRPr sz="3900">
              <a:solidFill>
                <a:srgbClr val="FF00FF"/>
              </a:solidFill>
              <a:latin typeface="Bangers"/>
              <a:ea typeface="Bangers"/>
              <a:cs typeface="Bangers"/>
              <a:sym typeface="Bangers"/>
            </a:endParaRPr>
          </a:p>
        </p:txBody>
      </p:sp>
      <p:sp>
        <p:nvSpPr>
          <p:cNvPr id="172" name="Google Shape;172;p38"/>
          <p:cNvSpPr txBox="1"/>
          <p:nvPr/>
        </p:nvSpPr>
        <p:spPr>
          <a:xfrm rot="283773">
            <a:off x="2554930" y="3643218"/>
            <a:ext cx="3056307" cy="616214"/>
          </a:xfrm>
          <a:prstGeom prst="rect">
            <a:avLst/>
          </a:prstGeom>
          <a:noFill/>
          <a:ln>
            <a:noFill/>
          </a:ln>
        </p:spPr>
        <p:txBody>
          <a:bodyPr anchorCtr="0" anchor="t" bIns="91425" lIns="91425" spcFirstLastPara="1" rIns="91425" wrap="square" tIns="91425">
            <a:noAutofit/>
          </a:bodyPr>
          <a:lstStyle/>
          <a:p>
            <a:pPr indent="0" lvl="0" marL="0" rtl="0" algn="ctr">
              <a:spcBef>
                <a:spcPts val="600"/>
              </a:spcBef>
              <a:spcAft>
                <a:spcPts val="0"/>
              </a:spcAft>
              <a:buNone/>
            </a:pPr>
            <a:r>
              <a:rPr lang="en" sz="2800">
                <a:solidFill>
                  <a:srgbClr val="000000"/>
                </a:solidFill>
                <a:latin typeface="Sniglet"/>
                <a:ea typeface="Sniglet"/>
                <a:cs typeface="Sniglet"/>
                <a:sym typeface="Sniglet"/>
              </a:rPr>
              <a:t>Aguirre</a:t>
            </a:r>
            <a:endParaRPr sz="2800">
              <a:solidFill>
                <a:srgbClr val="000000"/>
              </a:solidFill>
              <a:latin typeface="Sniglet"/>
              <a:ea typeface="Sniglet"/>
              <a:cs typeface="Sniglet"/>
              <a:sym typeface="Sniglet"/>
            </a:endParaRPr>
          </a:p>
        </p:txBody>
      </p:sp>
      <p:pic>
        <p:nvPicPr>
          <p:cNvPr id="173" name="Google Shape;173;p38"/>
          <p:cNvPicPr preferRelativeResize="0"/>
          <p:nvPr/>
        </p:nvPicPr>
        <p:blipFill>
          <a:blip r:embed="rId4">
            <a:alphaModFix/>
          </a:blip>
          <a:stretch>
            <a:fillRect/>
          </a:stretch>
        </p:blipFill>
        <p:spPr>
          <a:xfrm>
            <a:off x="49300" y="3915775"/>
            <a:ext cx="1178437" cy="11784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9"/>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Poetic Devices</a:t>
            </a:r>
            <a:endParaRPr/>
          </a:p>
        </p:txBody>
      </p:sp>
      <p:sp>
        <p:nvSpPr>
          <p:cNvPr id="179" name="Google Shape;179;p39"/>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Poems are created out of poetic devices that combine structural, grammatical, rhythmic, metrical, verbal, and visual elements. They create rhythm, enhance a poem's meaning, or intensify a mood or feeling. </a:t>
            </a:r>
            <a:endParaRPr/>
          </a:p>
        </p:txBody>
      </p:sp>
      <p:sp>
        <p:nvSpPr>
          <p:cNvPr id="180" name="Google Shape;180;p39"/>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0"/>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Alliteration</a:t>
            </a:r>
            <a:endParaRPr/>
          </a:p>
        </p:txBody>
      </p:sp>
      <p:sp>
        <p:nvSpPr>
          <p:cNvPr id="186" name="Google Shape;186;p40"/>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a:t>
            </a:r>
            <a:r>
              <a:rPr lang="en"/>
              <a:t>repetition in two or more </a:t>
            </a:r>
            <a:r>
              <a:rPr i="1" lang="en"/>
              <a:t>nearby </a:t>
            </a:r>
            <a:r>
              <a:rPr lang="en"/>
              <a:t>words of </a:t>
            </a:r>
            <a:r>
              <a:rPr i="1" lang="en"/>
              <a:t>initial </a:t>
            </a:r>
            <a:r>
              <a:rPr lang="en"/>
              <a:t>consonant </a:t>
            </a:r>
            <a:r>
              <a:rPr i="1" lang="en"/>
              <a:t>sounds</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i="1" lang="en"/>
              <a:t>“Peter Piper picked a peck of pickled peppers.”</a:t>
            </a:r>
            <a:endParaRPr i="1"/>
          </a:p>
        </p:txBody>
      </p:sp>
      <p:sp>
        <p:nvSpPr>
          <p:cNvPr id="187" name="Google Shape;187;p40"/>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1"/>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Alliteration</a:t>
            </a:r>
            <a:endParaRPr/>
          </a:p>
        </p:txBody>
      </p:sp>
      <p:sp>
        <p:nvSpPr>
          <p:cNvPr id="193" name="Google Shape;193;p41"/>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a:t>
            </a:r>
            <a:r>
              <a:rPr lang="en"/>
              <a:t>etrical patterns create rhythm and melody in a poem. When sounds are similar, they seem soothing to the ears. Poets typically use alliteration to create lines that are melodious, flowery, interesting, and musical.</a:t>
            </a:r>
            <a:endParaRPr/>
          </a:p>
        </p:txBody>
      </p:sp>
      <p:sp>
        <p:nvSpPr>
          <p:cNvPr id="194" name="Google Shape;194;p41"/>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2"/>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Alliteration</a:t>
            </a:r>
            <a:endParaRPr/>
          </a:p>
        </p:txBody>
      </p:sp>
      <p:sp>
        <p:nvSpPr>
          <p:cNvPr id="200" name="Google Shape;200;p42"/>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a:t>
            </a:r>
            <a:r>
              <a:rPr lang="en"/>
              <a:t>lliterative words are also typically linked purposefully and thematically.</a:t>
            </a:r>
            <a:endParaRPr/>
          </a:p>
        </p:txBody>
      </p:sp>
      <p:sp>
        <p:nvSpPr>
          <p:cNvPr id="201" name="Google Shape;201;p42"/>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3"/>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Alliteration</a:t>
            </a:r>
            <a:endParaRPr/>
          </a:p>
        </p:txBody>
      </p:sp>
      <p:sp>
        <p:nvSpPr>
          <p:cNvPr id="207" name="Google Shape;207;p43"/>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700"/>
              <a:t>Questions to ask yourself:</a:t>
            </a:r>
            <a:endParaRPr sz="2700"/>
          </a:p>
          <a:p>
            <a:pPr indent="-400050" lvl="0" marL="457200" rtl="0" algn="l">
              <a:spcBef>
                <a:spcPts val="600"/>
              </a:spcBef>
              <a:spcAft>
                <a:spcPts val="0"/>
              </a:spcAft>
              <a:buSzPts val="2700"/>
              <a:buChar char="×"/>
            </a:pPr>
            <a:r>
              <a:rPr lang="en" sz="2700"/>
              <a:t>Which words are linked with alliteration? How do those words suggest a theme?</a:t>
            </a:r>
            <a:endParaRPr sz="2700"/>
          </a:p>
          <a:p>
            <a:pPr indent="-400050" lvl="0" marL="457200" rtl="0" algn="l">
              <a:spcBef>
                <a:spcPts val="0"/>
              </a:spcBef>
              <a:spcAft>
                <a:spcPts val="0"/>
              </a:spcAft>
              <a:buSzPts val="2700"/>
              <a:buChar char="×"/>
            </a:pPr>
            <a:r>
              <a:rPr lang="en" sz="2700"/>
              <a:t>If there is a shift to or away from the use of alliteration, what does that shift suggest?</a:t>
            </a:r>
            <a:endParaRPr sz="2700"/>
          </a:p>
        </p:txBody>
      </p:sp>
      <p:sp>
        <p:nvSpPr>
          <p:cNvPr id="208" name="Google Shape;208;p43"/>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4"/>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14" name="Google Shape;214;p44"/>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a:t>
            </a:r>
            <a:r>
              <a:rPr lang="en"/>
              <a:t>he repetition of consonant </a:t>
            </a:r>
            <a:r>
              <a:rPr i="1" lang="en"/>
              <a:t>sounds </a:t>
            </a:r>
            <a:r>
              <a:rPr lang="en"/>
              <a:t>in </a:t>
            </a:r>
            <a:r>
              <a:rPr i="1" lang="en"/>
              <a:t>successive </a:t>
            </a:r>
            <a:r>
              <a:rPr lang="en"/>
              <a:t>words (whether these sounds occur at the beginning, middle, or end of words). </a:t>
            </a:r>
            <a:endParaRPr i="1"/>
          </a:p>
        </p:txBody>
      </p:sp>
      <p:sp>
        <p:nvSpPr>
          <p:cNvPr id="215" name="Google Shape;215;p44"/>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5"/>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21" name="Google Shape;221;p45"/>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387350" lvl="0" marL="457200" rtl="0" algn="l">
              <a:spcBef>
                <a:spcPts val="600"/>
              </a:spcBef>
              <a:spcAft>
                <a:spcPts val="0"/>
              </a:spcAft>
              <a:buSzPts val="2500"/>
              <a:buChar char="×"/>
            </a:pPr>
            <a:r>
              <a:rPr lang="en" sz="2500"/>
              <a:t>Consonance is considered a subcategory of alliteration.</a:t>
            </a:r>
            <a:endParaRPr sz="2500"/>
          </a:p>
          <a:p>
            <a:pPr indent="-387350" lvl="0" marL="457200" rtl="0" algn="l">
              <a:spcBef>
                <a:spcPts val="0"/>
              </a:spcBef>
              <a:spcAft>
                <a:spcPts val="0"/>
              </a:spcAft>
              <a:buSzPts val="2500"/>
              <a:buChar char="×"/>
            </a:pPr>
            <a:r>
              <a:rPr lang="en" sz="2500"/>
              <a:t>However, alliteration refers only to the repetition of consonant sounds at the beginning of words, while consonance can occur at </a:t>
            </a:r>
            <a:r>
              <a:rPr lang="en" sz="2500"/>
              <a:t>the beginning</a:t>
            </a:r>
            <a:r>
              <a:rPr lang="en" sz="2500"/>
              <a:t>, middle, or end of words. </a:t>
            </a:r>
            <a:endParaRPr i="1" sz="2500"/>
          </a:p>
        </p:txBody>
      </p:sp>
      <p:sp>
        <p:nvSpPr>
          <p:cNvPr id="222" name="Google Shape;222;p45"/>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6"/>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28" name="Google Shape;228;p46"/>
          <p:cNvSpPr txBox="1"/>
          <p:nvPr>
            <p:ph idx="1" type="body"/>
          </p:nvPr>
        </p:nvSpPr>
        <p:spPr>
          <a:xfrm>
            <a:off x="1052050" y="1545950"/>
            <a:ext cx="71019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 sz="2300"/>
              <a:t>“I have seen them riding seaward on the waves /</a:t>
            </a:r>
            <a:endParaRPr i="1" sz="2300"/>
          </a:p>
          <a:p>
            <a:pPr indent="0" lvl="0" marL="0" rtl="0" algn="l">
              <a:spcBef>
                <a:spcPts val="600"/>
              </a:spcBef>
              <a:spcAft>
                <a:spcPts val="0"/>
              </a:spcAft>
              <a:buNone/>
            </a:pPr>
            <a:r>
              <a:rPr i="1" lang="en" sz="2300"/>
              <a:t>Combing the white hair of the waves blown back /</a:t>
            </a:r>
            <a:endParaRPr i="1" sz="2300"/>
          </a:p>
          <a:p>
            <a:pPr indent="0" lvl="0" marL="0" rtl="0" algn="l">
              <a:spcBef>
                <a:spcPts val="600"/>
              </a:spcBef>
              <a:spcAft>
                <a:spcPts val="0"/>
              </a:spcAft>
              <a:buNone/>
            </a:pPr>
            <a:r>
              <a:rPr i="1" lang="en" sz="2300"/>
              <a:t>When the wind blows the water white and black.”</a:t>
            </a:r>
            <a:endParaRPr i="1" sz="2300"/>
          </a:p>
          <a:p>
            <a:pPr indent="0" lvl="0" marL="457200" rtl="0" algn="l">
              <a:spcBef>
                <a:spcPts val="600"/>
              </a:spcBef>
              <a:spcAft>
                <a:spcPts val="0"/>
              </a:spcAft>
              <a:buNone/>
            </a:pPr>
            <a:r>
              <a:t/>
            </a:r>
            <a:endParaRPr i="1" sz="2500"/>
          </a:p>
        </p:txBody>
      </p:sp>
      <p:sp>
        <p:nvSpPr>
          <p:cNvPr id="229" name="Google Shape;229;p46"/>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7"/>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35" name="Google Shape;235;p47"/>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t>Can serve the same purpose as alliteration</a:t>
            </a:r>
            <a:endParaRPr/>
          </a:p>
          <a:p>
            <a:pPr indent="-419100" lvl="0" marL="457200" rtl="0" algn="l">
              <a:spcBef>
                <a:spcPts val="0"/>
              </a:spcBef>
              <a:spcAft>
                <a:spcPts val="0"/>
              </a:spcAft>
              <a:buSzPts val="3000"/>
              <a:buChar char="×"/>
            </a:pPr>
            <a:r>
              <a:rPr lang="en"/>
              <a:t>Can force the reader to slow down or pause</a:t>
            </a:r>
            <a:endParaRPr/>
          </a:p>
        </p:txBody>
      </p:sp>
      <p:sp>
        <p:nvSpPr>
          <p:cNvPr id="236" name="Google Shape;236;p47"/>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
        <p:nvSpPr>
          <p:cNvPr id="237" name="Google Shape;237;p47"/>
          <p:cNvSpPr txBox="1"/>
          <p:nvPr/>
        </p:nvSpPr>
        <p:spPr>
          <a:xfrm>
            <a:off x="0" y="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8"/>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43" name="Google Shape;243;p48"/>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Questions to ask yourself:</a:t>
            </a:r>
            <a:endParaRPr sz="2000"/>
          </a:p>
          <a:p>
            <a:pPr indent="-355600" lvl="0" marL="457200" rtl="0" algn="l">
              <a:spcBef>
                <a:spcPts val="600"/>
              </a:spcBef>
              <a:spcAft>
                <a:spcPts val="0"/>
              </a:spcAft>
              <a:buSzPts val="2000"/>
              <a:buChar char="×"/>
            </a:pPr>
            <a:r>
              <a:rPr lang="en" sz="2000"/>
              <a:t>Which words are linked with consonance? How do those words suggest a theme?</a:t>
            </a:r>
            <a:endParaRPr sz="2000"/>
          </a:p>
          <a:p>
            <a:pPr indent="-355600" lvl="0" marL="457200" rtl="0" algn="l">
              <a:spcBef>
                <a:spcPts val="0"/>
              </a:spcBef>
              <a:spcAft>
                <a:spcPts val="0"/>
              </a:spcAft>
              <a:buSzPts val="2000"/>
              <a:buChar char="×"/>
            </a:pPr>
            <a:r>
              <a:rPr lang="en" sz="2000"/>
              <a:t>If there is a shift to or away from the use of consonance, what does that shift suggest?</a:t>
            </a:r>
            <a:endParaRPr sz="2000"/>
          </a:p>
          <a:p>
            <a:pPr indent="-355600" lvl="0" marL="457200" rtl="0" algn="l">
              <a:spcBef>
                <a:spcPts val="0"/>
              </a:spcBef>
              <a:spcAft>
                <a:spcPts val="0"/>
              </a:spcAft>
              <a:buSzPts val="2000"/>
              <a:buChar char="×"/>
            </a:pPr>
            <a:r>
              <a:rPr lang="en" sz="2000"/>
              <a:t>Does the use of consonance make the poem flow, or does it force the reader to slow down? If it forces the reader to slow down, what words are emphasized or linked?</a:t>
            </a:r>
            <a:endParaRPr sz="2000"/>
          </a:p>
        </p:txBody>
      </p:sp>
      <p:sp>
        <p:nvSpPr>
          <p:cNvPr id="244" name="Google Shape;244;p48"/>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9"/>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Assonance</a:t>
            </a:r>
            <a:endParaRPr/>
          </a:p>
        </p:txBody>
      </p:sp>
      <p:sp>
        <p:nvSpPr>
          <p:cNvPr id="250" name="Google Shape;250;p49"/>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Assonance refers to the repetition of vowel </a:t>
            </a:r>
            <a:r>
              <a:rPr i="1" lang="en"/>
              <a:t>sounds</a:t>
            </a:r>
            <a:r>
              <a:rPr lang="en"/>
              <a:t>, whether at the beginning, middle, or end, of words in close proximity to each other in a line of text.</a:t>
            </a:r>
            <a:endParaRPr i="1"/>
          </a:p>
        </p:txBody>
      </p:sp>
      <p:sp>
        <p:nvSpPr>
          <p:cNvPr id="251" name="Google Shape;251;p49"/>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50"/>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Assonance</a:t>
            </a:r>
            <a:endParaRPr/>
          </a:p>
        </p:txBody>
      </p:sp>
      <p:sp>
        <p:nvSpPr>
          <p:cNvPr id="257" name="Google Shape;257;p50"/>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 fell asl</a:t>
            </a:r>
            <a:r>
              <a:rPr lang="en" u="sng"/>
              <a:t>ee</a:t>
            </a:r>
            <a:r>
              <a:rPr lang="en"/>
              <a:t>p under the cherry tr</a:t>
            </a:r>
            <a:r>
              <a:rPr lang="en" u="sng"/>
              <a:t>ee</a:t>
            </a:r>
            <a:r>
              <a:rPr lang="en"/>
              <a:t>.”</a:t>
            </a:r>
            <a:endParaRPr/>
          </a:p>
        </p:txBody>
      </p:sp>
      <p:sp>
        <p:nvSpPr>
          <p:cNvPr id="258" name="Google Shape;258;p50"/>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1"/>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Assonance</a:t>
            </a:r>
            <a:endParaRPr/>
          </a:p>
        </p:txBody>
      </p:sp>
      <p:sp>
        <p:nvSpPr>
          <p:cNvPr id="264" name="Google Shape;264;p51"/>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V</a:t>
            </a:r>
            <a:r>
              <a:rPr lang="en"/>
              <a:t>owel sounds, in particular, set the tone and enhance mood. </a:t>
            </a:r>
            <a:endParaRPr/>
          </a:p>
        </p:txBody>
      </p:sp>
      <p:sp>
        <p:nvSpPr>
          <p:cNvPr id="265" name="Google Shape;265;p51"/>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2"/>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Assonance</a:t>
            </a:r>
            <a:endParaRPr/>
          </a:p>
        </p:txBody>
      </p:sp>
      <p:sp>
        <p:nvSpPr>
          <p:cNvPr id="271" name="Google Shape;271;p52"/>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700"/>
              <a:t>Questions to ask yourself:</a:t>
            </a:r>
            <a:endParaRPr sz="2700"/>
          </a:p>
          <a:p>
            <a:pPr indent="-400050" lvl="0" marL="457200" rtl="0" algn="l">
              <a:spcBef>
                <a:spcPts val="600"/>
              </a:spcBef>
              <a:spcAft>
                <a:spcPts val="0"/>
              </a:spcAft>
              <a:buSzPts val="2700"/>
              <a:buChar char="×"/>
            </a:pPr>
            <a:r>
              <a:rPr lang="en" sz="2700"/>
              <a:t>Which words are linked with assonance? How do those words suggest a theme?</a:t>
            </a:r>
            <a:endParaRPr sz="2700"/>
          </a:p>
          <a:p>
            <a:pPr indent="-400050" lvl="0" marL="457200" rtl="0" algn="l">
              <a:spcBef>
                <a:spcPts val="0"/>
              </a:spcBef>
              <a:spcAft>
                <a:spcPts val="0"/>
              </a:spcAft>
              <a:buSzPts val="2700"/>
              <a:buChar char="×"/>
            </a:pPr>
            <a:r>
              <a:rPr lang="en" sz="2700"/>
              <a:t>If there is a shift to or away from the use of assonance, what does that shift suggest?</a:t>
            </a:r>
            <a:endParaRPr sz="2700"/>
          </a:p>
        </p:txBody>
      </p:sp>
      <p:sp>
        <p:nvSpPr>
          <p:cNvPr id="272" name="Google Shape;272;p52"/>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3"/>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Overlap in EFFECT of Poetic Devices</a:t>
            </a:r>
            <a:endParaRPr/>
          </a:p>
        </p:txBody>
      </p:sp>
      <p:sp>
        <p:nvSpPr>
          <p:cNvPr id="278" name="Google Shape;278;p53"/>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Alliteration</a:t>
            </a:r>
            <a:r>
              <a:rPr lang="en"/>
              <a:t>, consonance, and assonance all </a:t>
            </a:r>
            <a:r>
              <a:rPr lang="en"/>
              <a:t>create emphasis, draw attention, and underline significance.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i="1"/>
          </a:p>
        </p:txBody>
      </p:sp>
      <p:sp>
        <p:nvSpPr>
          <p:cNvPr id="279" name="Google Shape;279;p53"/>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4"/>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Question to ask yourself about sounds (in general)</a:t>
            </a:r>
            <a:endParaRPr sz="2800"/>
          </a:p>
        </p:txBody>
      </p:sp>
      <p:sp>
        <p:nvSpPr>
          <p:cNvPr id="285" name="Google Shape;285;p54"/>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Char char="×"/>
            </a:pPr>
            <a:r>
              <a:rPr lang="en" sz="2400"/>
              <a:t>Is the sound sharp or mellow, soft or harsh?</a:t>
            </a:r>
            <a:endParaRPr sz="2400"/>
          </a:p>
          <a:p>
            <a:pPr indent="-381000" lvl="0" marL="457200" rtl="0" algn="l">
              <a:spcBef>
                <a:spcPts val="0"/>
              </a:spcBef>
              <a:spcAft>
                <a:spcPts val="0"/>
              </a:spcAft>
              <a:buSzPts val="2400"/>
              <a:buChar char="×"/>
            </a:pPr>
            <a:r>
              <a:rPr lang="en" sz="2400"/>
              <a:t>What feelings or images do the sounds evoke? </a:t>
            </a:r>
            <a:endParaRPr sz="2400"/>
          </a:p>
          <a:p>
            <a:pPr indent="-381000" lvl="0" marL="457200" rtl="0" algn="l">
              <a:spcBef>
                <a:spcPts val="0"/>
              </a:spcBef>
              <a:spcAft>
                <a:spcPts val="0"/>
              </a:spcAft>
              <a:buSzPts val="2400"/>
              <a:buChar char="×"/>
            </a:pPr>
            <a:r>
              <a:rPr lang="en" sz="2400"/>
              <a:t>Does the sound/poetic device persist throughout the poem, or only in certain lines? Why?</a:t>
            </a:r>
            <a:endParaRPr sz="2400"/>
          </a:p>
          <a:p>
            <a:pPr indent="-381000" lvl="0" marL="457200" rtl="0" algn="l">
              <a:spcBef>
                <a:spcPts val="0"/>
              </a:spcBef>
              <a:spcAft>
                <a:spcPts val="0"/>
              </a:spcAft>
              <a:buSzPts val="2400"/>
              <a:buChar char="×"/>
            </a:pPr>
            <a:r>
              <a:rPr lang="en" sz="2400"/>
              <a:t>Does the sound evoke a sense of time? Of place?</a:t>
            </a:r>
            <a:endParaRPr sz="2400"/>
          </a:p>
        </p:txBody>
      </p:sp>
      <p:sp>
        <p:nvSpPr>
          <p:cNvPr id="286" name="Google Shape;286;p54"/>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55"/>
          <p:cNvPicPr preferRelativeResize="0"/>
          <p:nvPr/>
        </p:nvPicPr>
        <p:blipFill>
          <a:blip r:embed="rId3">
            <a:alphaModFix/>
          </a:blip>
          <a:stretch>
            <a:fillRect/>
          </a:stretch>
        </p:blipFill>
        <p:spPr>
          <a:xfrm>
            <a:off x="856350" y="132350"/>
            <a:ext cx="7318200" cy="4878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Jachim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