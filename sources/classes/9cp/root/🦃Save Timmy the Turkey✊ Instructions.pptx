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7772400" cx="10058400"/>
  <p:notesSz cx="6858000" cy="9144000"/>
  <p:embeddedFontLst>
    <p:embeddedFont>
      <p:font typeface="Ribeye"/>
      <p:regular r:id="rId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448">
          <p15:clr>
            <a:srgbClr val="A4A3A4"/>
          </p15:clr>
        </p15:guide>
        <p15:guide id="2" pos="31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448" orient="horz"/>
        <p:guide pos="316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Ribeye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10545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1210545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42879" y="1125136"/>
            <a:ext cx="9372600" cy="31017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42870" y="4282678"/>
            <a:ext cx="9372600" cy="11976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42870" y="3250173"/>
            <a:ext cx="9372600" cy="12720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42870" y="1741518"/>
            <a:ext cx="9372600" cy="5162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>
              <a:spcBef>
                <a:spcPts val="200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200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200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200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200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200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200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2000"/>
              </a:spcBef>
              <a:spcAft>
                <a:spcPts val="200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42870" y="1741518"/>
            <a:ext cx="4399800" cy="5162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23850" lvl="1" marL="9144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2000"/>
              </a:spcBef>
              <a:spcAft>
                <a:spcPts val="200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315640" y="1741518"/>
            <a:ext cx="4399800" cy="5162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23850" lvl="1" marL="9144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2000"/>
              </a:spcBef>
              <a:spcAft>
                <a:spcPts val="200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42870" y="839573"/>
            <a:ext cx="3088800" cy="11418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42870" y="2099840"/>
            <a:ext cx="3088800" cy="4804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23850" lvl="1" marL="9144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2000"/>
              </a:spcBef>
              <a:spcAft>
                <a:spcPts val="200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39275" y="680227"/>
            <a:ext cx="7004700" cy="6181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029200" y="-189"/>
            <a:ext cx="5029200" cy="777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92050" y="1863464"/>
            <a:ext cx="4449600" cy="22398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92050" y="4235758"/>
            <a:ext cx="4449600" cy="18663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433450" y="1094158"/>
            <a:ext cx="4220700" cy="55836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>
              <a:spcBef>
                <a:spcPts val="200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200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200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200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200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200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200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2000"/>
              </a:spcBef>
              <a:spcAft>
                <a:spcPts val="200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42870" y="6392869"/>
            <a:ext cx="6598800" cy="9144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42870" y="1671478"/>
            <a:ext cx="9372600" cy="29670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42870" y="4763362"/>
            <a:ext cx="9372600" cy="19656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>
            <a:lvl1pPr indent="-368300" lvl="0" marL="4572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 algn="ctr">
              <a:spcBef>
                <a:spcPts val="200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 algn="ctr">
              <a:spcBef>
                <a:spcPts val="200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 algn="ctr">
              <a:spcBef>
                <a:spcPts val="200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 algn="ctr">
              <a:spcBef>
                <a:spcPts val="200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 algn="ctr">
              <a:spcBef>
                <a:spcPts val="200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 algn="ctr">
              <a:spcBef>
                <a:spcPts val="200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 algn="ctr">
              <a:spcBef>
                <a:spcPts val="200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 algn="ctr">
              <a:spcBef>
                <a:spcPts val="2000"/>
              </a:spcBef>
              <a:spcAft>
                <a:spcPts val="200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100" lIns="113100" spcFirstLastPara="1" rIns="113100" wrap="square" tIns="1131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42870" y="1741518"/>
            <a:ext cx="9372600" cy="51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100" lIns="113100" spcFirstLastPara="1" rIns="113100" wrap="square" tIns="11310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  <a:defRPr sz="2200">
                <a:solidFill>
                  <a:schemeClr val="dk2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 algn="r">
              <a:buNone/>
              <a:defRPr sz="1200">
                <a:solidFill>
                  <a:schemeClr val="dk2"/>
                </a:solidFill>
              </a:defRPr>
            </a:lvl1pPr>
            <a:lvl2pPr lvl="1" algn="r">
              <a:buNone/>
              <a:defRPr sz="1200">
                <a:solidFill>
                  <a:schemeClr val="dk2"/>
                </a:solidFill>
              </a:defRPr>
            </a:lvl2pPr>
            <a:lvl3pPr lvl="2" algn="r">
              <a:buNone/>
              <a:defRPr sz="1200">
                <a:solidFill>
                  <a:schemeClr val="dk2"/>
                </a:solidFill>
              </a:defRPr>
            </a:lvl3pPr>
            <a:lvl4pPr lvl="3" algn="r">
              <a:buNone/>
              <a:defRPr sz="1200">
                <a:solidFill>
                  <a:schemeClr val="dk2"/>
                </a:solidFill>
              </a:defRPr>
            </a:lvl4pPr>
            <a:lvl5pPr lvl="4" algn="r">
              <a:buNone/>
              <a:defRPr sz="1200">
                <a:solidFill>
                  <a:schemeClr val="dk2"/>
                </a:solidFill>
              </a:defRPr>
            </a:lvl5pPr>
            <a:lvl6pPr lvl="5" algn="r">
              <a:buNone/>
              <a:defRPr sz="1200">
                <a:solidFill>
                  <a:schemeClr val="dk2"/>
                </a:solidFill>
              </a:defRPr>
            </a:lvl6pPr>
            <a:lvl7pPr lvl="6" algn="r">
              <a:buNone/>
              <a:defRPr sz="1200">
                <a:solidFill>
                  <a:schemeClr val="dk2"/>
                </a:solidFill>
              </a:defRPr>
            </a:lvl7pPr>
            <a:lvl8pPr lvl="7" algn="r">
              <a:buNone/>
              <a:defRPr sz="1200">
                <a:solidFill>
                  <a:schemeClr val="dk2"/>
                </a:solidFill>
              </a:defRPr>
            </a:lvl8pPr>
            <a:lvl9pPr lvl="8" algn="r">
              <a:buNone/>
              <a:defRPr sz="12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5304" y="5081425"/>
            <a:ext cx="2092149" cy="223362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55" name="Google Shape;55;p13"/>
          <p:cNvSpPr txBox="1"/>
          <p:nvPr/>
        </p:nvSpPr>
        <p:spPr>
          <a:xfrm>
            <a:off x="204100" y="209700"/>
            <a:ext cx="6797100" cy="4479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ibeye"/>
                <a:ea typeface="Ribeye"/>
                <a:cs typeface="Ribeye"/>
                <a:sym typeface="Ribeye"/>
              </a:rPr>
              <a:t>Instructions</a:t>
            </a:r>
            <a:endParaRPr>
              <a:latin typeface="Ribeye"/>
              <a:ea typeface="Ribeye"/>
              <a:cs typeface="Ribeye"/>
              <a:sym typeface="Ribeye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204100" y="764075"/>
            <a:ext cx="8628600" cy="60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You may work in groups of two.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The activities that are included in the escape rooms are in VIEW ONLY. Write down your answers on their answer sheet in Google Classroom (or you can MAKE A COPY in the FILE section of the activity). PLEASE DO NOT REQUEST ACCESS.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If the jigsaw puzzle is completed when you arrive on the webpage, just click the three dots, and then restart the puzzle.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You will end up opening multiple tabs. Please do not close them, as this will mess up the timer.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You do not need to submit the Google Form on the webpage.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Once</a:t>
            </a:r>
            <a:r>
              <a:rPr lang="en" sz="1800">
                <a:solidFill>
                  <a:schemeClr val="dk2"/>
                </a:solidFill>
              </a:rPr>
              <a:t> your have completed the 🦃Save Timmy the Turkey✊ Worksheet, submit the assignment in Google Classroom.</a:t>
            </a:r>
            <a:endParaRPr sz="2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