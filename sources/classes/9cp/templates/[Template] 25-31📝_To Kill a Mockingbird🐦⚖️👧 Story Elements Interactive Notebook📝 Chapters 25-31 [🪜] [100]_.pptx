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</p:sldIdLst>
  <p:sldSz cy="10058400" cx="7772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4dcf1d01a3_0_13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4dcf1d01a3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4dcdd3ee25_0_6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4dcdd3ee2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4dcdd3ee25_0_17:notes"/>
          <p:cNvSpPr/>
          <p:nvPr>
            <p:ph idx="2" type="sldImg"/>
          </p:nvPr>
        </p:nvSpPr>
        <p:spPr>
          <a:xfrm>
            <a:off x="2104480" y="685800"/>
            <a:ext cx="2649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4dcdd3ee25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198575" y="1415969"/>
            <a:ext cx="3261300" cy="722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jpg"/><Relationship Id="rId5" Type="http://schemas.openxmlformats.org/officeDocument/2006/relationships/image" Target="../media/image2.jp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379050" y="2694975"/>
            <a:ext cx="3483000" cy="655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25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26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5" name="Google Shape;55;p13"/>
          <p:cNvSpPr txBox="1"/>
          <p:nvPr/>
        </p:nvSpPr>
        <p:spPr>
          <a:xfrm>
            <a:off x="3862050" y="2694975"/>
            <a:ext cx="3607500" cy="65571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27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56" name="Google Shape;56;p13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1045775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3137313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209155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66925" y="0"/>
            <a:ext cx="2362200" cy="842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60787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7026613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408517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66925" y="5130925"/>
            <a:ext cx="2362102" cy="842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523650" y="87363"/>
            <a:ext cx="3302975" cy="330297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4"/>
          <p:cNvSpPr txBox="1"/>
          <p:nvPr/>
        </p:nvSpPr>
        <p:spPr>
          <a:xfrm>
            <a:off x="-5329925" y="-15062"/>
            <a:ext cx="5135400" cy="29640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Drag and drop each option to correctly identify which statements are true or false.</a:t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/>
        </p:nvSpPr>
        <p:spPr>
          <a:xfrm>
            <a:off x="379050" y="3925750"/>
            <a:ext cx="3483000" cy="553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28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29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6" name="Google Shape;76;p15"/>
          <p:cNvSpPr txBox="1"/>
          <p:nvPr/>
        </p:nvSpPr>
        <p:spPr>
          <a:xfrm>
            <a:off x="3862050" y="3925750"/>
            <a:ext cx="3607500" cy="553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Chapter 30</a:t>
            </a:r>
            <a:endParaRPr b="1" sz="2400"/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Chapter 31</a:t>
            </a:r>
            <a:endParaRPr b="1" sz="2400">
              <a:solidFill>
                <a:schemeClr val="dk1"/>
              </a:solidFill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highlight>
                  <a:srgbClr val="FFFF00"/>
                </a:highlight>
              </a:rPr>
              <a:t>Insert text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7" name="Google Shape;77;p15"/>
          <p:cNvSpPr txBox="1"/>
          <p:nvPr/>
        </p:nvSpPr>
        <p:spPr>
          <a:xfrm>
            <a:off x="-5329925" y="4519925"/>
            <a:ext cx="5135400" cy="4732200"/>
          </a:xfrm>
          <a:prstGeom prst="rect">
            <a:avLst/>
          </a:prstGeom>
          <a:solidFill>
            <a:srgbClr val="A64D79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For each chapter, record: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Chapter’s setting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Main events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AutoNum type="arabicPeriod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One of the following: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Character actions, relationships, traits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Internal/external conflicts/challenges, solutions/resolutions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Themes, messages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Questions, predictions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Georgia"/>
              <a:buChar char="●"/>
            </a:pPr>
            <a:r>
              <a:rPr b="1" lang="en"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Mood, tone</a:t>
            </a:r>
            <a:endParaRPr b="1" sz="24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