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9050000" cx="762000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3.png"/><Relationship Id="rId10" Type="http://schemas.openxmlformats.org/officeDocument/2006/relationships/image" Target="../media/image2.png"/><Relationship Id="rId9"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jpg"/><Relationship Id="rId7" Type="http://schemas.openxmlformats.org/officeDocument/2006/relationships/image" Target="../media/image6.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57" name="Google Shape;57;p13"/>
          <p:cNvSpPr txBox="1"/>
          <p:nvPr/>
        </p:nvSpPr>
        <p:spPr>
          <a:xfrm>
            <a:off x="314325" y="619125"/>
            <a:ext cx="7010400" cy="196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800">
                <a:latin typeface="Georgia"/>
                <a:ea typeface="Georgia"/>
                <a:cs typeface="Georgia"/>
                <a:sym typeface="Georgia"/>
              </a:rPr>
              <a:t>Insert text</a:t>
            </a:r>
            <a:endParaRPr sz="4800">
              <a:latin typeface="Georgia"/>
              <a:ea typeface="Georgia"/>
              <a:cs typeface="Georgia"/>
              <a:sym typeface="Georgia"/>
            </a:endParaRPr>
          </a:p>
        </p:txBody>
      </p:sp>
      <p:sp>
        <p:nvSpPr>
          <p:cNvPr id="58" name="Google Shape;58;p13"/>
          <p:cNvSpPr txBox="1"/>
          <p:nvPr/>
        </p:nvSpPr>
        <p:spPr>
          <a:xfrm>
            <a:off x="304800" y="2647950"/>
            <a:ext cx="7010400" cy="9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Georgia"/>
                <a:ea typeface="Georgia"/>
                <a:cs typeface="Georgia"/>
                <a:sym typeface="Georgia"/>
              </a:rPr>
              <a:t>End-of-Term Reflective Infographic</a:t>
            </a:r>
            <a:endParaRPr sz="3000"/>
          </a:p>
        </p:txBody>
      </p:sp>
      <p:sp>
        <p:nvSpPr>
          <p:cNvPr id="59" name="Google Shape;59;p13"/>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Write your name.</a:t>
            </a:r>
            <a:endParaRPr sz="3000"/>
          </a:p>
        </p:txBody>
      </p:sp>
      <p:cxnSp>
        <p:nvCxnSpPr>
          <p:cNvPr id="60" name="Google Shape;60;p13"/>
          <p:cNvCxnSpPr>
            <a:stCxn id="59" idx="1"/>
            <a:endCxn id="57" idx="3"/>
          </p:cNvCxnSpPr>
          <p:nvPr/>
        </p:nvCxnSpPr>
        <p:spPr>
          <a:xfrm rot="10800000">
            <a:off x="7324775" y="1600275"/>
            <a:ext cx="1170600" cy="0"/>
          </a:xfrm>
          <a:prstGeom prst="straightConnector1">
            <a:avLst/>
          </a:prstGeom>
          <a:noFill/>
          <a:ln cap="flat" cmpd="sng" w="28575">
            <a:solidFill>
              <a:srgbClr val="FF00FF"/>
            </a:solidFill>
            <a:prstDash val="solid"/>
            <a:round/>
            <a:headEnd len="med" w="med" type="none"/>
            <a:tailEnd len="med" w="med" type="triangle"/>
          </a:ln>
        </p:spPr>
      </p:cxnSp>
      <p:pic>
        <p:nvPicPr>
          <p:cNvPr id="61" name="Google Shape;61;p13"/>
          <p:cNvPicPr preferRelativeResize="0"/>
          <p:nvPr/>
        </p:nvPicPr>
        <p:blipFill>
          <a:blip r:embed="rId5">
            <a:alphaModFix/>
          </a:blip>
          <a:stretch>
            <a:fillRect/>
          </a:stretch>
        </p:blipFill>
        <p:spPr>
          <a:xfrm>
            <a:off x="371400" y="3697194"/>
            <a:ext cx="3410100" cy="2549705"/>
          </a:xfrm>
          <a:prstGeom prst="rect">
            <a:avLst/>
          </a:prstGeom>
          <a:noFill/>
          <a:ln>
            <a:noFill/>
          </a:ln>
        </p:spPr>
      </p:pic>
      <p:sp>
        <p:nvSpPr>
          <p:cNvPr id="62" name="Google Shape;62;p13"/>
          <p:cNvSpPr txBox="1"/>
          <p:nvPr/>
        </p:nvSpPr>
        <p:spPr>
          <a:xfrm>
            <a:off x="8495375" y="36004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cxnSp>
        <p:nvCxnSpPr>
          <p:cNvPr id="63" name="Google Shape;63;p13"/>
          <p:cNvCxnSpPr>
            <a:stCxn id="62" idx="1"/>
            <a:endCxn id="61" idx="3"/>
          </p:cNvCxnSpPr>
          <p:nvPr/>
        </p:nvCxnSpPr>
        <p:spPr>
          <a:xfrm flipH="1">
            <a:off x="3781475" y="4143450"/>
            <a:ext cx="4713900" cy="828600"/>
          </a:xfrm>
          <a:prstGeom prst="straightConnector1">
            <a:avLst/>
          </a:prstGeom>
          <a:noFill/>
          <a:ln cap="flat" cmpd="sng" w="28575">
            <a:solidFill>
              <a:srgbClr val="FF00FF"/>
            </a:solidFill>
            <a:prstDash val="solid"/>
            <a:round/>
            <a:headEnd len="med" w="med" type="none"/>
            <a:tailEnd len="med" w="med" type="triangle"/>
          </a:ln>
        </p:spPr>
      </p:cxnSp>
      <p:sp>
        <p:nvSpPr>
          <p:cNvPr id="64" name="Google Shape;64;p13"/>
          <p:cNvSpPr txBox="1"/>
          <p:nvPr/>
        </p:nvSpPr>
        <p:spPr>
          <a:xfrm>
            <a:off x="8495375" y="150495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are proud of doing this term?</a:t>
            </a:r>
            <a:endParaRPr sz="3000"/>
          </a:p>
        </p:txBody>
      </p:sp>
      <p:cxnSp>
        <p:nvCxnSpPr>
          <p:cNvPr id="65" name="Google Shape;65;p13"/>
          <p:cNvCxnSpPr>
            <a:stCxn id="64" idx="1"/>
            <a:endCxn id="66" idx="3"/>
          </p:cNvCxnSpPr>
          <p:nvPr/>
        </p:nvCxnSpPr>
        <p:spPr>
          <a:xfrm flipH="1">
            <a:off x="3667175" y="15849600"/>
            <a:ext cx="4828200" cy="876300"/>
          </a:xfrm>
          <a:prstGeom prst="straightConnector1">
            <a:avLst/>
          </a:prstGeom>
          <a:noFill/>
          <a:ln cap="flat" cmpd="sng" w="28575">
            <a:solidFill>
              <a:srgbClr val="FF00FF"/>
            </a:solidFill>
            <a:prstDash val="solid"/>
            <a:round/>
            <a:headEnd len="med" w="med" type="none"/>
            <a:tailEnd len="med" w="med" type="triangle"/>
          </a:ln>
        </p:spPr>
      </p:cxnSp>
      <p:sp>
        <p:nvSpPr>
          <p:cNvPr id="66" name="Google Shape;66;p13"/>
          <p:cNvSpPr txBox="1"/>
          <p:nvPr/>
        </p:nvSpPr>
        <p:spPr>
          <a:xfrm>
            <a:off x="342900" y="15049500"/>
            <a:ext cx="3324300" cy="3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67" name="Google Shape;67;p13"/>
          <p:cNvSpPr txBox="1"/>
          <p:nvPr/>
        </p:nvSpPr>
        <p:spPr>
          <a:xfrm>
            <a:off x="8495400" y="167259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could work on doing better next term?</a:t>
            </a:r>
            <a:endParaRPr sz="3000"/>
          </a:p>
        </p:txBody>
      </p:sp>
      <p:cxnSp>
        <p:nvCxnSpPr>
          <p:cNvPr id="68" name="Google Shape;68;p13"/>
          <p:cNvCxnSpPr>
            <a:stCxn id="67" idx="1"/>
            <a:endCxn id="69" idx="3"/>
          </p:cNvCxnSpPr>
          <p:nvPr/>
        </p:nvCxnSpPr>
        <p:spPr>
          <a:xfrm rot="10800000">
            <a:off x="7315200" y="16725900"/>
            <a:ext cx="1180200" cy="800100"/>
          </a:xfrm>
          <a:prstGeom prst="straightConnector1">
            <a:avLst/>
          </a:prstGeom>
          <a:noFill/>
          <a:ln cap="flat" cmpd="sng" w="28575">
            <a:solidFill>
              <a:srgbClr val="FF00FF"/>
            </a:solidFill>
            <a:prstDash val="solid"/>
            <a:round/>
            <a:headEnd len="med" w="med" type="none"/>
            <a:tailEnd len="med" w="med" type="triangle"/>
          </a:ln>
        </p:spPr>
      </p:cxnSp>
      <p:sp>
        <p:nvSpPr>
          <p:cNvPr id="69" name="Google Shape;69;p13"/>
          <p:cNvSpPr txBox="1"/>
          <p:nvPr/>
        </p:nvSpPr>
        <p:spPr>
          <a:xfrm>
            <a:off x="3667125" y="15049500"/>
            <a:ext cx="3648000" cy="33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0" name="Google Shape;70;p13"/>
          <p:cNvSpPr txBox="1"/>
          <p:nvPr/>
        </p:nvSpPr>
        <p:spPr>
          <a:xfrm>
            <a:off x="2305050" y="422910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71" name="Google Shape;71;p13"/>
          <p:cNvSpPr txBox="1"/>
          <p:nvPr/>
        </p:nvSpPr>
        <p:spPr>
          <a:xfrm>
            <a:off x="3905250" y="3657600"/>
            <a:ext cx="3410100" cy="46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2" name="Google Shape;72;p13"/>
          <p:cNvSpPr txBox="1"/>
          <p:nvPr/>
        </p:nvSpPr>
        <p:spPr>
          <a:xfrm>
            <a:off x="342900" y="6343650"/>
            <a:ext cx="3467100" cy="19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3" name="Google Shape;73;p13"/>
          <p:cNvSpPr txBox="1"/>
          <p:nvPr/>
        </p:nvSpPr>
        <p:spPr>
          <a:xfrm>
            <a:off x="2400300" y="8343900"/>
            <a:ext cx="4924500" cy="303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4" name="Google Shape;74;p13"/>
          <p:cNvSpPr txBox="1"/>
          <p:nvPr/>
        </p:nvSpPr>
        <p:spPr>
          <a:xfrm>
            <a:off x="304800" y="11382300"/>
            <a:ext cx="7010400" cy="366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pic>
        <p:nvPicPr>
          <p:cNvPr id="75" name="Google Shape;75;p13"/>
          <p:cNvPicPr preferRelativeResize="0"/>
          <p:nvPr/>
        </p:nvPicPr>
        <p:blipFill>
          <a:blip r:embed="rId6">
            <a:alphaModFix/>
          </a:blip>
          <a:stretch>
            <a:fillRect/>
          </a:stretch>
        </p:blipFill>
        <p:spPr>
          <a:xfrm>
            <a:off x="342900" y="8948806"/>
            <a:ext cx="1962152" cy="1876469"/>
          </a:xfrm>
          <a:prstGeom prst="rect">
            <a:avLst/>
          </a:prstGeom>
          <a:noFill/>
          <a:ln>
            <a:noFill/>
          </a:ln>
        </p:spPr>
      </p:pic>
      <p:sp>
        <p:nvSpPr>
          <p:cNvPr id="76" name="Google Shape;76;p13"/>
          <p:cNvSpPr txBox="1"/>
          <p:nvPr/>
        </p:nvSpPr>
        <p:spPr>
          <a:xfrm>
            <a:off x="8495400" y="8528976"/>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a quote that inspires you.</a:t>
            </a:r>
            <a:endParaRPr sz="3000"/>
          </a:p>
        </p:txBody>
      </p:sp>
      <p:cxnSp>
        <p:nvCxnSpPr>
          <p:cNvPr id="77" name="Google Shape;77;p13"/>
          <p:cNvCxnSpPr>
            <a:stCxn id="76" idx="1"/>
            <a:endCxn id="73" idx="3"/>
          </p:cNvCxnSpPr>
          <p:nvPr/>
        </p:nvCxnSpPr>
        <p:spPr>
          <a:xfrm flipH="1">
            <a:off x="7324800" y="9071976"/>
            <a:ext cx="1170600" cy="791100"/>
          </a:xfrm>
          <a:prstGeom prst="straightConnector1">
            <a:avLst/>
          </a:prstGeom>
          <a:noFill/>
          <a:ln cap="flat" cmpd="sng" w="28575">
            <a:solidFill>
              <a:srgbClr val="FF00FF"/>
            </a:solidFill>
            <a:prstDash val="solid"/>
            <a:round/>
            <a:headEnd len="med" w="med" type="none"/>
            <a:tailEnd len="med" w="med" type="triangle"/>
          </a:ln>
        </p:spPr>
      </p:cxnSp>
      <p:sp>
        <p:nvSpPr>
          <p:cNvPr id="78" name="Google Shape;78;p13"/>
          <p:cNvSpPr txBox="1"/>
          <p:nvPr/>
        </p:nvSpPr>
        <p:spPr>
          <a:xfrm>
            <a:off x="8495375" y="4856163"/>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what assignment did you enjoy the most (or interested you the most)?</a:t>
            </a:r>
            <a:endParaRPr sz="3000"/>
          </a:p>
        </p:txBody>
      </p:sp>
      <p:cxnSp>
        <p:nvCxnSpPr>
          <p:cNvPr id="79" name="Google Shape;79;p13"/>
          <p:cNvCxnSpPr>
            <a:stCxn id="78" idx="1"/>
            <a:endCxn id="71" idx="3"/>
          </p:cNvCxnSpPr>
          <p:nvPr/>
        </p:nvCxnSpPr>
        <p:spPr>
          <a:xfrm flipH="1">
            <a:off x="7315475" y="5656263"/>
            <a:ext cx="1179900" cy="344400"/>
          </a:xfrm>
          <a:prstGeom prst="straightConnector1">
            <a:avLst/>
          </a:prstGeom>
          <a:noFill/>
          <a:ln cap="flat" cmpd="sng" w="28575">
            <a:solidFill>
              <a:srgbClr val="FF00FF"/>
            </a:solidFill>
            <a:prstDash val="solid"/>
            <a:round/>
            <a:headEnd len="med" w="med" type="none"/>
            <a:tailEnd len="med" w="med" type="triangle"/>
          </a:ln>
        </p:spPr>
      </p:cxnSp>
      <p:sp>
        <p:nvSpPr>
          <p:cNvPr id="80" name="Google Shape;80;p13"/>
          <p:cNvSpPr txBox="1"/>
          <p:nvPr/>
        </p:nvSpPr>
        <p:spPr>
          <a:xfrm>
            <a:off x="8495400" y="662607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something you would like to learn about (or learn more about)?</a:t>
            </a:r>
            <a:endParaRPr sz="3000"/>
          </a:p>
        </p:txBody>
      </p:sp>
      <p:sp>
        <p:nvSpPr>
          <p:cNvPr id="81" name="Google Shape;81;p13"/>
          <p:cNvSpPr txBox="1"/>
          <p:nvPr/>
        </p:nvSpPr>
        <p:spPr>
          <a:xfrm>
            <a:off x="8495375" y="972502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Insert a picture related to</a:t>
            </a:r>
            <a:r>
              <a:rPr lang="en" sz="3000">
                <a:solidFill>
                  <a:schemeClr val="dk1"/>
                </a:solidFill>
                <a:latin typeface="Georgia"/>
                <a:ea typeface="Georgia"/>
                <a:cs typeface="Georgia"/>
                <a:sym typeface="Georgia"/>
              </a:rPr>
              <a:t> the</a:t>
            </a:r>
            <a:r>
              <a:rPr lang="en" sz="3000">
                <a:solidFill>
                  <a:schemeClr val="dk1"/>
                </a:solidFill>
                <a:latin typeface="Georgia"/>
                <a:ea typeface="Georgia"/>
                <a:cs typeface="Georgia"/>
                <a:sym typeface="Georgia"/>
              </a:rPr>
              <a:t> app (or website) you liked best.</a:t>
            </a:r>
            <a:endParaRPr sz="3000"/>
          </a:p>
        </p:txBody>
      </p:sp>
      <p:cxnSp>
        <p:nvCxnSpPr>
          <p:cNvPr id="82" name="Google Shape;82;p13"/>
          <p:cNvCxnSpPr>
            <a:stCxn id="81" idx="1"/>
            <a:endCxn id="75" idx="3"/>
          </p:cNvCxnSpPr>
          <p:nvPr/>
        </p:nvCxnSpPr>
        <p:spPr>
          <a:xfrm rot="10800000">
            <a:off x="2305175" y="9887025"/>
            <a:ext cx="6190200" cy="638100"/>
          </a:xfrm>
          <a:prstGeom prst="straightConnector1">
            <a:avLst/>
          </a:prstGeom>
          <a:noFill/>
          <a:ln cap="flat" cmpd="sng" w="28575">
            <a:solidFill>
              <a:srgbClr val="FF00FF"/>
            </a:solidFill>
            <a:prstDash val="solid"/>
            <a:round/>
            <a:headEnd len="med" w="med" type="none"/>
            <a:tailEnd len="med" w="med" type="triangle"/>
          </a:ln>
        </p:spPr>
      </p:cxnSp>
      <p:sp>
        <p:nvSpPr>
          <p:cNvPr id="83" name="Google Shape;83;p13"/>
          <p:cNvSpPr txBox="1"/>
          <p:nvPr/>
        </p:nvSpPr>
        <p:spPr>
          <a:xfrm>
            <a:off x="8495400" y="11675975"/>
            <a:ext cx="5149200" cy="29241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How well does your grade reflect your work and work ethic? Which of you strengths could you use to improve your grade or to keep the grade you have?</a:t>
            </a:r>
            <a:endParaRPr sz="3000"/>
          </a:p>
        </p:txBody>
      </p:sp>
      <p:cxnSp>
        <p:nvCxnSpPr>
          <p:cNvPr id="84" name="Google Shape;84;p13"/>
          <p:cNvCxnSpPr>
            <a:stCxn id="83" idx="1"/>
            <a:endCxn id="74" idx="3"/>
          </p:cNvCxnSpPr>
          <p:nvPr/>
        </p:nvCxnSpPr>
        <p:spPr>
          <a:xfrm flipH="1">
            <a:off x="7315200" y="13138025"/>
            <a:ext cx="1180200" cy="78000"/>
          </a:xfrm>
          <a:prstGeom prst="straightConnector1">
            <a:avLst/>
          </a:prstGeom>
          <a:noFill/>
          <a:ln cap="flat" cmpd="sng" w="28575">
            <a:solidFill>
              <a:srgbClr val="FF00FF"/>
            </a:solidFill>
            <a:prstDash val="solid"/>
            <a:round/>
            <a:headEnd len="med" w="med" type="none"/>
            <a:tailEnd len="med" w="med" type="triangle"/>
          </a:ln>
        </p:spPr>
      </p:cxnSp>
      <p:sp>
        <p:nvSpPr>
          <p:cNvPr id="85" name="Google Shape;85;p13"/>
          <p:cNvSpPr txBox="1"/>
          <p:nvPr/>
        </p:nvSpPr>
        <p:spPr>
          <a:xfrm>
            <a:off x="485775" y="4171950"/>
            <a:ext cx="13716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86" name="Google Shape;86;p13"/>
          <p:cNvSpPr txBox="1"/>
          <p:nvPr/>
        </p:nvSpPr>
        <p:spPr>
          <a:xfrm>
            <a:off x="8495375" y="-528125"/>
            <a:ext cx="5149200" cy="1600200"/>
          </a:xfrm>
          <a:prstGeom prst="rect">
            <a:avLst/>
          </a:prstGeom>
          <a:solidFill>
            <a:srgbClr val="C27BA0"/>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Delete the arrows once you are finished or if they are in your way.</a:t>
            </a:r>
            <a:endParaRPr sz="3000"/>
          </a:p>
        </p:txBody>
      </p:sp>
      <p:cxnSp>
        <p:nvCxnSpPr>
          <p:cNvPr id="87" name="Google Shape;87;p13"/>
          <p:cNvCxnSpPr>
            <a:stCxn id="80" idx="1"/>
            <a:endCxn id="72" idx="3"/>
          </p:cNvCxnSpPr>
          <p:nvPr/>
        </p:nvCxnSpPr>
        <p:spPr>
          <a:xfrm rot="10800000">
            <a:off x="3810000" y="7324775"/>
            <a:ext cx="4685400" cy="101400"/>
          </a:xfrm>
          <a:prstGeom prst="straightConnector1">
            <a:avLst/>
          </a:prstGeom>
          <a:noFill/>
          <a:ln cap="flat" cmpd="sng" w="28575">
            <a:solidFill>
              <a:srgbClr val="FF00FF"/>
            </a:solidFill>
            <a:prstDash val="solid"/>
            <a:round/>
            <a:headEnd len="med" w="med" type="none"/>
            <a:tailEnd len="med" w="med" type="triangle"/>
          </a:ln>
        </p:spPr>
      </p:cxnSp>
      <p:pic>
        <p:nvPicPr>
          <p:cNvPr id="88" name="Google Shape;88;p13"/>
          <p:cNvPicPr preferRelativeResize="0"/>
          <p:nvPr/>
        </p:nvPicPr>
        <p:blipFill>
          <a:blip r:embed="rId7">
            <a:alphaModFix/>
          </a:blip>
          <a:stretch>
            <a:fillRect/>
          </a:stretch>
        </p:blipFill>
        <p:spPr>
          <a:xfrm>
            <a:off x="19226375" y="9831013"/>
            <a:ext cx="1718100" cy="1718100"/>
          </a:xfrm>
          <a:prstGeom prst="rect">
            <a:avLst/>
          </a:prstGeom>
          <a:noFill/>
          <a:ln>
            <a:noFill/>
          </a:ln>
        </p:spPr>
      </p:pic>
      <p:pic>
        <p:nvPicPr>
          <p:cNvPr id="89" name="Google Shape;89;p13"/>
          <p:cNvPicPr preferRelativeResize="0"/>
          <p:nvPr/>
        </p:nvPicPr>
        <p:blipFill rotWithShape="1">
          <a:blip r:embed="rId8">
            <a:alphaModFix/>
          </a:blip>
          <a:srcRect b="0" l="719" r="719" t="0"/>
          <a:stretch/>
        </p:blipFill>
        <p:spPr>
          <a:xfrm>
            <a:off x="17443050" y="9790238"/>
            <a:ext cx="1718100" cy="1718100"/>
          </a:xfrm>
          <a:prstGeom prst="rect">
            <a:avLst/>
          </a:prstGeom>
          <a:noFill/>
          <a:ln>
            <a:noFill/>
          </a:ln>
        </p:spPr>
      </p:pic>
      <p:pic>
        <p:nvPicPr>
          <p:cNvPr id="90" name="Google Shape;90;p13"/>
          <p:cNvPicPr preferRelativeResize="0"/>
          <p:nvPr/>
        </p:nvPicPr>
        <p:blipFill rotWithShape="1">
          <a:blip r:embed="rId9">
            <a:alphaModFix/>
          </a:blip>
          <a:srcRect b="0" l="3166" r="3166" t="0"/>
          <a:stretch/>
        </p:blipFill>
        <p:spPr>
          <a:xfrm>
            <a:off x="15659725" y="9790238"/>
            <a:ext cx="1718100" cy="1718100"/>
          </a:xfrm>
          <a:prstGeom prst="rect">
            <a:avLst/>
          </a:prstGeom>
          <a:noFill/>
          <a:ln>
            <a:noFill/>
          </a:ln>
        </p:spPr>
      </p:pic>
      <p:pic>
        <p:nvPicPr>
          <p:cNvPr id="91" name="Google Shape;91;p13"/>
          <p:cNvPicPr preferRelativeResize="0"/>
          <p:nvPr/>
        </p:nvPicPr>
        <p:blipFill rotWithShape="1">
          <a:blip r:embed="rId10">
            <a:alphaModFix/>
          </a:blip>
          <a:srcRect b="0" l="1663" r="1653" t="0"/>
          <a:stretch/>
        </p:blipFill>
        <p:spPr>
          <a:xfrm>
            <a:off x="13830700" y="9725025"/>
            <a:ext cx="1718100" cy="1718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