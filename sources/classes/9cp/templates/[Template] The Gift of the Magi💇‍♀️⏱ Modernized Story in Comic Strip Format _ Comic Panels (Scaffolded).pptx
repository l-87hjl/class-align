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20955000" cx="16192500"/>
  <p:notesSz cx="6858000" cy="9144000"/>
  <p:embeddedFontLst>
    <p:embeddedFont>
      <p:font typeface="Architects Daughter"/>
      <p:regular r:id="rId13"/>
    </p:embeddedFont>
    <p:embeddedFont>
      <p:font typeface="Luckiest Guy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chitectsDaughter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LuckiestGu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523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ade984560a_0_16:notes"/>
          <p:cNvSpPr/>
          <p:nvPr>
            <p:ph idx="2" type="sldImg"/>
          </p:nvPr>
        </p:nvSpPr>
        <p:spPr>
          <a:xfrm>
            <a:off x="2104523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ade984560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ade984560a_0_22:notes"/>
          <p:cNvSpPr/>
          <p:nvPr>
            <p:ph idx="2" type="sldImg"/>
          </p:nvPr>
        </p:nvSpPr>
        <p:spPr>
          <a:xfrm>
            <a:off x="2104523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ade984560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ade984560a_0_27:notes"/>
          <p:cNvSpPr/>
          <p:nvPr>
            <p:ph idx="2" type="sldImg"/>
          </p:nvPr>
        </p:nvSpPr>
        <p:spPr>
          <a:xfrm>
            <a:off x="2104523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ade984560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ade984560a_0_32:notes"/>
          <p:cNvSpPr/>
          <p:nvPr>
            <p:ph idx="2" type="sldImg"/>
          </p:nvPr>
        </p:nvSpPr>
        <p:spPr>
          <a:xfrm>
            <a:off x="2104523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ade984560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ade984560a_0_37:notes"/>
          <p:cNvSpPr/>
          <p:nvPr>
            <p:ph idx="2" type="sldImg"/>
          </p:nvPr>
        </p:nvSpPr>
        <p:spPr>
          <a:xfrm>
            <a:off x="2104523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ade984560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ade984560a_0_42:notes"/>
          <p:cNvSpPr/>
          <p:nvPr>
            <p:ph idx="2" type="sldImg"/>
          </p:nvPr>
        </p:nvSpPr>
        <p:spPr>
          <a:xfrm>
            <a:off x="2104523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ade984560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ade984560a_0_47:notes"/>
          <p:cNvSpPr/>
          <p:nvPr>
            <p:ph idx="2" type="sldImg"/>
          </p:nvPr>
        </p:nvSpPr>
        <p:spPr>
          <a:xfrm>
            <a:off x="2104523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ade984560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ade984560a_0_12:notes"/>
          <p:cNvSpPr/>
          <p:nvPr>
            <p:ph idx="2" type="sldImg"/>
          </p:nvPr>
        </p:nvSpPr>
        <p:spPr>
          <a:xfrm>
            <a:off x="2104523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ade984560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51984" y="3033454"/>
            <a:ext cx="15088800" cy="8363100"/>
          </a:xfrm>
          <a:prstGeom prst="rect">
            <a:avLst/>
          </a:prstGeom>
        </p:spPr>
        <p:txBody>
          <a:bodyPr anchorCtr="0" anchor="b" bIns="179975" lIns="179975" spcFirstLastPara="1" rIns="179975" wrap="square" tIns="1799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51969" y="11546435"/>
            <a:ext cx="15088800" cy="3229500"/>
          </a:xfrm>
          <a:prstGeom prst="rect">
            <a:avLst/>
          </a:prstGeom>
        </p:spPr>
        <p:txBody>
          <a:bodyPr anchorCtr="0" anchor="t" bIns="179975" lIns="179975" spcFirstLastPara="1" rIns="179975" wrap="square" tIns="179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5003311" y="18998291"/>
            <a:ext cx="971700" cy="1603800"/>
          </a:xfrm>
          <a:prstGeom prst="rect">
            <a:avLst/>
          </a:prstGeom>
        </p:spPr>
        <p:txBody>
          <a:bodyPr anchorCtr="0" anchor="ctr" bIns="179975" lIns="179975" spcFirstLastPara="1" rIns="179975" wrap="square" tIns="1799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51969" y="8762722"/>
            <a:ext cx="15088800" cy="3429300"/>
          </a:xfrm>
          <a:prstGeom prst="rect">
            <a:avLst/>
          </a:prstGeom>
        </p:spPr>
        <p:txBody>
          <a:bodyPr anchorCtr="0" anchor="ctr" bIns="179975" lIns="179975" spcFirstLastPara="1" rIns="179975" wrap="square" tIns="1799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1pPr>
            <a:lvl2pPr lvl="1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2pPr>
            <a:lvl3pPr lvl="2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3pPr>
            <a:lvl4pPr lvl="3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4pPr>
            <a:lvl5pPr lvl="4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5pPr>
            <a:lvl6pPr lvl="5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6pPr>
            <a:lvl7pPr lvl="6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7pPr>
            <a:lvl8pPr lvl="7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8pPr>
            <a:lvl9pPr lvl="8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5003311" y="18998291"/>
            <a:ext cx="971700" cy="1603800"/>
          </a:xfrm>
          <a:prstGeom prst="rect">
            <a:avLst/>
          </a:prstGeom>
        </p:spPr>
        <p:txBody>
          <a:bodyPr anchorCtr="0" anchor="ctr" bIns="179975" lIns="179975" spcFirstLastPara="1" rIns="179975" wrap="square" tIns="1799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51969" y="1813065"/>
            <a:ext cx="15088800" cy="2333400"/>
          </a:xfrm>
          <a:prstGeom prst="rect">
            <a:avLst/>
          </a:prstGeom>
        </p:spPr>
        <p:txBody>
          <a:bodyPr anchorCtr="0" anchor="t" bIns="179975" lIns="179975" spcFirstLastPara="1" rIns="179975" wrap="square" tIns="1799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51969" y="4695269"/>
            <a:ext cx="15088800" cy="13918200"/>
          </a:xfrm>
          <a:prstGeom prst="rect">
            <a:avLst/>
          </a:prstGeom>
        </p:spPr>
        <p:txBody>
          <a:bodyPr anchorCtr="0" anchor="t" bIns="179975" lIns="179975" spcFirstLastPara="1" rIns="179975" wrap="square" tIns="179975">
            <a:noAutofit/>
          </a:bodyPr>
          <a:lstStyle>
            <a:lvl1pPr indent="-444500" lvl="0" marL="4572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indent="-419100" lvl="1" marL="914400">
              <a:spcBef>
                <a:spcPts val="3200"/>
              </a:spcBef>
              <a:spcAft>
                <a:spcPts val="0"/>
              </a:spcAft>
              <a:buSzPts val="3000"/>
              <a:buChar char="○"/>
              <a:defRPr/>
            </a:lvl2pPr>
            <a:lvl3pPr indent="-419100" lvl="2" marL="1371600">
              <a:spcBef>
                <a:spcPts val="3200"/>
              </a:spcBef>
              <a:spcAft>
                <a:spcPts val="0"/>
              </a:spcAft>
              <a:buSzPts val="3000"/>
              <a:buChar char="■"/>
              <a:defRPr/>
            </a:lvl3pPr>
            <a:lvl4pPr indent="-419100" lvl="3" marL="1828800">
              <a:spcBef>
                <a:spcPts val="3200"/>
              </a:spcBef>
              <a:spcAft>
                <a:spcPts val="0"/>
              </a:spcAft>
              <a:buSzPts val="3000"/>
              <a:buChar char="●"/>
              <a:defRPr/>
            </a:lvl4pPr>
            <a:lvl5pPr indent="-419100" lvl="4" marL="2286000">
              <a:spcBef>
                <a:spcPts val="3200"/>
              </a:spcBef>
              <a:spcAft>
                <a:spcPts val="0"/>
              </a:spcAft>
              <a:buSzPts val="3000"/>
              <a:buChar char="○"/>
              <a:defRPr/>
            </a:lvl5pPr>
            <a:lvl6pPr indent="-419100" lvl="5" marL="2743200">
              <a:spcBef>
                <a:spcPts val="3200"/>
              </a:spcBef>
              <a:spcAft>
                <a:spcPts val="0"/>
              </a:spcAft>
              <a:buSzPts val="3000"/>
              <a:buChar char="■"/>
              <a:defRPr/>
            </a:lvl6pPr>
            <a:lvl7pPr indent="-419100" lvl="6" marL="3200400">
              <a:spcBef>
                <a:spcPts val="3200"/>
              </a:spcBef>
              <a:spcAft>
                <a:spcPts val="0"/>
              </a:spcAft>
              <a:buSzPts val="3000"/>
              <a:buChar char="●"/>
              <a:defRPr/>
            </a:lvl7pPr>
            <a:lvl8pPr indent="-419100" lvl="7" marL="3657600">
              <a:spcBef>
                <a:spcPts val="3200"/>
              </a:spcBef>
              <a:spcAft>
                <a:spcPts val="0"/>
              </a:spcAft>
              <a:buSzPts val="3000"/>
              <a:buChar char="○"/>
              <a:defRPr/>
            </a:lvl8pPr>
            <a:lvl9pPr indent="-419100" lvl="8" marL="4114800">
              <a:spcBef>
                <a:spcPts val="3200"/>
              </a:spcBef>
              <a:spcAft>
                <a:spcPts val="3200"/>
              </a:spcAft>
              <a:buSzPts val="30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5003311" y="18998291"/>
            <a:ext cx="971700" cy="1603800"/>
          </a:xfrm>
          <a:prstGeom prst="rect">
            <a:avLst/>
          </a:prstGeom>
        </p:spPr>
        <p:txBody>
          <a:bodyPr anchorCtr="0" anchor="ctr" bIns="179975" lIns="179975" spcFirstLastPara="1" rIns="179975" wrap="square" tIns="1799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51969" y="1813065"/>
            <a:ext cx="15088800" cy="2333400"/>
          </a:xfrm>
          <a:prstGeom prst="rect">
            <a:avLst/>
          </a:prstGeom>
        </p:spPr>
        <p:txBody>
          <a:bodyPr anchorCtr="0" anchor="t" bIns="179975" lIns="179975" spcFirstLastPara="1" rIns="179975" wrap="square" tIns="1799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51969" y="4695269"/>
            <a:ext cx="7083600" cy="13918200"/>
          </a:xfrm>
          <a:prstGeom prst="rect">
            <a:avLst/>
          </a:prstGeom>
        </p:spPr>
        <p:txBody>
          <a:bodyPr anchorCtr="0" anchor="t" bIns="179975" lIns="179975" spcFirstLastPara="1" rIns="179975" wrap="square" tIns="179975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8557375" y="4695269"/>
            <a:ext cx="7083600" cy="13918200"/>
          </a:xfrm>
          <a:prstGeom prst="rect">
            <a:avLst/>
          </a:prstGeom>
        </p:spPr>
        <p:txBody>
          <a:bodyPr anchorCtr="0" anchor="t" bIns="179975" lIns="179975" spcFirstLastPara="1" rIns="179975" wrap="square" tIns="179975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5003311" y="18998291"/>
            <a:ext cx="971700" cy="1603800"/>
          </a:xfrm>
          <a:prstGeom prst="rect">
            <a:avLst/>
          </a:prstGeom>
        </p:spPr>
        <p:txBody>
          <a:bodyPr anchorCtr="0" anchor="ctr" bIns="179975" lIns="179975" spcFirstLastPara="1" rIns="179975" wrap="square" tIns="1799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51969" y="1813065"/>
            <a:ext cx="15088800" cy="2333400"/>
          </a:xfrm>
          <a:prstGeom prst="rect">
            <a:avLst/>
          </a:prstGeom>
        </p:spPr>
        <p:txBody>
          <a:bodyPr anchorCtr="0" anchor="t" bIns="179975" lIns="179975" spcFirstLastPara="1" rIns="179975" wrap="square" tIns="1799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5003311" y="18998291"/>
            <a:ext cx="971700" cy="1603800"/>
          </a:xfrm>
          <a:prstGeom prst="rect">
            <a:avLst/>
          </a:prstGeom>
        </p:spPr>
        <p:txBody>
          <a:bodyPr anchorCtr="0" anchor="ctr" bIns="179975" lIns="179975" spcFirstLastPara="1" rIns="179975" wrap="square" tIns="1799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51969" y="2263556"/>
            <a:ext cx="4972500" cy="3079200"/>
          </a:xfrm>
          <a:prstGeom prst="rect">
            <a:avLst/>
          </a:prstGeom>
        </p:spPr>
        <p:txBody>
          <a:bodyPr anchorCtr="0" anchor="b" bIns="179975" lIns="179975" spcFirstLastPara="1" rIns="179975" wrap="square" tIns="1799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51969" y="5661333"/>
            <a:ext cx="4972500" cy="12953400"/>
          </a:xfrm>
          <a:prstGeom prst="rect">
            <a:avLst/>
          </a:prstGeom>
        </p:spPr>
        <p:txBody>
          <a:bodyPr anchorCtr="0" anchor="t" bIns="179975" lIns="179975" spcFirstLastPara="1" rIns="179975" wrap="square" tIns="17997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5003311" y="18998291"/>
            <a:ext cx="971700" cy="1603800"/>
          </a:xfrm>
          <a:prstGeom prst="rect">
            <a:avLst/>
          </a:prstGeom>
        </p:spPr>
        <p:txBody>
          <a:bodyPr anchorCtr="0" anchor="ctr" bIns="179975" lIns="179975" spcFirstLastPara="1" rIns="179975" wrap="square" tIns="1799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68151" y="1833944"/>
            <a:ext cx="11276100" cy="16667400"/>
          </a:xfrm>
          <a:prstGeom prst="rect">
            <a:avLst/>
          </a:prstGeom>
        </p:spPr>
        <p:txBody>
          <a:bodyPr anchorCtr="0" anchor="ctr" bIns="179975" lIns="179975" spcFirstLastPara="1" rIns="179975" wrap="square" tIns="1799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1pPr>
            <a:lvl2pPr lvl="1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2pPr>
            <a:lvl3pPr lvl="2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3pPr>
            <a:lvl4pPr lvl="3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4pPr>
            <a:lvl5pPr lvl="4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5pPr>
            <a:lvl6pPr lvl="5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6pPr>
            <a:lvl7pPr lvl="6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7pPr>
            <a:lvl8pPr lvl="7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8pPr>
            <a:lvl9pPr lvl="8"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5003311" y="18998291"/>
            <a:ext cx="971700" cy="1603800"/>
          </a:xfrm>
          <a:prstGeom prst="rect">
            <a:avLst/>
          </a:prstGeom>
        </p:spPr>
        <p:txBody>
          <a:bodyPr anchorCtr="0" anchor="ctr" bIns="179975" lIns="179975" spcFirstLastPara="1" rIns="179975" wrap="square" tIns="1799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8096250" y="-509"/>
            <a:ext cx="8096400" cy="2095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9975" lIns="179975" spcFirstLastPara="1" rIns="179975" wrap="square" tIns="179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70156" y="5024046"/>
            <a:ext cx="7163100" cy="6039600"/>
          </a:xfrm>
          <a:prstGeom prst="rect">
            <a:avLst/>
          </a:prstGeom>
        </p:spPr>
        <p:txBody>
          <a:bodyPr anchorCtr="0" anchor="b" bIns="179975" lIns="179975" spcFirstLastPara="1" rIns="179975" wrap="square" tIns="1799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70156" y="11419935"/>
            <a:ext cx="7163100" cy="5031600"/>
          </a:xfrm>
          <a:prstGeom prst="rect">
            <a:avLst/>
          </a:prstGeom>
        </p:spPr>
        <p:txBody>
          <a:bodyPr anchorCtr="0" anchor="t" bIns="179975" lIns="179975" spcFirstLastPara="1" rIns="179975" wrap="square" tIns="179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747031" y="2949935"/>
            <a:ext cx="6794100" cy="15054600"/>
          </a:xfrm>
          <a:prstGeom prst="rect">
            <a:avLst/>
          </a:prstGeom>
        </p:spPr>
        <p:txBody>
          <a:bodyPr anchorCtr="0" anchor="ctr" bIns="179975" lIns="179975" spcFirstLastPara="1" rIns="179975" wrap="square" tIns="179975">
            <a:noAutofit/>
          </a:bodyPr>
          <a:lstStyle>
            <a:lvl1pPr indent="-444500" lvl="0" marL="4572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indent="-419100" lvl="1" marL="914400">
              <a:spcBef>
                <a:spcPts val="3200"/>
              </a:spcBef>
              <a:spcAft>
                <a:spcPts val="0"/>
              </a:spcAft>
              <a:buSzPts val="3000"/>
              <a:buChar char="○"/>
              <a:defRPr/>
            </a:lvl2pPr>
            <a:lvl3pPr indent="-419100" lvl="2" marL="1371600">
              <a:spcBef>
                <a:spcPts val="3200"/>
              </a:spcBef>
              <a:spcAft>
                <a:spcPts val="0"/>
              </a:spcAft>
              <a:buSzPts val="3000"/>
              <a:buChar char="■"/>
              <a:defRPr/>
            </a:lvl3pPr>
            <a:lvl4pPr indent="-419100" lvl="3" marL="1828800">
              <a:spcBef>
                <a:spcPts val="3200"/>
              </a:spcBef>
              <a:spcAft>
                <a:spcPts val="0"/>
              </a:spcAft>
              <a:buSzPts val="3000"/>
              <a:buChar char="●"/>
              <a:defRPr/>
            </a:lvl4pPr>
            <a:lvl5pPr indent="-419100" lvl="4" marL="2286000">
              <a:spcBef>
                <a:spcPts val="3200"/>
              </a:spcBef>
              <a:spcAft>
                <a:spcPts val="0"/>
              </a:spcAft>
              <a:buSzPts val="3000"/>
              <a:buChar char="○"/>
              <a:defRPr/>
            </a:lvl5pPr>
            <a:lvl6pPr indent="-419100" lvl="5" marL="2743200">
              <a:spcBef>
                <a:spcPts val="3200"/>
              </a:spcBef>
              <a:spcAft>
                <a:spcPts val="0"/>
              </a:spcAft>
              <a:buSzPts val="3000"/>
              <a:buChar char="■"/>
              <a:defRPr/>
            </a:lvl6pPr>
            <a:lvl7pPr indent="-419100" lvl="6" marL="3200400">
              <a:spcBef>
                <a:spcPts val="3200"/>
              </a:spcBef>
              <a:spcAft>
                <a:spcPts val="0"/>
              </a:spcAft>
              <a:buSzPts val="3000"/>
              <a:buChar char="●"/>
              <a:defRPr/>
            </a:lvl7pPr>
            <a:lvl8pPr indent="-419100" lvl="7" marL="3657600">
              <a:spcBef>
                <a:spcPts val="3200"/>
              </a:spcBef>
              <a:spcAft>
                <a:spcPts val="0"/>
              </a:spcAft>
              <a:buSzPts val="3000"/>
              <a:buChar char="○"/>
              <a:defRPr/>
            </a:lvl8pPr>
            <a:lvl9pPr indent="-419100" lvl="8" marL="4114800">
              <a:spcBef>
                <a:spcPts val="3200"/>
              </a:spcBef>
              <a:spcAft>
                <a:spcPts val="3200"/>
              </a:spcAft>
              <a:buSzPts val="30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5003311" y="18998291"/>
            <a:ext cx="971700" cy="1603800"/>
          </a:xfrm>
          <a:prstGeom prst="rect">
            <a:avLst/>
          </a:prstGeom>
        </p:spPr>
        <p:txBody>
          <a:bodyPr anchorCtr="0" anchor="ctr" bIns="179975" lIns="179975" spcFirstLastPara="1" rIns="179975" wrap="square" tIns="1799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51969" y="17235676"/>
            <a:ext cx="10623000" cy="2465400"/>
          </a:xfrm>
          <a:prstGeom prst="rect">
            <a:avLst/>
          </a:prstGeom>
        </p:spPr>
        <p:txBody>
          <a:bodyPr anchorCtr="0" anchor="ctr" bIns="179975" lIns="179975" spcFirstLastPara="1" rIns="179975" wrap="square" tIns="17997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5003311" y="18998291"/>
            <a:ext cx="971700" cy="1603800"/>
          </a:xfrm>
          <a:prstGeom prst="rect">
            <a:avLst/>
          </a:prstGeom>
        </p:spPr>
        <p:txBody>
          <a:bodyPr anchorCtr="0" anchor="ctr" bIns="179975" lIns="179975" spcFirstLastPara="1" rIns="179975" wrap="square" tIns="1799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551969" y="4506435"/>
            <a:ext cx="15088800" cy="7998600"/>
          </a:xfrm>
          <a:prstGeom prst="rect">
            <a:avLst/>
          </a:prstGeom>
        </p:spPr>
        <p:txBody>
          <a:bodyPr anchorCtr="0" anchor="b" bIns="179975" lIns="179975" spcFirstLastPara="1" rIns="179975" wrap="square" tIns="1799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700"/>
              <a:buNone/>
              <a:defRPr sz="23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3700"/>
              <a:buNone/>
              <a:defRPr sz="23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700"/>
              <a:buNone/>
              <a:defRPr sz="23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700"/>
              <a:buNone/>
              <a:defRPr sz="23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700"/>
              <a:buNone/>
              <a:defRPr sz="23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700"/>
              <a:buNone/>
              <a:defRPr sz="23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700"/>
              <a:buNone/>
              <a:defRPr sz="23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700"/>
              <a:buNone/>
              <a:defRPr sz="23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700"/>
              <a:buNone/>
              <a:defRPr sz="237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551969" y="12842398"/>
            <a:ext cx="15088800" cy="5299500"/>
          </a:xfrm>
          <a:prstGeom prst="rect">
            <a:avLst/>
          </a:prstGeom>
        </p:spPr>
        <p:txBody>
          <a:bodyPr anchorCtr="0" anchor="t" bIns="179975" lIns="179975" spcFirstLastPara="1" rIns="179975" wrap="square" tIns="179975">
            <a:noAutofit/>
          </a:bodyPr>
          <a:lstStyle>
            <a:lvl1pPr indent="-444500" lvl="0" marL="457200" algn="ctr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indent="-419100" lvl="1" marL="914400" algn="ctr">
              <a:spcBef>
                <a:spcPts val="3200"/>
              </a:spcBef>
              <a:spcAft>
                <a:spcPts val="0"/>
              </a:spcAft>
              <a:buSzPts val="3000"/>
              <a:buChar char="○"/>
              <a:defRPr/>
            </a:lvl2pPr>
            <a:lvl3pPr indent="-419100" lvl="2" marL="1371600" algn="ctr">
              <a:spcBef>
                <a:spcPts val="3200"/>
              </a:spcBef>
              <a:spcAft>
                <a:spcPts val="0"/>
              </a:spcAft>
              <a:buSzPts val="3000"/>
              <a:buChar char="■"/>
              <a:defRPr/>
            </a:lvl3pPr>
            <a:lvl4pPr indent="-419100" lvl="3" marL="1828800" algn="ctr">
              <a:spcBef>
                <a:spcPts val="3200"/>
              </a:spcBef>
              <a:spcAft>
                <a:spcPts val="0"/>
              </a:spcAft>
              <a:buSzPts val="3000"/>
              <a:buChar char="●"/>
              <a:defRPr/>
            </a:lvl4pPr>
            <a:lvl5pPr indent="-419100" lvl="4" marL="2286000" algn="ctr">
              <a:spcBef>
                <a:spcPts val="3200"/>
              </a:spcBef>
              <a:spcAft>
                <a:spcPts val="0"/>
              </a:spcAft>
              <a:buSzPts val="3000"/>
              <a:buChar char="○"/>
              <a:defRPr/>
            </a:lvl5pPr>
            <a:lvl6pPr indent="-419100" lvl="5" marL="2743200" algn="ctr">
              <a:spcBef>
                <a:spcPts val="3200"/>
              </a:spcBef>
              <a:spcAft>
                <a:spcPts val="0"/>
              </a:spcAft>
              <a:buSzPts val="3000"/>
              <a:buChar char="■"/>
              <a:defRPr/>
            </a:lvl6pPr>
            <a:lvl7pPr indent="-419100" lvl="6" marL="3200400" algn="ctr">
              <a:spcBef>
                <a:spcPts val="3200"/>
              </a:spcBef>
              <a:spcAft>
                <a:spcPts val="0"/>
              </a:spcAft>
              <a:buSzPts val="3000"/>
              <a:buChar char="●"/>
              <a:defRPr/>
            </a:lvl7pPr>
            <a:lvl8pPr indent="-419100" lvl="7" marL="3657600" algn="ctr">
              <a:spcBef>
                <a:spcPts val="3200"/>
              </a:spcBef>
              <a:spcAft>
                <a:spcPts val="0"/>
              </a:spcAft>
              <a:buSzPts val="3000"/>
              <a:buChar char="○"/>
              <a:defRPr/>
            </a:lvl8pPr>
            <a:lvl9pPr indent="-419100" lvl="8" marL="4114800" algn="ctr">
              <a:spcBef>
                <a:spcPts val="3200"/>
              </a:spcBef>
              <a:spcAft>
                <a:spcPts val="3200"/>
              </a:spcAft>
              <a:buSzPts val="30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5003311" y="18998291"/>
            <a:ext cx="971700" cy="1603800"/>
          </a:xfrm>
          <a:prstGeom prst="rect">
            <a:avLst/>
          </a:prstGeom>
        </p:spPr>
        <p:txBody>
          <a:bodyPr anchorCtr="0" anchor="ctr" bIns="179975" lIns="179975" spcFirstLastPara="1" rIns="179975" wrap="square" tIns="1799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5003311" y="18998291"/>
            <a:ext cx="971700" cy="1603800"/>
          </a:xfrm>
          <a:prstGeom prst="rect">
            <a:avLst/>
          </a:prstGeom>
        </p:spPr>
        <p:txBody>
          <a:bodyPr anchorCtr="0" anchor="ctr" bIns="179975" lIns="179975" spcFirstLastPara="1" rIns="179975" wrap="square" tIns="1799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51969" y="1813065"/>
            <a:ext cx="15088800" cy="23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9975" lIns="179975" spcFirstLastPara="1" rIns="179975" wrap="square" tIns="1799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51969" y="4695269"/>
            <a:ext cx="15088800" cy="139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9975" lIns="179975" spcFirstLastPara="1" rIns="179975" wrap="square" tIns="179975">
            <a:noAutofit/>
          </a:bodyPr>
          <a:lstStyle>
            <a:lvl1pPr indent="-444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Char char="●"/>
              <a:defRPr sz="3400">
                <a:solidFill>
                  <a:schemeClr val="dk2"/>
                </a:solidFill>
              </a:defRPr>
            </a:lvl1pPr>
            <a:lvl2pPr indent="-419100" lvl="1" marL="914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2pPr>
            <a:lvl3pPr indent="-419100" lvl="2" marL="1371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3pPr>
            <a:lvl4pPr indent="-419100" lvl="3" marL="18288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4pPr>
            <a:lvl5pPr indent="-419100" lvl="4" marL="22860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5pPr>
            <a:lvl6pPr indent="-419100" lvl="5" marL="27432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6pPr>
            <a:lvl7pPr indent="-419100" lvl="6" marL="3200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7pPr>
            <a:lvl8pPr indent="-419100" lvl="7" marL="3657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8pPr>
            <a:lvl9pPr indent="-419100" lvl="8" marL="4114800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5003311" y="18998291"/>
            <a:ext cx="9717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9975" lIns="179975" spcFirstLastPara="1" rIns="179975" wrap="square" tIns="179975">
            <a:noAutofit/>
          </a:bodyPr>
          <a:lstStyle>
            <a:lvl1pPr lvl="0" algn="r">
              <a:buNone/>
              <a:defRPr sz="1800">
                <a:solidFill>
                  <a:schemeClr val="dk2"/>
                </a:solidFill>
              </a:defRPr>
            </a:lvl1pPr>
            <a:lvl2pPr lvl="1" algn="r">
              <a:buNone/>
              <a:defRPr sz="1800">
                <a:solidFill>
                  <a:schemeClr val="dk2"/>
                </a:solidFill>
              </a:defRPr>
            </a:lvl2pPr>
            <a:lvl3pPr lvl="2" algn="r">
              <a:buNone/>
              <a:defRPr sz="1800">
                <a:solidFill>
                  <a:schemeClr val="dk2"/>
                </a:solidFill>
              </a:defRPr>
            </a:lvl3pPr>
            <a:lvl4pPr lvl="3" algn="r">
              <a:buNone/>
              <a:defRPr sz="1800">
                <a:solidFill>
                  <a:schemeClr val="dk2"/>
                </a:solidFill>
              </a:defRPr>
            </a:lvl4pPr>
            <a:lvl5pPr lvl="4" algn="r">
              <a:buNone/>
              <a:defRPr sz="1800">
                <a:solidFill>
                  <a:schemeClr val="dk2"/>
                </a:solidFill>
              </a:defRPr>
            </a:lvl5pPr>
            <a:lvl6pPr lvl="5" algn="r">
              <a:buNone/>
              <a:defRPr sz="1800">
                <a:solidFill>
                  <a:schemeClr val="dk2"/>
                </a:solidFill>
              </a:defRPr>
            </a:lvl6pPr>
            <a:lvl7pPr lvl="6" algn="r">
              <a:buNone/>
              <a:defRPr sz="1800">
                <a:solidFill>
                  <a:schemeClr val="dk2"/>
                </a:solidFill>
              </a:defRPr>
            </a:lvl7pPr>
            <a:lvl8pPr lvl="7" algn="r">
              <a:buNone/>
              <a:defRPr sz="1800">
                <a:solidFill>
                  <a:schemeClr val="dk2"/>
                </a:solidFill>
              </a:defRPr>
            </a:lvl8pPr>
            <a:lvl9pPr lvl="8" algn="r">
              <a:buNone/>
              <a:defRPr sz="1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10" Type="http://schemas.openxmlformats.org/officeDocument/2006/relationships/image" Target="../media/image4.png"/><Relationship Id="rId9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2600" y="14564125"/>
            <a:ext cx="15737700" cy="6249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3200"/>
              <a:buFont typeface="Georgia"/>
              <a:buChar char="●"/>
            </a:pPr>
            <a:r>
              <a:rPr b="1" lang="en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SLIDE 1: TITLE PAGE</a:t>
            </a:r>
            <a:endParaRPr b="1"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3200"/>
              <a:buFont typeface="Georgia"/>
              <a:buChar char="●"/>
            </a:pPr>
            <a:r>
              <a:rPr b="1" lang="en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Comic Title: [Insert Your Comic Title]</a:t>
            </a:r>
            <a:endParaRPr b="1"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3200"/>
              <a:buFont typeface="Georgia"/>
              <a:buChar char="●"/>
            </a:pPr>
            <a:r>
              <a:rPr b="1" lang="en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Author: [Your Name]</a:t>
            </a:r>
            <a:endParaRPr b="1"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3200"/>
              <a:buFont typeface="Georgia"/>
              <a:buChar char="●"/>
            </a:pPr>
            <a:r>
              <a:rPr b="1" lang="en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Story Inspiration: Modern Adaptation of "The Gift of the Magi"</a:t>
            </a:r>
            <a:endParaRPr b="1"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3200"/>
              <a:buFont typeface="Georgia"/>
              <a:buChar char="●"/>
            </a:pPr>
            <a:r>
              <a:rPr b="1" lang="en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Visuals:</a:t>
            </a:r>
            <a:endParaRPr b="1"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3200"/>
              <a:buFont typeface="Georgia"/>
              <a:buChar char="●"/>
            </a:pPr>
            <a:r>
              <a:rPr b="1" lang="en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Include an image or symbol that represents your story.</a:t>
            </a:r>
            <a:endParaRPr b="1"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3200"/>
              <a:buFont typeface="Georgia"/>
              <a:buChar char="●"/>
            </a:pPr>
            <a:r>
              <a:rPr b="1" lang="en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Show the main characters or an important object from the story.</a:t>
            </a:r>
            <a:endParaRPr b="1"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3200"/>
              <a:buFont typeface="Georgia"/>
              <a:buChar char="●"/>
            </a:pPr>
            <a:r>
              <a:rPr b="1" lang="en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Dialogue/Narration:</a:t>
            </a:r>
            <a:endParaRPr b="1"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3200"/>
              <a:buFont typeface="Georgia"/>
              <a:buChar char="●"/>
            </a:pPr>
            <a:r>
              <a:rPr b="1" lang="en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Optional subtitle or tagline that hints at the theme.</a:t>
            </a:r>
            <a:endParaRPr b="1"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3200"/>
              <a:buFont typeface="Georgia"/>
              <a:buChar char="●"/>
            </a:pPr>
            <a:r>
              <a:rPr b="1" lang="en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Example:</a:t>
            </a:r>
            <a:endParaRPr b="1"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3200"/>
              <a:buFont typeface="Georgia"/>
              <a:buChar char="●"/>
            </a:pPr>
            <a:r>
              <a:rPr b="1" lang="en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"Sometimes the greatest gifts come from sacrifice."</a:t>
            </a:r>
            <a:endParaRPr b="1"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65275" y="145000"/>
            <a:ext cx="15795000" cy="14075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42276" y="585925"/>
            <a:ext cx="4767171" cy="3210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200500" y="4105320"/>
            <a:ext cx="5450129" cy="348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6083770" y="8302199"/>
            <a:ext cx="5450157" cy="367722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-5186082" y="1066049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60" name="Google Shape;60;p13"/>
          <p:cNvSpPr txBox="1"/>
          <p:nvPr/>
        </p:nvSpPr>
        <p:spPr>
          <a:xfrm>
            <a:off x="-5502997" y="4542814"/>
            <a:ext cx="40986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61" name="Google Shape;61;p13"/>
          <p:cNvSpPr txBox="1"/>
          <p:nvPr/>
        </p:nvSpPr>
        <p:spPr>
          <a:xfrm>
            <a:off x="-5057855" y="8973620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63561" y="9486007"/>
            <a:ext cx="4767171" cy="319934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18047970" y="9971111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222355" y="585925"/>
            <a:ext cx="4891181" cy="4012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42874" y="4737770"/>
            <a:ext cx="5450150" cy="401255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/>
        </p:nvSpPr>
        <p:spPr>
          <a:xfrm>
            <a:off x="18394904" y="1164662"/>
            <a:ext cx="27045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67" name="Google Shape;67;p13"/>
          <p:cNvSpPr txBox="1"/>
          <p:nvPr/>
        </p:nvSpPr>
        <p:spPr>
          <a:xfrm>
            <a:off x="18394904" y="5325316"/>
            <a:ext cx="27045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68" name="Google Shape;68;p13"/>
          <p:cNvPicPr preferRelativeResize="0"/>
          <p:nvPr/>
        </p:nvPicPr>
        <p:blipFill rotWithShape="1">
          <a:blip r:embed="rId9">
            <a:alphaModFix/>
          </a:blip>
          <a:srcRect b="52609" l="0" r="0" t="0"/>
          <a:stretch/>
        </p:blipFill>
        <p:spPr>
          <a:xfrm>
            <a:off x="-12247200" y="13121825"/>
            <a:ext cx="11613575" cy="31993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/>
          <p:nvPr/>
        </p:nvSpPr>
        <p:spPr>
          <a:xfrm>
            <a:off x="-11068675" y="13884625"/>
            <a:ext cx="92811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70" name="Google Shape;70;p13"/>
          <p:cNvPicPr preferRelativeResize="0"/>
          <p:nvPr/>
        </p:nvPicPr>
        <p:blipFill rotWithShape="1">
          <a:blip r:embed="rId9">
            <a:alphaModFix/>
          </a:blip>
          <a:srcRect b="0" l="0" r="0" t="52609"/>
          <a:stretch/>
        </p:blipFill>
        <p:spPr>
          <a:xfrm>
            <a:off x="16942875" y="13226100"/>
            <a:ext cx="14067250" cy="31993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18394900" y="13981425"/>
            <a:ext cx="108378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725850" y="585925"/>
            <a:ext cx="5078949" cy="511390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/>
        </p:nvSpPr>
        <p:spPr>
          <a:xfrm>
            <a:off x="509275" y="1177000"/>
            <a:ext cx="9746400" cy="3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Luckiest Guy"/>
                <a:ea typeface="Luckiest Guy"/>
                <a:cs typeface="Luckiest Guy"/>
                <a:sym typeface="Luckiest Guy"/>
              </a:rPr>
              <a:t>[</a:t>
            </a:r>
            <a:r>
              <a:rPr lang="en" sz="9600">
                <a:solidFill>
                  <a:schemeClr val="dk1"/>
                </a:solidFill>
                <a:highlight>
                  <a:srgbClr val="FFFF00"/>
                </a:highlight>
                <a:latin typeface="Luckiest Guy"/>
                <a:ea typeface="Luckiest Guy"/>
                <a:cs typeface="Luckiest Guy"/>
                <a:sym typeface="Luckiest Guy"/>
              </a:rPr>
              <a:t>Comic Strip Title</a:t>
            </a:r>
            <a:r>
              <a:rPr lang="en" sz="9600">
                <a:solidFill>
                  <a:schemeClr val="dk1"/>
                </a:solidFill>
                <a:latin typeface="Luckiest Guy"/>
                <a:ea typeface="Luckiest Guy"/>
                <a:cs typeface="Luckiest Guy"/>
                <a:sym typeface="Luckiest Guy"/>
              </a:rPr>
              <a:t>]</a:t>
            </a:r>
            <a:endParaRPr sz="9600">
              <a:solidFill>
                <a:schemeClr val="dk1"/>
              </a:solidFill>
              <a:latin typeface="Luckiest Guy"/>
              <a:ea typeface="Luckiest Guy"/>
              <a:cs typeface="Luckiest Guy"/>
              <a:sym typeface="Luckiest Guy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801700" y="4542818"/>
            <a:ext cx="97464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  <a:latin typeface="Luckiest Guy"/>
                <a:ea typeface="Luckiest Guy"/>
                <a:cs typeface="Luckiest Guy"/>
                <a:sym typeface="Luckiest Guy"/>
              </a:rPr>
              <a:t>By [</a:t>
            </a:r>
            <a:r>
              <a:rPr lang="en" sz="7200">
                <a:solidFill>
                  <a:schemeClr val="dk1"/>
                </a:solidFill>
                <a:highlight>
                  <a:srgbClr val="FFFF00"/>
                </a:highlight>
                <a:latin typeface="Luckiest Guy"/>
                <a:ea typeface="Luckiest Guy"/>
                <a:cs typeface="Luckiest Guy"/>
                <a:sym typeface="Luckiest Guy"/>
              </a:rPr>
              <a:t>Name</a:t>
            </a:r>
            <a:r>
              <a:rPr lang="en" sz="7200">
                <a:solidFill>
                  <a:schemeClr val="dk1"/>
                </a:solidFill>
                <a:latin typeface="Luckiest Guy"/>
                <a:ea typeface="Luckiest Guy"/>
                <a:cs typeface="Luckiest Guy"/>
                <a:sym typeface="Luckiest Guy"/>
              </a:rPr>
              <a:t>]</a:t>
            </a:r>
            <a:endParaRPr sz="7200">
              <a:solidFill>
                <a:schemeClr val="dk1"/>
              </a:solidFill>
              <a:latin typeface="Luckiest Guy"/>
              <a:ea typeface="Luckiest Guy"/>
              <a:cs typeface="Luckiest Guy"/>
              <a:sym typeface="Luckiest Guy"/>
            </a:endParaRPr>
          </a:p>
        </p:txBody>
      </p:sp>
      <p:sp>
        <p:nvSpPr>
          <p:cNvPr id="75" name="Google Shape;75;p13"/>
          <p:cNvSpPr txBox="1"/>
          <p:nvPr/>
        </p:nvSpPr>
        <p:spPr>
          <a:xfrm rot="-845095">
            <a:off x="2601942" y="6214285"/>
            <a:ext cx="6765291" cy="1936526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[</a:t>
            </a:r>
            <a:r>
              <a:rPr lang="en" sz="7200">
                <a:solidFill>
                  <a:schemeClr val="dk2"/>
                </a:solidFill>
                <a:highlight>
                  <a:srgbClr val="FFFF00"/>
                </a:highlight>
                <a:latin typeface="Architects Daughter"/>
                <a:ea typeface="Architects Daughter"/>
                <a:cs typeface="Architects Daughter"/>
                <a:sym typeface="Architects Daughter"/>
              </a:rPr>
              <a:t>Episode Title</a:t>
            </a:r>
            <a:r>
              <a:rPr lang="en" sz="7200">
                <a:solidFill>
                  <a:schemeClr val="dk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]</a:t>
            </a:r>
            <a:endParaRPr sz="7200">
              <a:solidFill>
                <a:schemeClr val="dk2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795925" y="10215475"/>
            <a:ext cx="10004400" cy="3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b="1" lang="en" sz="4800">
                <a:solidFill>
                  <a:srgbClr val="374151"/>
                </a:solidFill>
                <a:latin typeface="Georgia"/>
                <a:ea typeface="Georgia"/>
                <a:cs typeface="Georgia"/>
                <a:sym typeface="Georgia"/>
              </a:rPr>
              <a:t>[</a:t>
            </a:r>
            <a:r>
              <a:rPr b="1" lang="en" sz="4800">
                <a:solidFill>
                  <a:srgbClr val="374151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Insert Tagline</a:t>
            </a:r>
            <a:r>
              <a:rPr b="1" lang="en" sz="4800">
                <a:solidFill>
                  <a:srgbClr val="374151"/>
                </a:solidFill>
                <a:latin typeface="Georgia"/>
                <a:ea typeface="Georgia"/>
                <a:cs typeface="Georgia"/>
                <a:sym typeface="Georgia"/>
              </a:rPr>
              <a:t>]</a:t>
            </a:r>
            <a:endParaRPr sz="3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/>
        </p:nvSpPr>
        <p:spPr>
          <a:xfrm>
            <a:off x="222600" y="14564125"/>
            <a:ext cx="7646700" cy="6249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SLIDE 2: INTRODUCTION / SITUATION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Setting Description: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[Describe where and when your story takes place.]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Major Character Introduction: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[Character A] and [Character B] are _______________.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Relationship: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They are _______________.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Challenge: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characters want to give each other meaningful gifts, but they face the problem of _________________.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Motivation: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Why are the gifts important to them?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165275" y="145000"/>
            <a:ext cx="15795000" cy="14075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</a:endParaRPr>
          </a:p>
        </p:txBody>
      </p:sp>
      <p:pic>
        <p:nvPicPr>
          <p:cNvPr id="83" name="Google Shape;8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42276" y="585925"/>
            <a:ext cx="4767171" cy="3210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200500" y="4105320"/>
            <a:ext cx="5450129" cy="348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6083770" y="8302199"/>
            <a:ext cx="5450157" cy="367722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-5186082" y="1066049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87" name="Google Shape;87;p14"/>
          <p:cNvSpPr txBox="1"/>
          <p:nvPr/>
        </p:nvSpPr>
        <p:spPr>
          <a:xfrm>
            <a:off x="-5502997" y="4542814"/>
            <a:ext cx="40986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88" name="Google Shape;88;p14"/>
          <p:cNvSpPr txBox="1"/>
          <p:nvPr/>
        </p:nvSpPr>
        <p:spPr>
          <a:xfrm>
            <a:off x="-5057855" y="8973620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89" name="Google Shape;8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63561" y="9486007"/>
            <a:ext cx="4767171" cy="319934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18047970" y="9971111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91" name="Google Shape;91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222355" y="585925"/>
            <a:ext cx="4891181" cy="4012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42874" y="4737770"/>
            <a:ext cx="5450150" cy="401255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8394904" y="1164662"/>
            <a:ext cx="27045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94" name="Google Shape;94;p14"/>
          <p:cNvSpPr txBox="1"/>
          <p:nvPr/>
        </p:nvSpPr>
        <p:spPr>
          <a:xfrm>
            <a:off x="18394904" y="5325316"/>
            <a:ext cx="27045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9">
            <a:alphaModFix/>
          </a:blip>
          <a:srcRect b="52609" l="0" r="0" t="0"/>
          <a:stretch/>
        </p:blipFill>
        <p:spPr>
          <a:xfrm>
            <a:off x="-12247200" y="13121825"/>
            <a:ext cx="11613575" cy="31993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-11068675" y="13884625"/>
            <a:ext cx="92811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9">
            <a:alphaModFix/>
          </a:blip>
          <a:srcRect b="0" l="0" r="0" t="52609"/>
          <a:stretch/>
        </p:blipFill>
        <p:spPr>
          <a:xfrm>
            <a:off x="16942875" y="13226100"/>
            <a:ext cx="14067250" cy="31993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8394900" y="13981425"/>
            <a:ext cx="108378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9">
            <a:alphaModFix/>
          </a:blip>
          <a:srcRect b="52609" l="0" r="0" t="0"/>
          <a:stretch/>
        </p:blipFill>
        <p:spPr>
          <a:xfrm>
            <a:off x="461000" y="460425"/>
            <a:ext cx="15311975" cy="319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2014832" y="1223225"/>
            <a:ext cx="122367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101" name="Google Shape;101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00898" y="3380900"/>
            <a:ext cx="6468824" cy="536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9551651" y="4155341"/>
            <a:ext cx="3576900" cy="1910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103" name="Google Shape;103;p14"/>
          <p:cNvSpPr txBox="1"/>
          <p:nvPr/>
        </p:nvSpPr>
        <p:spPr>
          <a:xfrm>
            <a:off x="8001000" y="14564125"/>
            <a:ext cx="7778400" cy="6249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Visuals: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Show the setting.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Introduce both characters.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Include clues about the special possessions they value.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t/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Dialogue/Narration: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[Character A]: ""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[Character B]: ""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04" name="Google Shape;104;p14"/>
          <p:cNvGrpSpPr/>
          <p:nvPr/>
        </p:nvGrpSpPr>
        <p:grpSpPr>
          <a:xfrm>
            <a:off x="23143389" y="725244"/>
            <a:ext cx="3173129" cy="4012537"/>
            <a:chOff x="-55576850" y="3198125"/>
            <a:chExt cx="279625" cy="319025"/>
          </a:xfrm>
        </p:grpSpPr>
        <p:sp>
          <p:nvSpPr>
            <p:cNvPr id="105" name="Google Shape;105;p14"/>
            <p:cNvSpPr/>
            <p:nvPr/>
          </p:nvSpPr>
          <p:spPr>
            <a:xfrm>
              <a:off x="-55576850" y="3335975"/>
              <a:ext cx="18900" cy="63825"/>
            </a:xfrm>
            <a:custGeom>
              <a:rect b="b" l="l" r="r" t="t"/>
              <a:pathLst>
                <a:path extrusionOk="0" h="2553" w="756">
                  <a:moveTo>
                    <a:pt x="756" y="0"/>
                  </a:moveTo>
                  <a:cubicBezTo>
                    <a:pt x="315" y="221"/>
                    <a:pt x="0" y="693"/>
                    <a:pt x="0" y="1260"/>
                  </a:cubicBezTo>
                  <a:cubicBezTo>
                    <a:pt x="0" y="1796"/>
                    <a:pt x="315" y="2269"/>
                    <a:pt x="756" y="2552"/>
                  </a:cubicBezTo>
                  <a:lnTo>
                    <a:pt x="75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635800" lIns="635800" spcFirstLastPara="1" rIns="635800" wrap="square" tIns="63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-55539850" y="3198125"/>
              <a:ext cx="206375" cy="99275"/>
            </a:xfrm>
            <a:custGeom>
              <a:rect b="b" l="l" r="r" t="t"/>
              <a:pathLst>
                <a:path extrusionOk="0" h="3971" w="8255">
                  <a:moveTo>
                    <a:pt x="2616" y="1"/>
                  </a:moveTo>
                  <a:cubicBezTo>
                    <a:pt x="2348" y="1"/>
                    <a:pt x="2080" y="95"/>
                    <a:pt x="1860" y="284"/>
                  </a:cubicBezTo>
                  <a:cubicBezTo>
                    <a:pt x="1671" y="95"/>
                    <a:pt x="1387" y="32"/>
                    <a:pt x="1103" y="32"/>
                  </a:cubicBezTo>
                  <a:cubicBezTo>
                    <a:pt x="473" y="32"/>
                    <a:pt x="1" y="536"/>
                    <a:pt x="1" y="1135"/>
                  </a:cubicBezTo>
                  <a:lnTo>
                    <a:pt x="1" y="3970"/>
                  </a:lnTo>
                  <a:lnTo>
                    <a:pt x="1639" y="2364"/>
                  </a:lnTo>
                  <a:cubicBezTo>
                    <a:pt x="1715" y="2287"/>
                    <a:pt x="1815" y="2246"/>
                    <a:pt x="1916" y="2246"/>
                  </a:cubicBezTo>
                  <a:cubicBezTo>
                    <a:pt x="1982" y="2246"/>
                    <a:pt x="2049" y="2263"/>
                    <a:pt x="2112" y="2301"/>
                  </a:cubicBezTo>
                  <a:cubicBezTo>
                    <a:pt x="2726" y="2726"/>
                    <a:pt x="3435" y="2939"/>
                    <a:pt x="4144" y="2939"/>
                  </a:cubicBezTo>
                  <a:cubicBezTo>
                    <a:pt x="4853" y="2939"/>
                    <a:pt x="5561" y="2726"/>
                    <a:pt x="6176" y="2301"/>
                  </a:cubicBezTo>
                  <a:cubicBezTo>
                    <a:pt x="6225" y="2263"/>
                    <a:pt x="6290" y="2246"/>
                    <a:pt x="6355" y="2246"/>
                  </a:cubicBezTo>
                  <a:cubicBezTo>
                    <a:pt x="6456" y="2246"/>
                    <a:pt x="6560" y="2287"/>
                    <a:pt x="6617" y="2364"/>
                  </a:cubicBezTo>
                  <a:lnTo>
                    <a:pt x="8255" y="3970"/>
                  </a:lnTo>
                  <a:lnTo>
                    <a:pt x="8255" y="1135"/>
                  </a:lnTo>
                  <a:cubicBezTo>
                    <a:pt x="8192" y="536"/>
                    <a:pt x="7719" y="32"/>
                    <a:pt x="7089" y="32"/>
                  </a:cubicBezTo>
                  <a:cubicBezTo>
                    <a:pt x="6837" y="32"/>
                    <a:pt x="6554" y="158"/>
                    <a:pt x="6365" y="284"/>
                  </a:cubicBezTo>
                  <a:cubicBezTo>
                    <a:pt x="6144" y="95"/>
                    <a:pt x="5876" y="1"/>
                    <a:pt x="5609" y="1"/>
                  </a:cubicBezTo>
                  <a:cubicBezTo>
                    <a:pt x="5341" y="1"/>
                    <a:pt x="5073" y="95"/>
                    <a:pt x="4853" y="284"/>
                  </a:cubicBezTo>
                  <a:cubicBezTo>
                    <a:pt x="4632" y="95"/>
                    <a:pt x="4372" y="1"/>
                    <a:pt x="4112" y="1"/>
                  </a:cubicBezTo>
                  <a:cubicBezTo>
                    <a:pt x="3852" y="1"/>
                    <a:pt x="3592" y="95"/>
                    <a:pt x="3372" y="284"/>
                  </a:cubicBezTo>
                  <a:cubicBezTo>
                    <a:pt x="3151" y="95"/>
                    <a:pt x="2883" y="1"/>
                    <a:pt x="261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635800" lIns="635800" spcFirstLastPara="1" rIns="635800" wrap="square" tIns="63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-55539850" y="3275325"/>
              <a:ext cx="204800" cy="241825"/>
            </a:xfrm>
            <a:custGeom>
              <a:rect b="b" l="l" r="r" t="t"/>
              <a:pathLst>
                <a:path extrusionOk="0" h="9673" w="8192">
                  <a:moveTo>
                    <a:pt x="2616" y="2962"/>
                  </a:moveTo>
                  <a:cubicBezTo>
                    <a:pt x="2805" y="2962"/>
                    <a:pt x="2962" y="3119"/>
                    <a:pt x="2962" y="3308"/>
                  </a:cubicBezTo>
                  <a:cubicBezTo>
                    <a:pt x="2962" y="3529"/>
                    <a:pt x="2805" y="3686"/>
                    <a:pt x="2616" y="3686"/>
                  </a:cubicBezTo>
                  <a:cubicBezTo>
                    <a:pt x="2427" y="3686"/>
                    <a:pt x="2269" y="3560"/>
                    <a:pt x="2269" y="3308"/>
                  </a:cubicBezTo>
                  <a:cubicBezTo>
                    <a:pt x="2269" y="3119"/>
                    <a:pt x="2427" y="2962"/>
                    <a:pt x="2616" y="2962"/>
                  </a:cubicBezTo>
                  <a:close/>
                  <a:moveTo>
                    <a:pt x="5609" y="2993"/>
                  </a:moveTo>
                  <a:cubicBezTo>
                    <a:pt x="5798" y="2993"/>
                    <a:pt x="5955" y="3151"/>
                    <a:pt x="5955" y="3371"/>
                  </a:cubicBezTo>
                  <a:cubicBezTo>
                    <a:pt x="5987" y="3560"/>
                    <a:pt x="5798" y="3718"/>
                    <a:pt x="5609" y="3718"/>
                  </a:cubicBezTo>
                  <a:cubicBezTo>
                    <a:pt x="5420" y="3718"/>
                    <a:pt x="5262" y="3560"/>
                    <a:pt x="5262" y="3371"/>
                  </a:cubicBezTo>
                  <a:cubicBezTo>
                    <a:pt x="5262" y="3151"/>
                    <a:pt x="5420" y="2993"/>
                    <a:pt x="5609" y="2993"/>
                  </a:cubicBezTo>
                  <a:close/>
                  <a:moveTo>
                    <a:pt x="5164" y="6278"/>
                  </a:moveTo>
                  <a:cubicBezTo>
                    <a:pt x="5262" y="6278"/>
                    <a:pt x="5357" y="6317"/>
                    <a:pt x="5420" y="6396"/>
                  </a:cubicBezTo>
                  <a:cubicBezTo>
                    <a:pt x="5577" y="6522"/>
                    <a:pt x="5577" y="6742"/>
                    <a:pt x="5451" y="6900"/>
                  </a:cubicBezTo>
                  <a:cubicBezTo>
                    <a:pt x="5105" y="7246"/>
                    <a:pt x="4632" y="7435"/>
                    <a:pt x="4096" y="7435"/>
                  </a:cubicBezTo>
                  <a:cubicBezTo>
                    <a:pt x="3592" y="7435"/>
                    <a:pt x="3120" y="7246"/>
                    <a:pt x="2805" y="6900"/>
                  </a:cubicBezTo>
                  <a:cubicBezTo>
                    <a:pt x="2647" y="6742"/>
                    <a:pt x="2647" y="6522"/>
                    <a:pt x="2805" y="6396"/>
                  </a:cubicBezTo>
                  <a:cubicBezTo>
                    <a:pt x="2883" y="6317"/>
                    <a:pt x="2986" y="6278"/>
                    <a:pt x="3080" y="6278"/>
                  </a:cubicBezTo>
                  <a:cubicBezTo>
                    <a:pt x="3175" y="6278"/>
                    <a:pt x="3262" y="6317"/>
                    <a:pt x="3309" y="6396"/>
                  </a:cubicBezTo>
                  <a:cubicBezTo>
                    <a:pt x="3529" y="6616"/>
                    <a:pt x="3821" y="6727"/>
                    <a:pt x="4108" y="6727"/>
                  </a:cubicBezTo>
                  <a:cubicBezTo>
                    <a:pt x="4396" y="6727"/>
                    <a:pt x="4679" y="6616"/>
                    <a:pt x="4884" y="6396"/>
                  </a:cubicBezTo>
                  <a:cubicBezTo>
                    <a:pt x="4963" y="6317"/>
                    <a:pt x="5065" y="6278"/>
                    <a:pt x="5164" y="6278"/>
                  </a:cubicBezTo>
                  <a:close/>
                  <a:moveTo>
                    <a:pt x="1954" y="0"/>
                  </a:moveTo>
                  <a:lnTo>
                    <a:pt x="1" y="1954"/>
                  </a:lnTo>
                  <a:lnTo>
                    <a:pt x="1" y="5577"/>
                  </a:lnTo>
                  <a:cubicBezTo>
                    <a:pt x="1" y="7813"/>
                    <a:pt x="1860" y="9672"/>
                    <a:pt x="4096" y="9672"/>
                  </a:cubicBezTo>
                  <a:cubicBezTo>
                    <a:pt x="6365" y="9672"/>
                    <a:pt x="8192" y="7813"/>
                    <a:pt x="8192" y="5577"/>
                  </a:cubicBezTo>
                  <a:lnTo>
                    <a:pt x="8192" y="1954"/>
                  </a:lnTo>
                  <a:lnTo>
                    <a:pt x="6270" y="0"/>
                  </a:lnTo>
                  <a:cubicBezTo>
                    <a:pt x="5609" y="394"/>
                    <a:pt x="4860" y="591"/>
                    <a:pt x="4112" y="591"/>
                  </a:cubicBezTo>
                  <a:cubicBezTo>
                    <a:pt x="3364" y="591"/>
                    <a:pt x="2616" y="394"/>
                    <a:pt x="19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635800" lIns="635800" spcFirstLastPara="1" rIns="635800" wrap="square" tIns="63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-55316150" y="3335975"/>
              <a:ext cx="18925" cy="63825"/>
            </a:xfrm>
            <a:custGeom>
              <a:rect b="b" l="l" r="r" t="t"/>
              <a:pathLst>
                <a:path extrusionOk="0" h="2553" w="757">
                  <a:moveTo>
                    <a:pt x="0" y="0"/>
                  </a:moveTo>
                  <a:lnTo>
                    <a:pt x="0" y="2552"/>
                  </a:lnTo>
                  <a:cubicBezTo>
                    <a:pt x="441" y="2269"/>
                    <a:pt x="756" y="1796"/>
                    <a:pt x="756" y="1260"/>
                  </a:cubicBezTo>
                  <a:cubicBezTo>
                    <a:pt x="756" y="693"/>
                    <a:pt x="473" y="221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635800" lIns="635800" spcFirstLastPara="1" rIns="635800" wrap="square" tIns="63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" name="Google Shape;109;p14"/>
          <p:cNvGrpSpPr/>
          <p:nvPr/>
        </p:nvGrpSpPr>
        <p:grpSpPr>
          <a:xfrm>
            <a:off x="26504536" y="881483"/>
            <a:ext cx="2704499" cy="3849261"/>
            <a:chOff x="-55202750" y="3198925"/>
            <a:chExt cx="318225" cy="316650"/>
          </a:xfrm>
        </p:grpSpPr>
        <p:sp>
          <p:nvSpPr>
            <p:cNvPr id="110" name="Google Shape;110;p14"/>
            <p:cNvSpPr/>
            <p:nvPr/>
          </p:nvSpPr>
          <p:spPr>
            <a:xfrm>
              <a:off x="-55130275" y="3293425"/>
              <a:ext cx="167775" cy="168575"/>
            </a:xfrm>
            <a:custGeom>
              <a:rect b="b" l="l" r="r" t="t"/>
              <a:pathLst>
                <a:path extrusionOk="0" h="6743" w="6711">
                  <a:moveTo>
                    <a:pt x="1891" y="2238"/>
                  </a:moveTo>
                  <a:cubicBezTo>
                    <a:pt x="2111" y="2238"/>
                    <a:pt x="2269" y="2395"/>
                    <a:pt x="2269" y="2584"/>
                  </a:cubicBezTo>
                  <a:cubicBezTo>
                    <a:pt x="2269" y="2805"/>
                    <a:pt x="2111" y="2962"/>
                    <a:pt x="1891" y="2962"/>
                  </a:cubicBezTo>
                  <a:cubicBezTo>
                    <a:pt x="1702" y="2962"/>
                    <a:pt x="1544" y="2836"/>
                    <a:pt x="1544" y="2584"/>
                  </a:cubicBezTo>
                  <a:cubicBezTo>
                    <a:pt x="1544" y="2395"/>
                    <a:pt x="1702" y="2238"/>
                    <a:pt x="1891" y="2238"/>
                  </a:cubicBezTo>
                  <a:close/>
                  <a:moveTo>
                    <a:pt x="4884" y="2269"/>
                  </a:moveTo>
                  <a:cubicBezTo>
                    <a:pt x="5104" y="2269"/>
                    <a:pt x="5262" y="2427"/>
                    <a:pt x="5262" y="2647"/>
                  </a:cubicBezTo>
                  <a:cubicBezTo>
                    <a:pt x="5262" y="2836"/>
                    <a:pt x="5104" y="2994"/>
                    <a:pt x="4884" y="2994"/>
                  </a:cubicBezTo>
                  <a:cubicBezTo>
                    <a:pt x="4695" y="2994"/>
                    <a:pt x="4537" y="2836"/>
                    <a:pt x="4537" y="2647"/>
                  </a:cubicBezTo>
                  <a:cubicBezTo>
                    <a:pt x="4537" y="2427"/>
                    <a:pt x="4695" y="2269"/>
                    <a:pt x="4884" y="2269"/>
                  </a:cubicBezTo>
                  <a:close/>
                  <a:moveTo>
                    <a:pt x="4454" y="4798"/>
                  </a:moveTo>
                  <a:cubicBezTo>
                    <a:pt x="4545" y="4798"/>
                    <a:pt x="4632" y="4837"/>
                    <a:pt x="4695" y="4916"/>
                  </a:cubicBezTo>
                  <a:cubicBezTo>
                    <a:pt x="4852" y="5042"/>
                    <a:pt x="4852" y="5262"/>
                    <a:pt x="4726" y="5420"/>
                  </a:cubicBezTo>
                  <a:cubicBezTo>
                    <a:pt x="4380" y="5798"/>
                    <a:pt x="3907" y="5987"/>
                    <a:pt x="3403" y="5987"/>
                  </a:cubicBezTo>
                  <a:cubicBezTo>
                    <a:pt x="2899" y="5987"/>
                    <a:pt x="2426" y="5798"/>
                    <a:pt x="2111" y="5420"/>
                  </a:cubicBezTo>
                  <a:cubicBezTo>
                    <a:pt x="1954" y="5262"/>
                    <a:pt x="1954" y="5042"/>
                    <a:pt x="2111" y="4916"/>
                  </a:cubicBezTo>
                  <a:cubicBezTo>
                    <a:pt x="2190" y="4837"/>
                    <a:pt x="2284" y="4798"/>
                    <a:pt x="2375" y="4798"/>
                  </a:cubicBezTo>
                  <a:cubicBezTo>
                    <a:pt x="2466" y="4798"/>
                    <a:pt x="2552" y="4837"/>
                    <a:pt x="2615" y="4916"/>
                  </a:cubicBezTo>
                  <a:cubicBezTo>
                    <a:pt x="2836" y="5136"/>
                    <a:pt x="3119" y="5246"/>
                    <a:pt x="3403" y="5246"/>
                  </a:cubicBezTo>
                  <a:cubicBezTo>
                    <a:pt x="3686" y="5246"/>
                    <a:pt x="3970" y="5136"/>
                    <a:pt x="4191" y="4916"/>
                  </a:cubicBezTo>
                  <a:cubicBezTo>
                    <a:pt x="4269" y="4837"/>
                    <a:pt x="4364" y="4798"/>
                    <a:pt x="4454" y="4798"/>
                  </a:cubicBezTo>
                  <a:close/>
                  <a:moveTo>
                    <a:pt x="3403" y="1"/>
                  </a:moveTo>
                  <a:cubicBezTo>
                    <a:pt x="2773" y="1261"/>
                    <a:pt x="1513" y="2112"/>
                    <a:pt x="63" y="2238"/>
                  </a:cubicBezTo>
                  <a:cubicBezTo>
                    <a:pt x="63" y="2364"/>
                    <a:pt x="0" y="2521"/>
                    <a:pt x="0" y="2647"/>
                  </a:cubicBezTo>
                  <a:lnTo>
                    <a:pt x="0" y="4128"/>
                  </a:lnTo>
                  <a:cubicBezTo>
                    <a:pt x="0" y="5577"/>
                    <a:pt x="1198" y="6743"/>
                    <a:pt x="2615" y="6743"/>
                  </a:cubicBezTo>
                  <a:lnTo>
                    <a:pt x="4096" y="6743"/>
                  </a:lnTo>
                  <a:cubicBezTo>
                    <a:pt x="5577" y="6743"/>
                    <a:pt x="6711" y="5546"/>
                    <a:pt x="6711" y="4128"/>
                  </a:cubicBezTo>
                  <a:lnTo>
                    <a:pt x="6711" y="2647"/>
                  </a:lnTo>
                  <a:cubicBezTo>
                    <a:pt x="6711" y="2521"/>
                    <a:pt x="6711" y="2364"/>
                    <a:pt x="6679" y="2238"/>
                  </a:cubicBezTo>
                  <a:cubicBezTo>
                    <a:pt x="5293" y="2112"/>
                    <a:pt x="4033" y="1261"/>
                    <a:pt x="340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615425" lIns="615425" spcFirstLastPara="1" rIns="615425" wrap="square" tIns="615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-55202750" y="3198925"/>
              <a:ext cx="318225" cy="316650"/>
            </a:xfrm>
            <a:custGeom>
              <a:rect b="b" l="l" r="r" t="t"/>
              <a:pathLst>
                <a:path extrusionOk="0" h="12666" w="12729">
                  <a:moveTo>
                    <a:pt x="6302" y="2221"/>
                  </a:moveTo>
                  <a:cubicBezTo>
                    <a:pt x="6459" y="2221"/>
                    <a:pt x="6617" y="2300"/>
                    <a:pt x="6648" y="2458"/>
                  </a:cubicBezTo>
                  <a:lnTo>
                    <a:pt x="6680" y="2615"/>
                  </a:lnTo>
                  <a:cubicBezTo>
                    <a:pt x="7058" y="4127"/>
                    <a:pt x="8381" y="5230"/>
                    <a:pt x="9956" y="5230"/>
                  </a:cubicBezTo>
                  <a:cubicBezTo>
                    <a:pt x="10145" y="5230"/>
                    <a:pt x="10272" y="5356"/>
                    <a:pt x="10303" y="5545"/>
                  </a:cubicBezTo>
                  <a:cubicBezTo>
                    <a:pt x="10366" y="5829"/>
                    <a:pt x="10398" y="6112"/>
                    <a:pt x="10398" y="6364"/>
                  </a:cubicBezTo>
                  <a:lnTo>
                    <a:pt x="10398" y="7877"/>
                  </a:lnTo>
                  <a:cubicBezTo>
                    <a:pt x="10398" y="9704"/>
                    <a:pt x="8885" y="11216"/>
                    <a:pt x="7058" y="11216"/>
                  </a:cubicBezTo>
                  <a:lnTo>
                    <a:pt x="5546" y="11216"/>
                  </a:lnTo>
                  <a:cubicBezTo>
                    <a:pt x="3687" y="11216"/>
                    <a:pt x="2206" y="9704"/>
                    <a:pt x="2206" y="7877"/>
                  </a:cubicBezTo>
                  <a:lnTo>
                    <a:pt x="2206" y="6364"/>
                  </a:lnTo>
                  <a:cubicBezTo>
                    <a:pt x="2206" y="6112"/>
                    <a:pt x="2238" y="5829"/>
                    <a:pt x="2269" y="5545"/>
                  </a:cubicBezTo>
                  <a:cubicBezTo>
                    <a:pt x="2332" y="5388"/>
                    <a:pt x="2490" y="5230"/>
                    <a:pt x="2647" y="5230"/>
                  </a:cubicBezTo>
                  <a:cubicBezTo>
                    <a:pt x="4160" y="5230"/>
                    <a:pt x="5514" y="4127"/>
                    <a:pt x="5892" y="2615"/>
                  </a:cubicBezTo>
                  <a:lnTo>
                    <a:pt x="5955" y="2458"/>
                  </a:lnTo>
                  <a:cubicBezTo>
                    <a:pt x="5987" y="2300"/>
                    <a:pt x="6144" y="2221"/>
                    <a:pt x="6302" y="2221"/>
                  </a:cubicBezTo>
                  <a:close/>
                  <a:moveTo>
                    <a:pt x="6333" y="0"/>
                  </a:moveTo>
                  <a:cubicBezTo>
                    <a:pt x="3529" y="0"/>
                    <a:pt x="1135" y="2111"/>
                    <a:pt x="789" y="4884"/>
                  </a:cubicBezTo>
                  <a:cubicBezTo>
                    <a:pt x="284" y="5230"/>
                    <a:pt x="1" y="5797"/>
                    <a:pt x="1" y="6427"/>
                  </a:cubicBezTo>
                  <a:cubicBezTo>
                    <a:pt x="1" y="6805"/>
                    <a:pt x="127" y="7215"/>
                    <a:pt x="379" y="7530"/>
                  </a:cubicBezTo>
                  <a:cubicBezTo>
                    <a:pt x="158" y="7845"/>
                    <a:pt x="1" y="8223"/>
                    <a:pt x="1" y="8633"/>
                  </a:cubicBezTo>
                  <a:cubicBezTo>
                    <a:pt x="1" y="9011"/>
                    <a:pt x="127" y="9420"/>
                    <a:pt x="379" y="9735"/>
                  </a:cubicBezTo>
                  <a:cubicBezTo>
                    <a:pt x="158" y="10050"/>
                    <a:pt x="1" y="10428"/>
                    <a:pt x="1" y="10838"/>
                  </a:cubicBezTo>
                  <a:cubicBezTo>
                    <a:pt x="1" y="11846"/>
                    <a:pt x="852" y="12665"/>
                    <a:pt x="1891" y="12665"/>
                  </a:cubicBezTo>
                  <a:lnTo>
                    <a:pt x="10839" y="12665"/>
                  </a:lnTo>
                  <a:cubicBezTo>
                    <a:pt x="11847" y="12665"/>
                    <a:pt x="12729" y="11846"/>
                    <a:pt x="12729" y="10838"/>
                  </a:cubicBezTo>
                  <a:cubicBezTo>
                    <a:pt x="12729" y="10428"/>
                    <a:pt x="12603" y="10050"/>
                    <a:pt x="12319" y="9735"/>
                  </a:cubicBezTo>
                  <a:cubicBezTo>
                    <a:pt x="12571" y="9420"/>
                    <a:pt x="12729" y="9011"/>
                    <a:pt x="12729" y="8633"/>
                  </a:cubicBezTo>
                  <a:cubicBezTo>
                    <a:pt x="12666" y="8223"/>
                    <a:pt x="12508" y="7845"/>
                    <a:pt x="12288" y="7530"/>
                  </a:cubicBezTo>
                  <a:cubicBezTo>
                    <a:pt x="12508" y="7215"/>
                    <a:pt x="12666" y="6805"/>
                    <a:pt x="12666" y="6427"/>
                  </a:cubicBezTo>
                  <a:cubicBezTo>
                    <a:pt x="12666" y="5829"/>
                    <a:pt x="12351" y="5230"/>
                    <a:pt x="11878" y="4884"/>
                  </a:cubicBezTo>
                  <a:cubicBezTo>
                    <a:pt x="11500" y="2111"/>
                    <a:pt x="9137" y="0"/>
                    <a:pt x="63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615425" lIns="615425" spcFirstLastPara="1" rIns="615425" wrap="square" tIns="615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2" name="Google Shape;112;p14" title="istockphoto-842759228-612x612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978525" y="16321163"/>
            <a:ext cx="5314950" cy="425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title="woman-front-side-view-female-character-model-woman-front-side-view-female-character-model-isolated-white-background-439833062-removebg-preview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143400" y="16435463"/>
            <a:ext cx="5619750" cy="40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/>
        </p:nvSpPr>
        <p:spPr>
          <a:xfrm>
            <a:off x="165275" y="145000"/>
            <a:ext cx="15795000" cy="14075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</a:endParaRPr>
          </a:p>
        </p:txBody>
      </p:sp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42276" y="585925"/>
            <a:ext cx="4767171" cy="3210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200500" y="4105320"/>
            <a:ext cx="5450129" cy="348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6083770" y="8302199"/>
            <a:ext cx="5450157" cy="367722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-5186082" y="1066049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123" name="Google Shape;123;p15"/>
          <p:cNvSpPr txBox="1"/>
          <p:nvPr/>
        </p:nvSpPr>
        <p:spPr>
          <a:xfrm>
            <a:off x="-5502997" y="4542814"/>
            <a:ext cx="40986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124" name="Google Shape;124;p15"/>
          <p:cNvSpPr txBox="1"/>
          <p:nvPr/>
        </p:nvSpPr>
        <p:spPr>
          <a:xfrm>
            <a:off x="-5057855" y="8973620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125" name="Google Shape;12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63561" y="9486007"/>
            <a:ext cx="4767171" cy="319934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18047970" y="9971111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127" name="Google Shape;127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222355" y="585925"/>
            <a:ext cx="4891181" cy="4012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42874" y="4737770"/>
            <a:ext cx="5450150" cy="4012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18394904" y="1164662"/>
            <a:ext cx="27045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130" name="Google Shape;130;p15"/>
          <p:cNvSpPr txBox="1"/>
          <p:nvPr/>
        </p:nvSpPr>
        <p:spPr>
          <a:xfrm>
            <a:off x="18394904" y="5325316"/>
            <a:ext cx="27045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9">
            <a:alphaModFix/>
          </a:blip>
          <a:srcRect b="52609" l="0" r="0" t="0"/>
          <a:stretch/>
        </p:blipFill>
        <p:spPr>
          <a:xfrm>
            <a:off x="-12247200" y="13121825"/>
            <a:ext cx="11613575" cy="319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-11068675" y="13884625"/>
            <a:ext cx="92811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133" name="Google Shape;133;p15"/>
          <p:cNvPicPr preferRelativeResize="0"/>
          <p:nvPr/>
        </p:nvPicPr>
        <p:blipFill rotWithShape="1">
          <a:blip r:embed="rId9">
            <a:alphaModFix/>
          </a:blip>
          <a:srcRect b="0" l="0" r="0" t="52609"/>
          <a:stretch/>
        </p:blipFill>
        <p:spPr>
          <a:xfrm>
            <a:off x="16942875" y="13226100"/>
            <a:ext cx="14067250" cy="319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18394900" y="13981425"/>
            <a:ext cx="108378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135" name="Google Shape;135;p15"/>
          <p:cNvSpPr txBox="1"/>
          <p:nvPr/>
        </p:nvSpPr>
        <p:spPr>
          <a:xfrm>
            <a:off x="222600" y="14564125"/>
            <a:ext cx="7646700" cy="6249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SLIDE 3: CHARACTER A'S SACRIFICE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A's Important Possession: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Reason for the Sacrifice: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 wants to buy __________________________ for Character B.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Sacrifice: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To get enough money, Character A decides to __________________________.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Feelings: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How does Character A feel about making this sacrifice?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8001000" y="14564125"/>
            <a:ext cx="7778400" cy="6249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Visuals: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Show Character A giving up something valuable.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Show Character A purchasing the gift.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Dialogue/Narration: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[Character A's Thought Bubble]: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"___________________________________"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/>
          <p:nvPr/>
        </p:nvSpPr>
        <p:spPr>
          <a:xfrm>
            <a:off x="165275" y="145000"/>
            <a:ext cx="15795000" cy="14075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42276" y="585925"/>
            <a:ext cx="4767171" cy="3210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200500" y="4105320"/>
            <a:ext cx="5450129" cy="348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6083770" y="8302199"/>
            <a:ext cx="5450157" cy="367722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-5186082" y="1066049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146" name="Google Shape;146;p16"/>
          <p:cNvSpPr txBox="1"/>
          <p:nvPr/>
        </p:nvSpPr>
        <p:spPr>
          <a:xfrm>
            <a:off x="-5502997" y="4542814"/>
            <a:ext cx="40986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147" name="Google Shape;147;p16"/>
          <p:cNvSpPr txBox="1"/>
          <p:nvPr/>
        </p:nvSpPr>
        <p:spPr>
          <a:xfrm>
            <a:off x="-5057855" y="8973620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148" name="Google Shape;14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63561" y="9486007"/>
            <a:ext cx="4767171" cy="319934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18047970" y="9971111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150" name="Google Shape;150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222355" y="585925"/>
            <a:ext cx="4891181" cy="4012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42874" y="4737770"/>
            <a:ext cx="5450150" cy="401255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18394904" y="1164662"/>
            <a:ext cx="27045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153" name="Google Shape;153;p16"/>
          <p:cNvSpPr txBox="1"/>
          <p:nvPr/>
        </p:nvSpPr>
        <p:spPr>
          <a:xfrm>
            <a:off x="18394904" y="5325316"/>
            <a:ext cx="27045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154" name="Google Shape;154;p16"/>
          <p:cNvPicPr preferRelativeResize="0"/>
          <p:nvPr/>
        </p:nvPicPr>
        <p:blipFill rotWithShape="1">
          <a:blip r:embed="rId9">
            <a:alphaModFix/>
          </a:blip>
          <a:srcRect b="52609" l="0" r="0" t="0"/>
          <a:stretch/>
        </p:blipFill>
        <p:spPr>
          <a:xfrm>
            <a:off x="-12247200" y="13121825"/>
            <a:ext cx="11613575" cy="319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-11068675" y="13884625"/>
            <a:ext cx="92811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156" name="Google Shape;156;p16"/>
          <p:cNvPicPr preferRelativeResize="0"/>
          <p:nvPr/>
        </p:nvPicPr>
        <p:blipFill rotWithShape="1">
          <a:blip r:embed="rId9">
            <a:alphaModFix/>
          </a:blip>
          <a:srcRect b="0" l="0" r="0" t="52609"/>
          <a:stretch/>
        </p:blipFill>
        <p:spPr>
          <a:xfrm>
            <a:off x="16942875" y="13226100"/>
            <a:ext cx="14067250" cy="319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18394900" y="13981425"/>
            <a:ext cx="108378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158" name="Google Shape;158;p16"/>
          <p:cNvSpPr txBox="1"/>
          <p:nvPr/>
        </p:nvSpPr>
        <p:spPr>
          <a:xfrm>
            <a:off x="222600" y="14564125"/>
            <a:ext cx="7646700" cy="6249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B's Important Possession: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___________________________________________________________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Reason for the Sacrifice: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B wants to buy __________________________ for Character A.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Sacrifice: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To get enough money, Character B decides to __________________________.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Feelings: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How does Character B feel about making this sacrifice?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___________________________________________________________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8001000" y="14564125"/>
            <a:ext cx="7778400" cy="6249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Visuals: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Show Character B giving up something valuable.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Show Character B purchasing the gift.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Dialogue/Narration: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[Character B's Thought Bubble]: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"___________________________________"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/>
        </p:nvSpPr>
        <p:spPr>
          <a:xfrm>
            <a:off x="165275" y="145000"/>
            <a:ext cx="15795000" cy="14075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</a:endParaRPr>
          </a:p>
        </p:txBody>
      </p:sp>
      <p:pic>
        <p:nvPicPr>
          <p:cNvPr id="165" name="Google Shape;16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42276" y="585925"/>
            <a:ext cx="4767171" cy="3210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200500" y="4105320"/>
            <a:ext cx="5450129" cy="348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6083770" y="8302199"/>
            <a:ext cx="5450157" cy="367722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-5186082" y="1066049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169" name="Google Shape;169;p17"/>
          <p:cNvSpPr txBox="1"/>
          <p:nvPr/>
        </p:nvSpPr>
        <p:spPr>
          <a:xfrm>
            <a:off x="-5502997" y="4542814"/>
            <a:ext cx="40986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170" name="Google Shape;170;p17"/>
          <p:cNvSpPr txBox="1"/>
          <p:nvPr/>
        </p:nvSpPr>
        <p:spPr>
          <a:xfrm>
            <a:off x="-5057855" y="8973620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171" name="Google Shape;17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63561" y="9486007"/>
            <a:ext cx="4767171" cy="319934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18047970" y="9971111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173" name="Google Shape;17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222355" y="585925"/>
            <a:ext cx="4891181" cy="4012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42874" y="4737770"/>
            <a:ext cx="5450150" cy="401255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18394904" y="1164662"/>
            <a:ext cx="27045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176" name="Google Shape;176;p17"/>
          <p:cNvSpPr txBox="1"/>
          <p:nvPr/>
        </p:nvSpPr>
        <p:spPr>
          <a:xfrm>
            <a:off x="18394904" y="5325316"/>
            <a:ext cx="27045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177" name="Google Shape;177;p17"/>
          <p:cNvPicPr preferRelativeResize="0"/>
          <p:nvPr/>
        </p:nvPicPr>
        <p:blipFill rotWithShape="1">
          <a:blip r:embed="rId9">
            <a:alphaModFix/>
          </a:blip>
          <a:srcRect b="52609" l="0" r="0" t="0"/>
          <a:stretch/>
        </p:blipFill>
        <p:spPr>
          <a:xfrm>
            <a:off x="-12247200" y="13121825"/>
            <a:ext cx="11613575" cy="319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-11068675" y="13884625"/>
            <a:ext cx="92811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179" name="Google Shape;179;p17"/>
          <p:cNvPicPr preferRelativeResize="0"/>
          <p:nvPr/>
        </p:nvPicPr>
        <p:blipFill rotWithShape="1">
          <a:blip r:embed="rId9">
            <a:alphaModFix/>
          </a:blip>
          <a:srcRect b="0" l="0" r="0" t="52609"/>
          <a:stretch/>
        </p:blipFill>
        <p:spPr>
          <a:xfrm>
            <a:off x="16942875" y="13226100"/>
            <a:ext cx="14067250" cy="319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18394900" y="13981425"/>
            <a:ext cx="108378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181" name="Google Shape;181;p17"/>
          <p:cNvSpPr txBox="1"/>
          <p:nvPr/>
        </p:nvSpPr>
        <p:spPr>
          <a:xfrm>
            <a:off x="222600" y="14564125"/>
            <a:ext cx="7646700" cy="6249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Gift Exchange Scene: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Describe where the characters meet and exchange gifts.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___________________________________________________________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Suspense: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What are the characters expecting to happen?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___________________________________________________________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8001000" y="14564125"/>
            <a:ext cx="7778400" cy="6249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Visuals: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Show both characters together.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Show the wrapped gifts.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Build anticipation before the gifts are opened.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Dialogue/Narration: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[Character A]: "I got something special for you."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[Character B]: "I can't wait for you to see yours!"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/>
        </p:nvSpPr>
        <p:spPr>
          <a:xfrm>
            <a:off x="165275" y="145000"/>
            <a:ext cx="15795000" cy="14075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</a:endParaRPr>
          </a:p>
        </p:txBody>
      </p:sp>
      <p:pic>
        <p:nvPicPr>
          <p:cNvPr id="188" name="Google Shape;1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42276" y="585925"/>
            <a:ext cx="4767171" cy="3210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200500" y="4105320"/>
            <a:ext cx="5450129" cy="348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6083770" y="8302199"/>
            <a:ext cx="5450157" cy="36772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-5186082" y="1066049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192" name="Google Shape;192;p18"/>
          <p:cNvSpPr txBox="1"/>
          <p:nvPr/>
        </p:nvSpPr>
        <p:spPr>
          <a:xfrm>
            <a:off x="-5502997" y="4542814"/>
            <a:ext cx="40986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193" name="Google Shape;193;p18"/>
          <p:cNvSpPr txBox="1"/>
          <p:nvPr/>
        </p:nvSpPr>
        <p:spPr>
          <a:xfrm>
            <a:off x="-5057855" y="8973620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194" name="Google Shape;19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63561" y="9486007"/>
            <a:ext cx="4767171" cy="319934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18047970" y="9971111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196" name="Google Shape;196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222355" y="585925"/>
            <a:ext cx="4891181" cy="4012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42874" y="4737770"/>
            <a:ext cx="5450150" cy="401255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18394904" y="1164662"/>
            <a:ext cx="27045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199" name="Google Shape;199;p18"/>
          <p:cNvSpPr txBox="1"/>
          <p:nvPr/>
        </p:nvSpPr>
        <p:spPr>
          <a:xfrm>
            <a:off x="18394904" y="5325316"/>
            <a:ext cx="27045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200" name="Google Shape;200;p18"/>
          <p:cNvPicPr preferRelativeResize="0"/>
          <p:nvPr/>
        </p:nvPicPr>
        <p:blipFill rotWithShape="1">
          <a:blip r:embed="rId9">
            <a:alphaModFix/>
          </a:blip>
          <a:srcRect b="52609" l="0" r="0" t="0"/>
          <a:stretch/>
        </p:blipFill>
        <p:spPr>
          <a:xfrm>
            <a:off x="-12247200" y="13121825"/>
            <a:ext cx="11613575" cy="319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-11068675" y="13884625"/>
            <a:ext cx="92811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202" name="Google Shape;202;p18"/>
          <p:cNvPicPr preferRelativeResize="0"/>
          <p:nvPr/>
        </p:nvPicPr>
        <p:blipFill rotWithShape="1">
          <a:blip r:embed="rId9">
            <a:alphaModFix/>
          </a:blip>
          <a:srcRect b="0" l="0" r="0" t="52609"/>
          <a:stretch/>
        </p:blipFill>
        <p:spPr>
          <a:xfrm>
            <a:off x="16942875" y="13226100"/>
            <a:ext cx="14067250" cy="319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18394900" y="13981425"/>
            <a:ext cx="108378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204" name="Google Shape;204;p18"/>
          <p:cNvSpPr txBox="1"/>
          <p:nvPr/>
        </p:nvSpPr>
        <p:spPr>
          <a:xfrm>
            <a:off x="222600" y="14564125"/>
            <a:ext cx="7646700" cy="6249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Discovery: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What do the characters learn after opening the gifts?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___________________________________________________________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Irony: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Explain how each sacrifice made the other's gift unusable,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unnecessary, or less useful.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___________________________________________________________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Reactions: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How do the characters feel when they realize what happened?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________________________________________________________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8001000" y="14564125"/>
            <a:ext cx="7778400" cy="6249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Visuals: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Show the gifts being opened.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Show surprised or shocked reactions.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Highlight the ironic outcome.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Dialogue/Narration: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[Character A]: "Wait... you sold your __________?"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[Character B]: "And you gave up your __________?"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/>
          <p:nvPr/>
        </p:nvSpPr>
        <p:spPr>
          <a:xfrm>
            <a:off x="165275" y="145000"/>
            <a:ext cx="15795000" cy="14075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</a:endParaRPr>
          </a:p>
        </p:txBody>
      </p:sp>
      <p:pic>
        <p:nvPicPr>
          <p:cNvPr id="211" name="Google Shape;2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42276" y="585925"/>
            <a:ext cx="4767171" cy="3210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200500" y="4105320"/>
            <a:ext cx="5450129" cy="348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6083770" y="8302199"/>
            <a:ext cx="5450157" cy="367722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-5186082" y="1066049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215" name="Google Shape;215;p19"/>
          <p:cNvSpPr txBox="1"/>
          <p:nvPr/>
        </p:nvSpPr>
        <p:spPr>
          <a:xfrm>
            <a:off x="-5502997" y="4542814"/>
            <a:ext cx="40986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216" name="Google Shape;216;p19"/>
          <p:cNvSpPr txBox="1"/>
          <p:nvPr/>
        </p:nvSpPr>
        <p:spPr>
          <a:xfrm>
            <a:off x="-5057855" y="8973620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217" name="Google Shape;21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63561" y="9486007"/>
            <a:ext cx="4767171" cy="319934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18047970" y="9971111"/>
            <a:ext cx="33984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219" name="Google Shape;219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222355" y="585925"/>
            <a:ext cx="4891181" cy="4012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42874" y="4737770"/>
            <a:ext cx="5450150" cy="401255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/>
        </p:nvSpPr>
        <p:spPr>
          <a:xfrm>
            <a:off x="18394904" y="1164662"/>
            <a:ext cx="27045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222" name="Google Shape;222;p19"/>
          <p:cNvSpPr txBox="1"/>
          <p:nvPr/>
        </p:nvSpPr>
        <p:spPr>
          <a:xfrm>
            <a:off x="18394904" y="5325316"/>
            <a:ext cx="27045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pic>
        <p:nvPicPr>
          <p:cNvPr id="223" name="Google Shape;223;p19"/>
          <p:cNvPicPr preferRelativeResize="0"/>
          <p:nvPr/>
        </p:nvPicPr>
        <p:blipFill rotWithShape="1">
          <a:blip r:embed="rId9">
            <a:alphaModFix/>
          </a:blip>
          <a:srcRect b="52609" l="0" r="0" t="0"/>
          <a:stretch/>
        </p:blipFill>
        <p:spPr>
          <a:xfrm>
            <a:off x="-12247200" y="13121825"/>
            <a:ext cx="11613575" cy="319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/>
          <p:cNvPicPr preferRelativeResize="0"/>
          <p:nvPr/>
        </p:nvPicPr>
        <p:blipFill rotWithShape="1">
          <a:blip r:embed="rId9">
            <a:alphaModFix/>
          </a:blip>
          <a:srcRect b="0" l="0" r="0" t="52609"/>
          <a:stretch/>
        </p:blipFill>
        <p:spPr>
          <a:xfrm>
            <a:off x="16942875" y="13226100"/>
            <a:ext cx="14067250" cy="319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"/>
          <p:cNvSpPr txBox="1"/>
          <p:nvPr/>
        </p:nvSpPr>
        <p:spPr>
          <a:xfrm>
            <a:off x="-11068675" y="13884625"/>
            <a:ext cx="92811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226" name="Google Shape;226;p19"/>
          <p:cNvSpPr txBox="1"/>
          <p:nvPr/>
        </p:nvSpPr>
        <p:spPr>
          <a:xfrm>
            <a:off x="18394900" y="13981425"/>
            <a:ext cx="108378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here</a:t>
            </a:r>
            <a:endParaRPr sz="3000"/>
          </a:p>
        </p:txBody>
      </p:sp>
      <p:sp>
        <p:nvSpPr>
          <p:cNvPr id="227" name="Google Shape;227;p19"/>
          <p:cNvSpPr txBox="1"/>
          <p:nvPr/>
        </p:nvSpPr>
        <p:spPr>
          <a:xfrm>
            <a:off x="222600" y="14564125"/>
            <a:ext cx="7646700" cy="6249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Resolution: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How do the characters respond to the situation?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___________________________________________________________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What lesson do they learn about love, friendship, loyalty,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or generosity?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___________________________________________________________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Growth: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How have the characters changed or what have they realized?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___________________________________________________________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8001000" y="14564125"/>
            <a:ext cx="7778400" cy="6249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Visuals: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Show the characters together.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Emphasize their relationship rather than the gifts.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• Create a positive ending.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Dialogue/Narration: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[Narrator]: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"___________________________________"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Final Theme Statement: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Georgia"/>
              <a:buChar char="●"/>
            </a:pPr>
            <a:r>
              <a:rPr b="1" lang="en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___________________________________________________________</a:t>
            </a:r>
            <a:endParaRPr b="1" sz="2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 txBox="1"/>
          <p:nvPr>
            <p:ph type="title"/>
          </p:nvPr>
        </p:nvSpPr>
        <p:spPr>
          <a:xfrm>
            <a:off x="551969" y="8762722"/>
            <a:ext cx="15088800" cy="3429300"/>
          </a:xfrm>
          <a:prstGeom prst="rect">
            <a:avLst/>
          </a:prstGeom>
          <a:solidFill>
            <a:srgbClr val="FF9900"/>
          </a:solidFill>
        </p:spPr>
        <p:txBody>
          <a:bodyPr anchorCtr="0" anchor="ctr" bIns="179975" lIns="179975" spcFirstLastPara="1" rIns="179975" wrap="square" tIns="17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Scaffolded</a:t>
            </a:r>
            <a:r>
              <a:rPr lang="en"/>
              <a:t> Template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