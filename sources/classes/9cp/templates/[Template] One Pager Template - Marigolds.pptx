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f8a3b81db_0_8:notes"/>
          <p:cNvSpPr/>
          <p:nvPr>
            <p:ph idx="2" type="sldImg"/>
          </p:nvPr>
        </p:nvSpPr>
        <p:spPr>
          <a:xfrm>
            <a:off x="2104484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f8a3b81d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264945" y="5542289"/>
            <a:ext cx="7242600" cy="15498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rtl="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rtl="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rtl="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rtl="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rtl="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rtl="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rtl="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rtl="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 rtl="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 rtl="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264945" y="1086507"/>
            <a:ext cx="2386800" cy="14775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 rtl="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16713" y="880293"/>
            <a:ext cx="5412600" cy="80001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198575" y="1415969"/>
            <a:ext cx="3261600" cy="7225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rtl="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rtl="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rtl="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rtl="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rtl="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rtl="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rtl="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rtl="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 rtl="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rtl="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rtl="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rtl="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rtl="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rtl="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rtl="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rtl="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rtl="0" algn="ctr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rtl="0" algn="r">
              <a:buNone/>
              <a:defRPr sz="1200">
                <a:solidFill>
                  <a:schemeClr val="dk2"/>
                </a:solidFill>
              </a:defRPr>
            </a:lvl1pPr>
            <a:lvl2pPr lvl="1" rtl="0" algn="r">
              <a:buNone/>
              <a:defRPr sz="1200">
                <a:solidFill>
                  <a:schemeClr val="dk2"/>
                </a:solidFill>
              </a:defRPr>
            </a:lvl2pPr>
            <a:lvl3pPr lvl="2" rtl="0" algn="r">
              <a:buNone/>
              <a:defRPr sz="1200">
                <a:solidFill>
                  <a:schemeClr val="dk2"/>
                </a:solidFill>
              </a:defRPr>
            </a:lvl3pPr>
            <a:lvl4pPr lvl="3" rtl="0" algn="r">
              <a:buNone/>
              <a:defRPr sz="1200">
                <a:solidFill>
                  <a:schemeClr val="dk2"/>
                </a:solidFill>
              </a:defRPr>
            </a:lvl4pPr>
            <a:lvl5pPr lvl="4" rtl="0" algn="r">
              <a:buNone/>
              <a:defRPr sz="1200">
                <a:solidFill>
                  <a:schemeClr val="dk2"/>
                </a:solidFill>
              </a:defRPr>
            </a:lvl5pPr>
            <a:lvl6pPr lvl="5" rtl="0" algn="r">
              <a:buNone/>
              <a:defRPr sz="1200">
                <a:solidFill>
                  <a:schemeClr val="dk2"/>
                </a:solidFill>
              </a:defRPr>
            </a:lvl6pPr>
            <a:lvl7pPr lvl="6" rtl="0" algn="r">
              <a:buNone/>
              <a:defRPr sz="1200">
                <a:solidFill>
                  <a:schemeClr val="dk2"/>
                </a:solidFill>
              </a:defRPr>
            </a:lvl7pPr>
            <a:lvl8pPr lvl="7" rtl="0" algn="r">
              <a:buNone/>
              <a:defRPr sz="1200">
                <a:solidFill>
                  <a:schemeClr val="dk2"/>
                </a:solidFill>
              </a:defRPr>
            </a:lvl8pPr>
            <a:lvl9pPr lvl="8" rtl="0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/>
          <p:nvPr/>
        </p:nvSpPr>
        <p:spPr>
          <a:xfrm>
            <a:off x="0" y="0"/>
            <a:ext cx="3886200" cy="5029200"/>
          </a:xfrm>
          <a:prstGeom prst="rect">
            <a:avLst/>
          </a:prstGeom>
          <a:noFill/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750" lIns="111750" spcFirstLastPara="1" rIns="111750" wrap="square" tIns="11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6"/>
          <p:cNvSpPr/>
          <p:nvPr/>
        </p:nvSpPr>
        <p:spPr>
          <a:xfrm>
            <a:off x="3886094" y="0"/>
            <a:ext cx="3886200" cy="5029200"/>
          </a:xfrm>
          <a:prstGeom prst="rect">
            <a:avLst/>
          </a:prstGeom>
          <a:noFill/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750" lIns="111750" spcFirstLastPara="1" rIns="111750" wrap="square" tIns="11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6"/>
          <p:cNvSpPr/>
          <p:nvPr/>
        </p:nvSpPr>
        <p:spPr>
          <a:xfrm>
            <a:off x="0" y="5029171"/>
            <a:ext cx="3886200" cy="5029200"/>
          </a:xfrm>
          <a:prstGeom prst="rect">
            <a:avLst/>
          </a:prstGeom>
          <a:noFill/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750" lIns="111750" spcFirstLastPara="1" rIns="111750" wrap="square" tIns="11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6"/>
          <p:cNvSpPr/>
          <p:nvPr/>
        </p:nvSpPr>
        <p:spPr>
          <a:xfrm>
            <a:off x="3886094" y="5029171"/>
            <a:ext cx="3886200" cy="5029200"/>
          </a:xfrm>
          <a:prstGeom prst="rect">
            <a:avLst/>
          </a:prstGeom>
          <a:noFill/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750" lIns="111750" spcFirstLastPara="1" rIns="111750" wrap="square" tIns="11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6"/>
          <p:cNvSpPr/>
          <p:nvPr/>
        </p:nvSpPr>
        <p:spPr>
          <a:xfrm>
            <a:off x="2318099" y="2092951"/>
            <a:ext cx="3136200" cy="5872500"/>
          </a:xfrm>
          <a:prstGeom prst="diamond">
            <a:avLst/>
          </a:prstGeom>
          <a:solidFill>
            <a:srgbClr val="FFFFFF">
              <a:alpha val="38990"/>
            </a:srgbClr>
          </a:solidFill>
          <a:ln cap="flat" cmpd="sng" w="34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750" lIns="111750" spcFirstLastPara="1" rIns="111750" wrap="square" tIns="11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6"/>
          <p:cNvSpPr txBox="1"/>
          <p:nvPr/>
        </p:nvSpPr>
        <p:spPr>
          <a:xfrm>
            <a:off x="-4518850" y="0"/>
            <a:ext cx="4339800" cy="9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How to Add Color to the One-Pager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Each section of the one-pager begins transparent so you can see the guide words underneath. The guide words are only there to show you what belongs in each section.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Use the </a:t>
            </a: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paint bucket / fill color tool</a:t>
            </a: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to add color to </a:t>
            </a: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every section</a:t>
            </a: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of the one-pager. When you add color, it is okay if the guide words disappear or get covered. Your real directions are in the assignment document, not on the background image.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After you color each section, add your own text, images, and quotes on top of the colored areas.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Steps: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AutoNum type="arabicPeriod"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Click on a transparent section of the one-pager.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Click the </a:t>
            </a: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paint bucket / fill color</a:t>
            </a: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tool.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AutoNum type="arabicPeriod"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Choose a color for that section.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Repeat until </a:t>
            </a: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every section</a:t>
            </a: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has color.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AutoNum type="arabicPeriod"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Then add the required writing or image for each part of the one-pager.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Reminder:</a:t>
            </a: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If you color the wrong part, click </a:t>
            </a: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Undo</a:t>
            </a: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and try again. Make sure every section is colored before you turn it in.</a:t>
            </a:r>
            <a:endParaRPr sz="2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8129900" y="112425"/>
            <a:ext cx="66963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This document counts as the center tic-tac-toe board square. Remember to create/copy and attach the other two required documents.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