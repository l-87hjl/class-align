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5fbce60e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5fbce6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e542cd4aa_0_5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e542cd4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e542cd4aa_0_5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e542cd4a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5fbce60e_0_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5fbce6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-1.png"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225" y="4766975"/>
            <a:ext cx="2566625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2.png"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6225" y="7446950"/>
            <a:ext cx="2566625" cy="665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3.png" id="56" name="Google Shape;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6213" y="3873652"/>
            <a:ext cx="2566639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4.png" id="57" name="Google Shape;57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6223" y="5660300"/>
            <a:ext cx="2566639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5.png" id="58" name="Google Shape;58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6225" y="6553625"/>
            <a:ext cx="2566637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6.png" id="59" name="Google Shape;5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6225" y="2980328"/>
            <a:ext cx="2566625" cy="665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75175" y="0"/>
            <a:ext cx="2825925" cy="28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975175" y="2980325"/>
            <a:ext cx="5135400" cy="21549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plot element into the 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appropriate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area.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79050" y="3777200"/>
            <a:ext cx="3493500" cy="547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9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10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7" name="Google Shape;67;p14"/>
          <p:cNvSpPr txBox="1"/>
          <p:nvPr/>
        </p:nvSpPr>
        <p:spPr>
          <a:xfrm>
            <a:off x="3872464" y="3777200"/>
            <a:ext cx="3618300" cy="547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11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8" name="Google Shape;68;p14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204250" y="2015900"/>
            <a:ext cx="4180500" cy="7405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</p:txBody>
      </p:sp>
      <p:sp>
        <p:nvSpPr>
          <p:cNvPr id="74" name="Google Shape;74;p15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1214400" y="3986400"/>
            <a:ext cx="2560800" cy="1742400"/>
          </a:xfrm>
          <a:prstGeom prst="rect">
            <a:avLst/>
          </a:prstGeom>
          <a:solidFill>
            <a:srgbClr val="E0AA0E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rgbClr val="4C1130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955700" y="3986400"/>
            <a:ext cx="2560800" cy="1742400"/>
          </a:xfrm>
          <a:prstGeom prst="rect">
            <a:avLst/>
          </a:prstGeom>
          <a:solidFill>
            <a:srgbClr val="E0AA0E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rgbClr val="4C1130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734100" y="6154700"/>
            <a:ext cx="6332400" cy="1335900"/>
          </a:xfrm>
          <a:prstGeom prst="rect">
            <a:avLst/>
          </a:prstGeom>
          <a:solidFill>
            <a:srgbClr val="E0AA0E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rgbClr val="4C113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