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dc835d015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dc835d0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dc835d015_0_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dc835d0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dc835d015_0_1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dc835d01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dc835d015_0_2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dc835d01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dc835d015_0_4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dc835d01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9050" y="3161825"/>
            <a:ext cx="3483000" cy="6090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12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13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3862050" y="3161825"/>
            <a:ext cx="3607500" cy="6090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14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6" name="Google Shape;56;p13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055725" y="2079600"/>
            <a:ext cx="4201500" cy="698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5715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2" name="Google Shape;62;p14"/>
          <p:cNvSpPr txBox="1"/>
          <p:nvPr/>
        </p:nvSpPr>
        <p:spPr>
          <a:xfrm>
            <a:off x="-821407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Absent-minded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Aggressive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Ambitious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Boastful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Bold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Bossy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Brave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Calm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Careful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Compassionate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Compliant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Creative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Cruel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Curious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Determined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Distrustful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Dreamy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Empathetic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Energetic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Fair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Focused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Friendly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Hardworking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Helpful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-8214075" y="0"/>
            <a:ext cx="8019600" cy="5691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Trait Word Bank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-5536450" y="678900"/>
            <a:ext cx="26643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Honest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Humble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Imaginative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Independent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Jealous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Kind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Lazy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Loud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Loyal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Mature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Mysterious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Nosy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Nurturing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Overconfident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Persistent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Polite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Principled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Protective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Pushy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Quiet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Reckless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Reflective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-2872025" y="678900"/>
            <a:ext cx="2677500" cy="93795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Reserved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Resilient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Responsible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Rude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Selfish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Serious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Simple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Smart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Sneaky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Stubborn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Thoughtless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Trustworthy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Understanding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Watchful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Withdrawn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379050" y="2970825"/>
            <a:ext cx="3483000" cy="645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15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16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5" name="Google Shape;85;p16"/>
          <p:cNvSpPr txBox="1"/>
          <p:nvPr/>
        </p:nvSpPr>
        <p:spPr>
          <a:xfrm>
            <a:off x="3862050" y="2970825"/>
            <a:ext cx="3607500" cy="645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17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Chapter 18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" name="Google Shape;86;p16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