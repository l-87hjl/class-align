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aeb1eec4b8_0_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aeb1eec4b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43425" y="3962788"/>
            <a:ext cx="3092100" cy="1098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Insert text</a:t>
            </a:r>
            <a:endParaRPr sz="1100">
              <a:solidFill>
                <a:schemeClr val="dk2"/>
              </a:solidFill>
              <a:highlight>
                <a:srgbClr val="FFFF00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843425" y="5061101"/>
            <a:ext cx="3092100" cy="1173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Insert text</a:t>
            </a:r>
            <a:endParaRPr sz="11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43425" y="6247125"/>
            <a:ext cx="3092100" cy="1173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Insert text</a:t>
            </a:r>
            <a:endParaRPr sz="11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43425" y="7448625"/>
            <a:ext cx="3092100" cy="1173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Insert text</a:t>
            </a:r>
            <a:endParaRPr sz="11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