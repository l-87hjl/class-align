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10058400" cx="777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dc835d015_0_4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4dc835d01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dc835d015_0_6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dc835d01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dc835d015_0_6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dc835d01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4dcf1d01a3_0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4dcf1d01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4dcf1d01a3_0_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4dcf1d01a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4dcf1d01a3_0_1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4dcf1d01a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3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1" Type="http://schemas.openxmlformats.org/officeDocument/2006/relationships/image" Target="../media/image4.png"/><Relationship Id="rId10" Type="http://schemas.openxmlformats.org/officeDocument/2006/relationships/image" Target="../media/image17.png"/><Relationship Id="rId12" Type="http://schemas.openxmlformats.org/officeDocument/2006/relationships/image" Target="../media/image3.png"/><Relationship Id="rId9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.jpg"/><Relationship Id="rId5" Type="http://schemas.openxmlformats.org/officeDocument/2006/relationships/image" Target="../media/image1.jp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02925" y="2752825"/>
            <a:ext cx="6802500" cy="6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Click and type here.</a:t>
            </a:r>
            <a:endParaRPr sz="2400"/>
          </a:p>
        </p:txBody>
      </p:sp>
      <p:sp>
        <p:nvSpPr>
          <p:cNvPr id="55" name="Google Shape;55;p13"/>
          <p:cNvSpPr txBox="1"/>
          <p:nvPr/>
        </p:nvSpPr>
        <p:spPr>
          <a:xfrm>
            <a:off x="379050" y="2588875"/>
            <a:ext cx="3483000" cy="6663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19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20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56" name="Google Shape;56;p13"/>
          <p:cNvSpPr txBox="1"/>
          <p:nvPr/>
        </p:nvSpPr>
        <p:spPr>
          <a:xfrm>
            <a:off x="3862050" y="2588875"/>
            <a:ext cx="3607500" cy="6663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21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57" name="Google Shape;57;p13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each chapter, record: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Chapter’s setting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events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of the following: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actions, relationships, traits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Internal/external conflicts/challenges, solutions/resolutions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Themes, messages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Questions, predictions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Mood, tone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3289150" y="1824950"/>
            <a:ext cx="4031700" cy="7023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</p:txBody>
      </p:sp>
      <p:sp>
        <p:nvSpPr>
          <p:cNvPr id="63" name="Google Shape;63;p14"/>
          <p:cNvSpPr txBox="1"/>
          <p:nvPr/>
        </p:nvSpPr>
        <p:spPr>
          <a:xfrm>
            <a:off x="-821407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Absent-minded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Aggressive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Ambitious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Boastful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Bold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Bossy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Brave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Calm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Careful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Compassionate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Compliant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Creative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Cruel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Curious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Determined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Distrustful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Dreamy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Empathetic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Energetic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Fair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Focused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Friendly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Hardworking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Helpful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-8214075" y="0"/>
            <a:ext cx="8019600" cy="5691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Trait Word Bank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-5536450" y="678900"/>
            <a:ext cx="26643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Honest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Humble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Imaginative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Independent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Jealous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Kind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Lazy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Loud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Loyal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Mature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Mean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Mysterious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Nurturing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Observant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Overconfident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Patient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Persistent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Polite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Principled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Protective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Pushy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Quiet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Reckless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Reflective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-287202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Reserved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Resilient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Responsible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Rude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Selfish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Simple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Smart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Sneaky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Stubborn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Trustworthy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Understanding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Watchful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Withdrawn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0"/>
            <a:ext cx="2435175" cy="8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5558650"/>
            <a:ext cx="2435175" cy="8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66925" y="926450"/>
            <a:ext cx="2435175" cy="8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66925" y="2779325"/>
            <a:ext cx="2435175" cy="8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66925" y="3758700"/>
            <a:ext cx="2435175" cy="8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66925" y="1852888"/>
            <a:ext cx="2435175" cy="8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66925" y="4738075"/>
            <a:ext cx="2435175" cy="8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966925" y="6370375"/>
            <a:ext cx="2435175" cy="8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785425" y="180113"/>
            <a:ext cx="3302975" cy="33029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-5329925" y="-15052"/>
            <a:ext cx="5135400" cy="2409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each character to correctly match the statements.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/>
        </p:nvSpPr>
        <p:spPr>
          <a:xfrm>
            <a:off x="379050" y="2758625"/>
            <a:ext cx="3483000" cy="6493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22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23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6" name="Google Shape;86;p16"/>
          <p:cNvSpPr txBox="1"/>
          <p:nvPr/>
        </p:nvSpPr>
        <p:spPr>
          <a:xfrm>
            <a:off x="3862050" y="2758625"/>
            <a:ext cx="3607500" cy="6493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24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7" name="Google Shape;87;p16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each chapter, record: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Chapter’s setting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events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of the following: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actions, relationships, traits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Internal/external conflicts/challenges, solutions/resolutions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Themes, messages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Questions, predictions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Mood, tone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/>
        </p:nvSpPr>
        <p:spPr>
          <a:xfrm>
            <a:off x="3183050" y="2249350"/>
            <a:ext cx="4095600" cy="7215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93" name="Google Shape;93;p17"/>
          <p:cNvSpPr txBox="1"/>
          <p:nvPr/>
        </p:nvSpPr>
        <p:spPr>
          <a:xfrm>
            <a:off x="233425" y="2461550"/>
            <a:ext cx="14430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chemeClr val="dk1"/>
                </a:solidFill>
              </a:rPr>
              <a:t>Jem</a:t>
            </a:r>
            <a:endParaRPr b="1" sz="3900">
              <a:solidFill>
                <a:schemeClr val="dk1"/>
              </a:solidFill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-821407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Absent-minded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Aggressive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Ambitious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Boastful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Bold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Bossy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Brave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Calm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Careful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Compassionate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Compliant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Creative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Cruel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Curious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Determined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Distrustful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Dreamy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Empathetic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Energetic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Fair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Focused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Friendly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Hardworking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Helpful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-8214075" y="0"/>
            <a:ext cx="8019600" cy="5691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Trait Word Bank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-5536450" y="678900"/>
            <a:ext cx="26643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Honest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Humble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Imaginative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Independent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Jealous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Kind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Lazy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Loud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Loyal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Mature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Mean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Mysterious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Nurturing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Observant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Overconfident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Patient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Persistent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Polite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Principled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Protective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Pushy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Quiet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Reckless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Reflective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-287202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Reserved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Resilient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Responsible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Rude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Selfish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Simple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Smart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Sneaky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Stubborn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Trustworthy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Understanding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Watchful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Withdrawn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1045775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3137313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2091550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0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607877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7026613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408517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513092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23650" y="87363"/>
            <a:ext cx="3302975" cy="330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-5329925" y="-15062"/>
            <a:ext cx="5135400" cy="2964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each option to correctly identify which statements are true or false.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