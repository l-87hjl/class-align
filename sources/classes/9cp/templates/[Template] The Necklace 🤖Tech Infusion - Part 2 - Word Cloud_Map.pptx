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Grandstander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B7C256-13D7-41E2-8858-D14EED8E767A}">
  <a:tblStyle styleId="{6FB7C256-13D7-41E2-8858-D14EED8E76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Grandstander-boldItalic.fntdata"/><Relationship Id="rId10" Type="http://schemas.openxmlformats.org/officeDocument/2006/relationships/font" Target="fonts/Grandstander-italic.fntdata"/><Relationship Id="rId9" Type="http://schemas.openxmlformats.org/officeDocument/2006/relationships/font" Target="fonts/Grandstand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Grandstand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9fde806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9fde806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wordclouds.com/" TargetMode="External"/><Relationship Id="rId4" Type="http://schemas.openxmlformats.org/officeDocument/2006/relationships/hyperlink" Target="https://monkeylearn.com/word-cloud/" TargetMode="External"/><Relationship Id="rId10" Type="http://schemas.openxmlformats.org/officeDocument/2006/relationships/hyperlink" Target="https://svgtopng.com/" TargetMode="External"/><Relationship Id="rId9" Type="http://schemas.openxmlformats.org/officeDocument/2006/relationships/image" Target="../media/image1.png"/><Relationship Id="rId5" Type="http://schemas.openxmlformats.org/officeDocument/2006/relationships/hyperlink" Target="https://www.jasondavies.com/wordcloud/" TargetMode="External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-2533700" y="47850"/>
            <a:ext cx="2404500" cy="431400"/>
          </a:xfrm>
          <a:prstGeom prst="rect">
            <a:avLst/>
          </a:prstGeom>
          <a:solidFill>
            <a:srgbClr val="9400FF">
              <a:alpha val="75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Word Cloud/Map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-2533700" y="562275"/>
            <a:ext cx="2404500" cy="1889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R</a:t>
            </a:r>
            <a:r>
              <a:rPr lang="en">
                <a:solidFill>
                  <a:srgbClr val="000000"/>
                </a:solidFill>
                <a:latin typeface="Grandstander"/>
                <a:ea typeface="Grandstander"/>
                <a:cs typeface="Grandstander"/>
                <a:sym typeface="Grandstander"/>
              </a:rPr>
              <a:t>ight-click on </a:t>
            </a: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an image, then</a:t>
            </a:r>
            <a:r>
              <a:rPr lang="en">
                <a:solidFill>
                  <a:srgbClr val="000000"/>
                </a:solidFill>
                <a:latin typeface="Grandstander"/>
                <a:ea typeface="Grandstander"/>
                <a:cs typeface="Grandstander"/>
                <a:sym typeface="Grandstander"/>
              </a:rPr>
              <a:t> select “Replace image,” then select </a:t>
            </a: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“Upload from computer”</a:t>
            </a:r>
            <a:r>
              <a:rPr lang="en">
                <a:solidFill>
                  <a:srgbClr val="000000"/>
                </a:solidFill>
                <a:latin typeface="Grandstander"/>
                <a:ea typeface="Grandstander"/>
                <a:cs typeface="Grandstander"/>
                <a:sym typeface="Grandstander"/>
              </a:rPr>
              <a:t> to replace the image with the word cloud image saved on your device. </a:t>
            </a:r>
            <a:endParaRPr>
              <a:solidFill>
                <a:srgbClr val="000000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  <p:graphicFrame>
        <p:nvGraphicFramePr>
          <p:cNvPr id="56" name="Google Shape;56;p13"/>
          <p:cNvGraphicFramePr/>
          <p:nvPr/>
        </p:nvGraphicFramePr>
        <p:xfrm>
          <a:off x="9273200" y="4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{6FB7C256-13D7-41E2-8858-D14EED8E767A}</a:tableStyleId>
              </a:tblPr>
              <a:tblGrid>
                <a:gridCol w="1633525"/>
                <a:gridCol w="2524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rgbClr val="1155CC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WordClouds.com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rgbClr val="1155CC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Free Word Cloud Generator – MonkeyLearn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rgbClr val="1155CC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Word Cloud Generator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57" name="Google Shape;57;p13"/>
          <p:cNvPicPr preferRelativeResize="0"/>
          <p:nvPr/>
        </p:nvPicPr>
        <p:blipFill rotWithShape="1">
          <a:blip r:embed="rId6">
            <a:alphaModFix/>
          </a:blip>
          <a:srcRect b="47849" l="1339" r="87308" t="38689"/>
          <a:stretch/>
        </p:blipFill>
        <p:spPr>
          <a:xfrm>
            <a:off x="11433625" y="234613"/>
            <a:ext cx="1677624" cy="106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433625" y="1807673"/>
            <a:ext cx="1677625" cy="49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506900" y="2807460"/>
            <a:ext cx="1677625" cy="600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 rotWithShape="1">
          <a:blip r:embed="rId9">
            <a:alphaModFix/>
          </a:blip>
          <a:srcRect b="1812" l="0" r="0" t="1812"/>
          <a:stretch/>
        </p:blipFill>
        <p:spPr>
          <a:xfrm>
            <a:off x="1191437" y="446338"/>
            <a:ext cx="6761150" cy="425081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-2533700" y="2535000"/>
            <a:ext cx="2404500" cy="1483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If your saved image file is in SVG format, you will need to convert it to PNG or JPG</a:t>
            </a:r>
            <a:r>
              <a:rPr lang="en">
                <a:solidFill>
                  <a:srgbClr val="000000"/>
                </a:solidFill>
                <a:latin typeface="Grandstander"/>
                <a:ea typeface="Grandstander"/>
                <a:cs typeface="Grandstander"/>
                <a:sym typeface="Grandstander"/>
              </a:rPr>
              <a:t> format. </a:t>
            </a: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You can do so by using this site:</a:t>
            </a:r>
            <a:r>
              <a:rPr lang="en">
                <a:solidFill>
                  <a:srgbClr val="000000"/>
                </a:solidFill>
                <a:latin typeface="Grandstander"/>
                <a:ea typeface="Grandstander"/>
                <a:cs typeface="Grandstander"/>
                <a:sym typeface="Grandstander"/>
              </a:rPr>
              <a:t> </a:t>
            </a:r>
            <a:r>
              <a:rPr lang="en" sz="1800" u="sng">
                <a:solidFill>
                  <a:srgbClr val="1155CC"/>
                </a:solidFill>
                <a:latin typeface="Grandstander"/>
                <a:ea typeface="Grandstander"/>
                <a:cs typeface="Grandstander"/>
                <a:sym typeface="Grandstander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SVG to PNG</a:t>
            </a:r>
            <a:r>
              <a:rPr lang="en" u="sng">
                <a:solidFill>
                  <a:srgbClr val="1155CC"/>
                </a:solidFill>
                <a:latin typeface="Grandstander"/>
                <a:ea typeface="Grandstander"/>
                <a:cs typeface="Grandstander"/>
                <a:sym typeface="Grandstander"/>
              </a:rPr>
              <a:t> </a:t>
            </a:r>
            <a:endParaRPr>
              <a:solidFill>
                <a:srgbClr val="000000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