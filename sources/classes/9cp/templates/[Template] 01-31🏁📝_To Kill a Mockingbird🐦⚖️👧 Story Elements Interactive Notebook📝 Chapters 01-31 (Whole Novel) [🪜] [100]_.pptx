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dd26cb7fb_2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dd26cb7f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dd26cb7fb_2_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dd26cb7fb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25fbce60e_0_2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25fbce60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dd26cb7fb_6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4dd26cb7fb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4dd26cb7fb_6_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4dd26cb7fb_6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25fbce60e_0_3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25fbce60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10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77775" y="2337350"/>
            <a:ext cx="68019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  <p:sp>
        <p:nvSpPr>
          <p:cNvPr id="55" name="Google Shape;55;p13"/>
          <p:cNvSpPr txBox="1"/>
          <p:nvPr/>
        </p:nvSpPr>
        <p:spPr>
          <a:xfrm>
            <a:off x="551500" y="236360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51500" y="490990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51500" y="748245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51500" y="236360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51500" y="4950138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51500" y="7536675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-1.png"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4" y="7044519"/>
            <a:ext cx="7232700" cy="12289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-2.png"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2809575"/>
            <a:ext cx="7232700" cy="1228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-3.png" id="71" name="Google Shape;7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66938" y="8414169"/>
            <a:ext cx="7232673" cy="12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-4.png" id="72" name="Google Shape;7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66938" y="5604532"/>
            <a:ext cx="7232673" cy="12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-5.png" id="73" name="Google Shape;73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66938" y="4164525"/>
            <a:ext cx="7232673" cy="12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66925" y="-4"/>
            <a:ext cx="2270625" cy="22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-5329925" y="-15054"/>
            <a:ext cx="5135400" cy="19263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event to place them in the correct order.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390550" y="220265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85250" y="486965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485250" y="753665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-5249450" y="-9"/>
            <a:ext cx="5135400" cy="790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Plot Diagram: Novel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370425" y="2283125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70425" y="4909888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485250" y="7536650"/>
            <a:ext cx="6801900" cy="173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text.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-5249450" y="-9"/>
            <a:ext cx="5135400" cy="790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Plot Diagram: Novel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 - a.png"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1475" y="3966775"/>
            <a:ext cx="1914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 - b.png" id="97" name="Google Shape;9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1463" y="7888863"/>
            <a:ext cx="1914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 - c.png" id="98" name="Google Shape;9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01475" y="6914475"/>
            <a:ext cx="1914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 - d.png" id="99" name="Google Shape;9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1475" y="2980125"/>
            <a:ext cx="1914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 - e.png" id="100" name="Google Shape;100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01475" y="5940063"/>
            <a:ext cx="1914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 - f.png" id="101" name="Google Shape;101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01475" y="4953425"/>
            <a:ext cx="191452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01475" y="2"/>
            <a:ext cx="2620200" cy="262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-5249450" y="970663"/>
            <a:ext cx="5135400" cy="2964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event to the correct place on the plot diagram.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-5249450" y="-9"/>
            <a:ext cx="5135400" cy="790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Plot Diagram: Scout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