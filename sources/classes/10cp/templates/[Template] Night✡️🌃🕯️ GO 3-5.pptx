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2525cbec5ea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2525cbec5ea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2525cbec5e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2525cbec5e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dk1"/>
              </a:buClr>
              <a:buSzPts val="1800"/>
              <a:buChar char="●"/>
              <a:defRPr>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lt2"/>
              </a:buClr>
              <a:buSzPts val="1800"/>
              <a:buChar char="●"/>
              <a:defRPr sz="1800">
                <a:solidFill>
                  <a:schemeClr val="lt2"/>
                </a:solidFill>
              </a:defRPr>
            </a:lvl1pPr>
            <a:lvl2pPr indent="-317500" lvl="1" marL="914400">
              <a:lnSpc>
                <a:spcPct val="115000"/>
              </a:lnSpc>
              <a:spcBef>
                <a:spcPts val="0"/>
              </a:spcBef>
              <a:spcAft>
                <a:spcPts val="0"/>
              </a:spcAft>
              <a:buClr>
                <a:schemeClr val="lt2"/>
              </a:buClr>
              <a:buSzPts val="1400"/>
              <a:buChar char="○"/>
              <a:defRPr>
                <a:solidFill>
                  <a:schemeClr val="lt2"/>
                </a:solidFill>
              </a:defRPr>
            </a:lvl2pPr>
            <a:lvl3pPr indent="-317500" lvl="2" marL="1371600">
              <a:lnSpc>
                <a:spcPct val="115000"/>
              </a:lnSpc>
              <a:spcBef>
                <a:spcPts val="0"/>
              </a:spcBef>
              <a:spcAft>
                <a:spcPts val="0"/>
              </a:spcAft>
              <a:buClr>
                <a:schemeClr val="lt2"/>
              </a:buClr>
              <a:buSzPts val="1400"/>
              <a:buChar char="■"/>
              <a:defRPr>
                <a:solidFill>
                  <a:schemeClr val="lt2"/>
                </a:solidFill>
              </a:defRPr>
            </a:lvl3pPr>
            <a:lvl4pPr indent="-317500" lvl="3" marL="1828800">
              <a:lnSpc>
                <a:spcPct val="115000"/>
              </a:lnSpc>
              <a:spcBef>
                <a:spcPts val="0"/>
              </a:spcBef>
              <a:spcAft>
                <a:spcPts val="0"/>
              </a:spcAft>
              <a:buClr>
                <a:schemeClr val="lt2"/>
              </a:buClr>
              <a:buSzPts val="1400"/>
              <a:buChar char="●"/>
              <a:defRPr>
                <a:solidFill>
                  <a:schemeClr val="lt2"/>
                </a:solidFill>
              </a:defRPr>
            </a:lvl4pPr>
            <a:lvl5pPr indent="-317500" lvl="4" marL="2286000">
              <a:lnSpc>
                <a:spcPct val="115000"/>
              </a:lnSpc>
              <a:spcBef>
                <a:spcPts val="0"/>
              </a:spcBef>
              <a:spcAft>
                <a:spcPts val="0"/>
              </a:spcAft>
              <a:buClr>
                <a:schemeClr val="lt2"/>
              </a:buClr>
              <a:buSzPts val="1400"/>
              <a:buChar char="○"/>
              <a:defRPr>
                <a:solidFill>
                  <a:schemeClr val="lt2"/>
                </a:solidFill>
              </a:defRPr>
            </a:lvl5pPr>
            <a:lvl6pPr indent="-317500" lvl="5" marL="2743200">
              <a:lnSpc>
                <a:spcPct val="115000"/>
              </a:lnSpc>
              <a:spcBef>
                <a:spcPts val="0"/>
              </a:spcBef>
              <a:spcAft>
                <a:spcPts val="0"/>
              </a:spcAft>
              <a:buClr>
                <a:schemeClr val="lt2"/>
              </a:buClr>
              <a:buSzPts val="1400"/>
              <a:buChar char="■"/>
              <a:defRPr>
                <a:solidFill>
                  <a:schemeClr val="lt2"/>
                </a:solidFill>
              </a:defRPr>
            </a:lvl6pPr>
            <a:lvl7pPr indent="-317500" lvl="6" marL="3200400">
              <a:lnSpc>
                <a:spcPct val="115000"/>
              </a:lnSpc>
              <a:spcBef>
                <a:spcPts val="0"/>
              </a:spcBef>
              <a:spcAft>
                <a:spcPts val="0"/>
              </a:spcAft>
              <a:buClr>
                <a:schemeClr val="lt2"/>
              </a:buClr>
              <a:buSzPts val="1400"/>
              <a:buChar char="●"/>
              <a:defRPr>
                <a:solidFill>
                  <a:schemeClr val="lt2"/>
                </a:solidFill>
              </a:defRPr>
            </a:lvl7pPr>
            <a:lvl8pPr indent="-317500" lvl="7" marL="3657600">
              <a:lnSpc>
                <a:spcPct val="115000"/>
              </a:lnSpc>
              <a:spcBef>
                <a:spcPts val="0"/>
              </a:spcBef>
              <a:spcAft>
                <a:spcPts val="0"/>
              </a:spcAft>
              <a:buClr>
                <a:schemeClr val="lt2"/>
              </a:buClr>
              <a:buSzPts val="1400"/>
              <a:buChar char="○"/>
              <a:defRPr>
                <a:solidFill>
                  <a:schemeClr val="lt2"/>
                </a:solidFill>
              </a:defRPr>
            </a:lvl8pPr>
            <a:lvl9pPr indent="-317500" lvl="8" marL="4114800">
              <a:lnSpc>
                <a:spcPct val="115000"/>
              </a:lnSpc>
              <a:spcBef>
                <a:spcPts val="0"/>
              </a:spcBef>
              <a:spcAft>
                <a:spcPts val="0"/>
              </a:spcAft>
              <a:buClr>
                <a:schemeClr val="lt2"/>
              </a:buClr>
              <a:buSzPts val="1400"/>
              <a:buChar char="■"/>
              <a:defRPr>
                <a:solidFill>
                  <a:schemeClr val="lt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cxnSp>
        <p:nvCxnSpPr>
          <p:cNvPr id="54" name="Google Shape;54;p13"/>
          <p:cNvCxnSpPr>
            <a:stCxn id="55" idx="3"/>
            <a:endCxn id="56" idx="1"/>
          </p:cNvCxnSpPr>
          <p:nvPr/>
        </p:nvCxnSpPr>
        <p:spPr>
          <a:xfrm>
            <a:off x="2809850" y="952550"/>
            <a:ext cx="488100" cy="638100"/>
          </a:xfrm>
          <a:prstGeom prst="straightConnector1">
            <a:avLst/>
          </a:prstGeom>
          <a:noFill/>
          <a:ln cap="flat" cmpd="sng" w="9525">
            <a:solidFill>
              <a:schemeClr val="lt2"/>
            </a:solidFill>
            <a:prstDash val="solid"/>
            <a:round/>
            <a:headEnd len="med" w="med" type="none"/>
            <a:tailEnd len="med" w="med" type="none"/>
          </a:ln>
        </p:spPr>
      </p:cxnSp>
      <p:cxnSp>
        <p:nvCxnSpPr>
          <p:cNvPr id="57" name="Google Shape;57;p13"/>
          <p:cNvCxnSpPr>
            <a:stCxn id="56" idx="3"/>
            <a:endCxn id="58" idx="3"/>
          </p:cNvCxnSpPr>
          <p:nvPr/>
        </p:nvCxnSpPr>
        <p:spPr>
          <a:xfrm>
            <a:off x="5845950" y="1590625"/>
            <a:ext cx="2869500" cy="1731300"/>
          </a:xfrm>
          <a:prstGeom prst="straightConnector1">
            <a:avLst/>
          </a:prstGeom>
          <a:noFill/>
          <a:ln cap="flat" cmpd="sng" w="9525">
            <a:solidFill>
              <a:schemeClr val="lt2"/>
            </a:solidFill>
            <a:prstDash val="solid"/>
            <a:round/>
            <a:headEnd len="med" w="med" type="none"/>
            <a:tailEnd len="med" w="med" type="none"/>
          </a:ln>
        </p:spPr>
      </p:cxnSp>
      <p:cxnSp>
        <p:nvCxnSpPr>
          <p:cNvPr id="59" name="Google Shape;59;p13"/>
          <p:cNvCxnSpPr>
            <a:stCxn id="58" idx="1"/>
            <a:endCxn id="60" idx="3"/>
          </p:cNvCxnSpPr>
          <p:nvPr/>
        </p:nvCxnSpPr>
        <p:spPr>
          <a:xfrm flipH="1">
            <a:off x="5255475" y="3321900"/>
            <a:ext cx="912000" cy="921600"/>
          </a:xfrm>
          <a:prstGeom prst="straightConnector1">
            <a:avLst/>
          </a:prstGeom>
          <a:noFill/>
          <a:ln cap="flat" cmpd="sng" w="9525">
            <a:solidFill>
              <a:schemeClr val="lt2"/>
            </a:solidFill>
            <a:prstDash val="solid"/>
            <a:round/>
            <a:headEnd len="med" w="med" type="none"/>
            <a:tailEnd len="med" w="med" type="none"/>
          </a:ln>
        </p:spPr>
      </p:cxnSp>
      <p:cxnSp>
        <p:nvCxnSpPr>
          <p:cNvPr id="61" name="Google Shape;61;p13"/>
          <p:cNvCxnSpPr>
            <a:stCxn id="60" idx="1"/>
          </p:cNvCxnSpPr>
          <p:nvPr/>
        </p:nvCxnSpPr>
        <p:spPr>
          <a:xfrm flipH="1">
            <a:off x="2131200" y="4243425"/>
            <a:ext cx="576300" cy="900000"/>
          </a:xfrm>
          <a:prstGeom prst="straightConnector1">
            <a:avLst/>
          </a:prstGeom>
          <a:noFill/>
          <a:ln cap="flat" cmpd="sng" w="9525">
            <a:solidFill>
              <a:schemeClr val="lt2"/>
            </a:solidFill>
            <a:prstDash val="solid"/>
            <a:round/>
            <a:headEnd len="med" w="med" type="none"/>
            <a:tailEnd len="med" w="med" type="none"/>
          </a:ln>
        </p:spPr>
      </p:cxnSp>
      <p:sp>
        <p:nvSpPr>
          <p:cNvPr id="55" name="Google Shape;55;p13"/>
          <p:cNvSpPr/>
          <p:nvPr/>
        </p:nvSpPr>
        <p:spPr>
          <a:xfrm>
            <a:off x="261950" y="202400"/>
            <a:ext cx="2547900" cy="15003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Trains arrive at Birkenau</a:t>
            </a:r>
            <a:endParaRPr/>
          </a:p>
        </p:txBody>
      </p:sp>
      <p:sp>
        <p:nvSpPr>
          <p:cNvPr id="56" name="Google Shape;56;p13"/>
          <p:cNvSpPr/>
          <p:nvPr/>
        </p:nvSpPr>
        <p:spPr>
          <a:xfrm>
            <a:off x="3298050" y="840475"/>
            <a:ext cx="2547900" cy="15003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Insert text</a:t>
            </a:r>
            <a:endParaRPr/>
          </a:p>
        </p:txBody>
      </p:sp>
      <p:sp>
        <p:nvSpPr>
          <p:cNvPr id="58" name="Google Shape;58;p13"/>
          <p:cNvSpPr/>
          <p:nvPr/>
        </p:nvSpPr>
        <p:spPr>
          <a:xfrm>
            <a:off x="6167475" y="2571750"/>
            <a:ext cx="2547900" cy="15003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Insert text</a:t>
            </a:r>
            <a:endParaRPr/>
          </a:p>
        </p:txBody>
      </p:sp>
      <p:sp>
        <p:nvSpPr>
          <p:cNvPr id="60" name="Google Shape;60;p13"/>
          <p:cNvSpPr/>
          <p:nvPr/>
        </p:nvSpPr>
        <p:spPr>
          <a:xfrm>
            <a:off x="2707500" y="3493275"/>
            <a:ext cx="2547900" cy="15003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Insert text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cxnSp>
        <p:nvCxnSpPr>
          <p:cNvPr id="66" name="Google Shape;66;p14"/>
          <p:cNvCxnSpPr/>
          <p:nvPr/>
        </p:nvCxnSpPr>
        <p:spPr>
          <a:xfrm flipH="1" rot="10800000">
            <a:off x="1535900" y="-11800"/>
            <a:ext cx="178500" cy="214200"/>
          </a:xfrm>
          <a:prstGeom prst="straightConnector1">
            <a:avLst/>
          </a:prstGeom>
          <a:noFill/>
          <a:ln cap="flat" cmpd="sng" w="9525">
            <a:solidFill>
              <a:schemeClr val="lt2"/>
            </a:solidFill>
            <a:prstDash val="solid"/>
            <a:round/>
            <a:headEnd len="med" w="med" type="none"/>
            <a:tailEnd len="med" w="med" type="none"/>
          </a:ln>
        </p:spPr>
      </p:cxnSp>
      <p:cxnSp>
        <p:nvCxnSpPr>
          <p:cNvPr id="67" name="Google Shape;67;p14"/>
          <p:cNvCxnSpPr>
            <a:stCxn id="68" idx="3"/>
            <a:endCxn id="69" idx="1"/>
          </p:cNvCxnSpPr>
          <p:nvPr/>
        </p:nvCxnSpPr>
        <p:spPr>
          <a:xfrm>
            <a:off x="2809850" y="952550"/>
            <a:ext cx="488100" cy="638100"/>
          </a:xfrm>
          <a:prstGeom prst="straightConnector1">
            <a:avLst/>
          </a:prstGeom>
          <a:noFill/>
          <a:ln cap="flat" cmpd="sng" w="9525">
            <a:solidFill>
              <a:schemeClr val="lt2"/>
            </a:solidFill>
            <a:prstDash val="solid"/>
            <a:round/>
            <a:headEnd len="med" w="med" type="none"/>
            <a:tailEnd len="med" w="med" type="none"/>
          </a:ln>
        </p:spPr>
      </p:cxnSp>
      <p:cxnSp>
        <p:nvCxnSpPr>
          <p:cNvPr id="70" name="Google Shape;70;p14"/>
          <p:cNvCxnSpPr>
            <a:stCxn id="69" idx="3"/>
            <a:endCxn id="71" idx="3"/>
          </p:cNvCxnSpPr>
          <p:nvPr/>
        </p:nvCxnSpPr>
        <p:spPr>
          <a:xfrm>
            <a:off x="5845950" y="1590625"/>
            <a:ext cx="2869500" cy="1731300"/>
          </a:xfrm>
          <a:prstGeom prst="straightConnector1">
            <a:avLst/>
          </a:prstGeom>
          <a:noFill/>
          <a:ln cap="flat" cmpd="sng" w="9525">
            <a:solidFill>
              <a:schemeClr val="lt2"/>
            </a:solidFill>
            <a:prstDash val="solid"/>
            <a:round/>
            <a:headEnd len="med" w="med" type="none"/>
            <a:tailEnd len="med" w="med" type="none"/>
          </a:ln>
        </p:spPr>
      </p:cxnSp>
      <p:cxnSp>
        <p:nvCxnSpPr>
          <p:cNvPr id="72" name="Google Shape;72;p14"/>
          <p:cNvCxnSpPr>
            <a:stCxn id="71" idx="1"/>
            <a:endCxn id="73" idx="3"/>
          </p:cNvCxnSpPr>
          <p:nvPr/>
        </p:nvCxnSpPr>
        <p:spPr>
          <a:xfrm flipH="1">
            <a:off x="5255475" y="3321900"/>
            <a:ext cx="912000" cy="921600"/>
          </a:xfrm>
          <a:prstGeom prst="straightConnector1">
            <a:avLst/>
          </a:prstGeom>
          <a:noFill/>
          <a:ln cap="flat" cmpd="sng" w="9525">
            <a:solidFill>
              <a:schemeClr val="lt2"/>
            </a:solidFill>
            <a:prstDash val="solid"/>
            <a:round/>
            <a:headEnd len="med" w="med" type="none"/>
            <a:tailEnd len="med" w="med" type="none"/>
          </a:ln>
        </p:spPr>
      </p:cxnSp>
      <p:sp>
        <p:nvSpPr>
          <p:cNvPr id="68" name="Google Shape;68;p14"/>
          <p:cNvSpPr/>
          <p:nvPr/>
        </p:nvSpPr>
        <p:spPr>
          <a:xfrm>
            <a:off x="261950" y="202400"/>
            <a:ext cx="2547900" cy="15003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Insert text</a:t>
            </a:r>
            <a:endParaRPr/>
          </a:p>
        </p:txBody>
      </p:sp>
      <p:sp>
        <p:nvSpPr>
          <p:cNvPr id="69" name="Google Shape;69;p14"/>
          <p:cNvSpPr/>
          <p:nvPr/>
        </p:nvSpPr>
        <p:spPr>
          <a:xfrm>
            <a:off x="3298050" y="840475"/>
            <a:ext cx="2547900" cy="15003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Insert text</a:t>
            </a:r>
            <a:endParaRPr/>
          </a:p>
        </p:txBody>
      </p:sp>
      <p:sp>
        <p:nvSpPr>
          <p:cNvPr id="71" name="Google Shape;71;p14"/>
          <p:cNvSpPr/>
          <p:nvPr/>
        </p:nvSpPr>
        <p:spPr>
          <a:xfrm>
            <a:off x="6167475" y="2571750"/>
            <a:ext cx="2547900" cy="15003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Insert text</a:t>
            </a:r>
            <a:endParaRPr/>
          </a:p>
        </p:txBody>
      </p:sp>
      <p:sp>
        <p:nvSpPr>
          <p:cNvPr id="73" name="Google Shape;73;p14"/>
          <p:cNvSpPr/>
          <p:nvPr/>
        </p:nvSpPr>
        <p:spPr>
          <a:xfrm>
            <a:off x="2707500" y="3493275"/>
            <a:ext cx="2547900" cy="15003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Evacuation of Buna</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5"/>
          <p:cNvSpPr txBox="1"/>
          <p:nvPr>
            <p:ph type="ctrTitle"/>
          </p:nvPr>
        </p:nvSpPr>
        <p:spPr>
          <a:xfrm>
            <a:off x="311708" y="3873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Instructions</a:t>
            </a:r>
            <a:endParaRPr/>
          </a:p>
        </p:txBody>
      </p:sp>
      <p:sp>
        <p:nvSpPr>
          <p:cNvPr id="79" name="Google Shape;79;p15"/>
          <p:cNvSpPr txBox="1"/>
          <p:nvPr>
            <p:ph idx="1" type="subTitle"/>
          </p:nvPr>
        </p:nvSpPr>
        <p:spPr>
          <a:xfrm>
            <a:off x="311700" y="2439975"/>
            <a:ext cx="8520600" cy="2155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200"/>
              <a:t>As you read chapters 3 through 5, complete the flowchart by listing in chronological order the major events that occur from the arrival of the trains at Birkenau to the evacuation of Buna. Add more circles if necessary.</a:t>
            </a:r>
            <a:endParaRPr sz="2200"/>
          </a:p>
          <a:p>
            <a:pPr indent="0" lvl="0" marL="0" rtl="0" algn="ctr">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