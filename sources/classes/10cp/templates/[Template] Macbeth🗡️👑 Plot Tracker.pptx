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a0692a4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a0692a4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a0692a42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6a0692a42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a0692a42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a0692a42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a0692a42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a0692a42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a0692a42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a0692a42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1389600"/>
            <a:ext cx="19275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2427875" y="1399050"/>
            <a:ext cx="20229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4639450" y="1399050"/>
            <a:ext cx="19275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6755625" y="1408500"/>
            <a:ext cx="20229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389600"/>
            <a:ext cx="19275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2427875" y="1399050"/>
            <a:ext cx="20229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4639450" y="1399050"/>
            <a:ext cx="19275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6755625" y="1408500"/>
            <a:ext cx="20229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389600"/>
            <a:ext cx="19275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427875" y="1399050"/>
            <a:ext cx="20229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4639450" y="1399050"/>
            <a:ext cx="19275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6755625" y="1408500"/>
            <a:ext cx="20229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389600"/>
            <a:ext cx="19275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2427875" y="1399050"/>
            <a:ext cx="20229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4639450" y="1399050"/>
            <a:ext cx="19275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389600"/>
            <a:ext cx="19275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2427875" y="1399050"/>
            <a:ext cx="20229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4639450" y="1399050"/>
            <a:ext cx="19275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6755625" y="1408500"/>
            <a:ext cx="2022900" cy="3179400"/>
          </a:xfrm>
          <a:prstGeom prst="rect">
            <a:avLst/>
          </a:prstGeom>
          <a:solidFill>
            <a:srgbClr val="F4D711">
              <a:alpha val="3608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text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