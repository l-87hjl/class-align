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Tahom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84927F-C676-4FC4-ABE6-6A4751D8C96F}">
  <a:tblStyle styleId="{BD84927F-C676-4FC4-ABE6-6A4751D8C9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Tahoma-bold.fntdata"/><Relationship Id="rId10" Type="http://schemas.openxmlformats.org/officeDocument/2006/relationships/font" Target="fonts/Tahoma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f09cc9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f09cc9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example 	including		(as an) illustration	one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instance 	specifically		to illustrate 			once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such as			to be specific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4f09cc9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4f09cc9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f09cc9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f09cc9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341500" y="3559200"/>
            <a:ext cx="1291500" cy="15843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Drag and drop one transition to each minor detail.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 rot="10800000">
            <a:off x="-1324950" y="21750"/>
            <a:ext cx="1411800" cy="935700"/>
          </a:xfrm>
          <a:prstGeom prst="curvedConnector3">
            <a:avLst>
              <a:gd fmla="val -21444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" name="Google Shape;56;p13"/>
          <p:cNvGraphicFramePr/>
          <p:nvPr/>
        </p:nvGraphicFramePr>
        <p:xfrm>
          <a:off x="47842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{BD84927F-C676-4FC4-ABE6-6A4751D8C96F}</a:tableStyleId>
              </a:tblPr>
              <a:tblGrid>
                <a:gridCol w="4359725"/>
              </a:tblGrid>
              <a:tr h="6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__________</a:t>
                      </a:r>
                      <a:r>
                        <a:rPr lang="en"/>
                        <a:t> is someone I admire for several </a:t>
                      </a:r>
                      <a:r>
                        <a:rPr b="1" lang="en"/>
                        <a:t>reasons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9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Another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These are a few reasons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-1358250" y="0"/>
            <a:ext cx="1291500" cy="6981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Word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Bank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324850" y="757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example,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1341600" y="12168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instance,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-1341600" y="16765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Specifically,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341600" y="2596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such 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324850" y="3077625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341600" y="21363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To illustrate,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21825" y="16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{BD84927F-C676-4FC4-ABE6-6A4751D8C96F}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 txBox="1"/>
          <p:nvPr/>
        </p:nvSpPr>
        <p:spPr>
          <a:xfrm>
            <a:off x="165925" y="1213800"/>
            <a:ext cx="67239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Major Detail 1: One reason 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3675" y="69850"/>
            <a:ext cx="4882800" cy="916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Graphic Organizer</a:t>
            </a:r>
            <a:endParaRPr sz="440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21825" y="35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{BD84927F-C676-4FC4-ABE6-6A4751D8C96F}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165925" y="3035225"/>
            <a:ext cx="67458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Major Detail 2: Another reason I admire </a:t>
            </a:r>
            <a:r>
              <a:rPr lang="en">
                <a:solidFill>
                  <a:schemeClr val="dk1"/>
                </a:solidFill>
              </a:rPr>
              <a:t>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4"/>
          <p:cNvCxnSpPr>
            <a:endCxn id="69" idx="3"/>
          </p:cNvCxnSpPr>
          <p:nvPr/>
        </p:nvCxnSpPr>
        <p:spPr>
          <a:xfrm flipH="1" rot="10800000">
            <a:off x="2672125" y="141465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2693950" y="323590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