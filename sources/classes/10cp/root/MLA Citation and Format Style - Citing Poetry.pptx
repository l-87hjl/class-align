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PT Sans Narrow"/>
      <p:regular r:id="rId11"/>
      <p:bold r:id="rId12"/>
    </p:embeddedFont>
    <p:embeddedFont>
      <p:font typeface="Open Sans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TSansNarrow-regular.fntdata"/><Relationship Id="rId10" Type="http://schemas.openxmlformats.org/officeDocument/2006/relationships/slide" Target="slides/slide5.xml"/><Relationship Id="rId13" Type="http://schemas.openxmlformats.org/officeDocument/2006/relationships/font" Target="fonts/OpenSans-regular.fntdata"/><Relationship Id="rId12" Type="http://schemas.openxmlformats.org/officeDocument/2006/relationships/font" Target="fonts/PTSansNarrow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penSans-italic.fntdata"/><Relationship Id="rId14" Type="http://schemas.openxmlformats.org/officeDocument/2006/relationships/font" Target="fonts/OpenSans-bold.fntdata"/><Relationship Id="rId16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3480c35591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3480c35591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3480c35591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3480c35591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3480c35591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3480c35591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3480c35591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3480c35591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owl.purdue.edu/owl/research_and_citation/mla_style/mla_style_introduction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Citing Poetry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MLA Format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Citing </a:t>
            </a:r>
            <a:r>
              <a:rPr lang="en"/>
              <a:t>Poetry (Three or Fewer Lines)</a:t>
            </a:r>
            <a:endParaRPr/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563" y="1568250"/>
            <a:ext cx="8762875" cy="189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Citing Poetry (Four or More Lines)</a:t>
            </a:r>
            <a:endParaRPr/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62675"/>
            <a:ext cx="6316773" cy="36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Omitting Lines</a:t>
            </a:r>
            <a:endParaRPr/>
          </a:p>
        </p:txBody>
      </p:sp>
      <p:pic>
        <p:nvPicPr>
          <p:cNvPr id="85" name="Google Shape;85;p16"/>
          <p:cNvPicPr preferRelativeResize="0"/>
          <p:nvPr/>
        </p:nvPicPr>
        <p:blipFill rotWithShape="1">
          <a:blip r:embed="rId3">
            <a:alphaModFix/>
          </a:blip>
          <a:srcRect b="0" l="0" r="0" t="51907"/>
          <a:stretch/>
        </p:blipFill>
        <p:spPr>
          <a:xfrm>
            <a:off x="311700" y="1220575"/>
            <a:ext cx="6975425" cy="36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1304850"/>
            <a:ext cx="8520600" cy="176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Purdue OWL</a:t>
            </a:r>
            <a:endParaRPr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412850" y="681150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For more information, visit: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